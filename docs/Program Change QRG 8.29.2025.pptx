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1"/>
  </p:notesMasterIdLst>
  <p:sldIdLst>
    <p:sldId id="1952" r:id="rId5"/>
    <p:sldId id="1957" r:id="rId6"/>
    <p:sldId id="1953" r:id="rId7"/>
    <p:sldId id="1958" r:id="rId8"/>
    <p:sldId id="1956" r:id="rId9"/>
    <p:sldId id="1959" r:id="rId10"/>
  </p:sldIdLst>
  <p:sldSz cx="9144000" cy="6858000" type="screen4x3"/>
  <p:notesSz cx="7086600" cy="9372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3BCDA1A-0A1D-DCDE-328D-DCA3A8B8EA2E}" name="Christina Borrello" initials="CB" userId="S::cborrello@clearoneadvantage.com::920200ae-9917-4322-a251-f102818e0e63" providerId="AD"/>
  <p188:author id="{A7A5B8CC-3876-DBBD-2027-6F51F5282F47}" name="Heather Sellers" initials="HS" userId="S::hsellers@clearoneadvantage.com::25461d58-9233-4504-9b5c-0ad25644213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Brandon Homuth" initials="BH" lastIdx="1" clrIdx="0">
    <p:extLst>
      <p:ext uri="{19B8F6BF-5375-455C-9EA6-DF929625EA0E}">
        <p15:presenceInfo xmlns:p15="http://schemas.microsoft.com/office/powerpoint/2012/main" userId="S::bhomuth@finance.clearoneadvantage.com::86c609f6-c353-4116-b809-d837f34ce853" providerId="AD"/>
      </p:ext>
    </p:extLst>
  </p:cmAuthor>
  <p:cmAuthor id="2" name="Matthew Falkowski" initials="MF" lastIdx="1" clrIdx="1">
    <p:extLst>
      <p:ext uri="{19B8F6BF-5375-455C-9EA6-DF929625EA0E}">
        <p15:presenceInfo xmlns:p15="http://schemas.microsoft.com/office/powerpoint/2012/main" userId="S::mfalkowski@finance.clearoneadvantage.com::e04e5b67-bb43-4176-a3a7-5c533b516048" providerId="AD"/>
      </p:ext>
    </p:extLst>
  </p:cmAuthor>
  <p:cmAuthor id="3" name="Rick Gross" initials="RG" lastIdx="1" clrIdx="2">
    <p:extLst>
      <p:ext uri="{19B8F6BF-5375-455C-9EA6-DF929625EA0E}">
        <p15:presenceInfo xmlns:p15="http://schemas.microsoft.com/office/powerpoint/2012/main" userId="S::rgross@finance.clearoneadvantage.com::56070022-d45c-4555-8b5e-ed6b6470e0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AFB4BE"/>
    <a:srgbClr val="8C93A2"/>
    <a:srgbClr val="C415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47012A-DECE-DF18-1E3B-8E8B985604F8}" v="8" dt="2025-12-12T21:07:36.3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2004" y="30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commentAuthors" Target="commentAuthors.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diagrams/_rels/data3.xml.rels><?xml version="1.0" encoding="UTF-8" standalone="yes"?>
<Relationships xmlns="http://schemas.openxmlformats.org/package/2006/relationships"><Relationship Id="rId2" Type="http://schemas.openxmlformats.org/officeDocument/2006/relationships/hyperlink" Target="https://clearoneadvantage365.sharepoint.com/:w:/r/sites/COACustomerService/_layouts/15/Doc.aspx?sourcedoc=%7BF12CAACD-493D-4FB2-AD2E-D6AD51F7A1B5%7D&amp;file=Draft%20Changes%209.9.25.docx&amp;action=default&amp;mobileredirect=true&amp;DefaultItemOpen=1" TargetMode="External"/><Relationship Id="rId1" Type="http://schemas.openxmlformats.org/officeDocument/2006/relationships/hyperlink" Target="https://clearoneadvantage365.sharepoint.com/:w:/r/sites/COACustomerService/_layouts/15/Doc.aspx?sourcedoc=%7B9D15C47A-347E-4430-8FE9-5421DEC75E40%7D&amp;file=Program%20Change%20Script%2010.28.24.docx&amp;action=default&amp;mobileredirect=true&amp;DefaultItemOpen=1" TargetMode="External"/></Relationships>
</file>

<file path=ppt/diagrams/_rels/drawing3.xml.rels><?xml version="1.0" encoding="UTF-8" standalone="yes"?>
<Relationships xmlns="http://schemas.openxmlformats.org/package/2006/relationships"><Relationship Id="rId2" Type="http://schemas.openxmlformats.org/officeDocument/2006/relationships/hyperlink" Target="https://clearoneadvantage365.sharepoint.com/:w:/r/sites/COACustomerService/_layouts/15/Doc.aspx?sourcedoc=%7BF12CAACD-493D-4FB2-AD2E-D6AD51F7A1B5%7D&amp;file=Draft%20Changes%209.9.25.docx&amp;action=default&amp;mobileredirect=true&amp;DefaultItemOpen=1" TargetMode="External"/><Relationship Id="rId1" Type="http://schemas.openxmlformats.org/officeDocument/2006/relationships/hyperlink" Target="https://clearoneadvantage365.sharepoint.com/:w:/r/sites/COACustomerService/_layouts/15/Doc.aspx?sourcedoc=%7B9D15C47A-347E-4430-8FE9-5421DEC75E40%7D&amp;file=Program%20Change%20Script%2010.28.24.docx&amp;action=default&amp;mobileredirect=true&amp;DefaultItemOpen=1" TargetMode="External"/></Relationships>
</file>

<file path=ppt/diagrams/colors1.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DB94B06-F0E1-4B2F-B62A-EBCE77E6E77C}" type="doc">
      <dgm:prSet loTypeId="urn:microsoft.com/office/officeart/2005/8/layout/vList2" loCatId="list" qsTypeId="urn:microsoft.com/office/officeart/2005/8/quickstyle/simple1" qsCatId="simple" csTypeId="urn:microsoft.com/office/officeart/2005/8/colors/accent1_5" csCatId="accent1" phldr="1"/>
      <dgm:spPr/>
      <dgm:t>
        <a:bodyPr/>
        <a:lstStyle/>
        <a:p>
          <a:endParaRPr lang="en-US"/>
        </a:p>
      </dgm:t>
    </dgm:pt>
    <dgm:pt modelId="{EDFC98B4-1FD3-47C3-99AA-4253180576BC}">
      <dgm:prSet phldrT="[Text]"/>
      <dgm:spPr/>
      <dgm:t>
        <a:bodyPr/>
        <a:lstStyle/>
        <a:p>
          <a:r>
            <a:rPr lang="en-US"/>
            <a:t>Open Calculator</a:t>
          </a:r>
        </a:p>
      </dgm:t>
    </dgm:pt>
    <dgm:pt modelId="{394DD916-354C-4691-9318-53D649501332}" type="parTrans" cxnId="{99400E78-7C6A-4F78-991F-999DF4E1A88B}">
      <dgm:prSet/>
      <dgm:spPr/>
      <dgm:t>
        <a:bodyPr/>
        <a:lstStyle/>
        <a:p>
          <a:endParaRPr lang="en-US"/>
        </a:p>
      </dgm:t>
    </dgm:pt>
    <dgm:pt modelId="{63F0EF20-B4A8-45A4-9C6B-BD2509A06688}" type="sibTrans" cxnId="{99400E78-7C6A-4F78-991F-999DF4E1A88B}">
      <dgm:prSet/>
      <dgm:spPr/>
      <dgm:t>
        <a:bodyPr/>
        <a:lstStyle/>
        <a:p>
          <a:endParaRPr lang="en-US"/>
        </a:p>
      </dgm:t>
    </dgm:pt>
    <dgm:pt modelId="{5ACB1B44-6022-459B-840A-08866B6271F3}">
      <dgm:prSet phldrT="[Text]"/>
      <dgm:spPr/>
      <dgm:t>
        <a:bodyPr/>
        <a:lstStyle/>
        <a:p>
          <a:r>
            <a:rPr lang="en-US"/>
            <a:t>Scroll Down to the schedule and check to see if there are any pending payments (in green)</a:t>
          </a:r>
        </a:p>
      </dgm:t>
    </dgm:pt>
    <dgm:pt modelId="{96D025DB-1F27-4A3E-AFF7-9C55A3E1833C}" type="parTrans" cxnId="{95609392-5C83-4164-8EC6-8945286F08D1}">
      <dgm:prSet/>
      <dgm:spPr/>
      <dgm:t>
        <a:bodyPr/>
        <a:lstStyle/>
        <a:p>
          <a:endParaRPr lang="en-US"/>
        </a:p>
      </dgm:t>
    </dgm:pt>
    <dgm:pt modelId="{B134A4A8-F4CB-4C86-A4F4-F6F5D3D8CE58}" type="sibTrans" cxnId="{95609392-5C83-4164-8EC6-8945286F08D1}">
      <dgm:prSet/>
      <dgm:spPr/>
      <dgm:t>
        <a:bodyPr/>
        <a:lstStyle/>
        <a:p>
          <a:endParaRPr lang="en-US"/>
        </a:p>
      </dgm:t>
    </dgm:pt>
    <dgm:pt modelId="{3C4F992F-744D-4E03-AEF1-1F7F3ECC752E}">
      <dgm:prSet phldrT="[Text]"/>
      <dgm:spPr/>
      <dgm:t>
        <a:bodyPr/>
        <a:lstStyle/>
        <a:p>
          <a:r>
            <a:rPr lang="en-US"/>
            <a:t>If yes, go to </a:t>
          </a:r>
          <a:r>
            <a:rPr lang="en-US" i="1"/>
            <a:t>Client Creditor and Simultaneous Settlement </a:t>
          </a:r>
          <a:r>
            <a:rPr lang="en-US" i="0"/>
            <a:t>tab and select the </a:t>
          </a:r>
          <a:r>
            <a:rPr lang="en-US" i="1"/>
            <a:t>Enrolled $</a:t>
          </a:r>
          <a:r>
            <a:rPr lang="en-US" i="0"/>
            <a:t> hyperlink of a different creditor (this allows only finalized payments to show and accurate calculator)</a:t>
          </a:r>
          <a:endParaRPr lang="en-US"/>
        </a:p>
      </dgm:t>
    </dgm:pt>
    <dgm:pt modelId="{BD08376F-8620-4C46-8AF4-631D54FCB06E}" type="parTrans" cxnId="{026A0C2F-EB2C-4C25-AE27-3B459DC575FE}">
      <dgm:prSet/>
      <dgm:spPr/>
      <dgm:t>
        <a:bodyPr/>
        <a:lstStyle/>
        <a:p>
          <a:endParaRPr lang="en-US"/>
        </a:p>
      </dgm:t>
    </dgm:pt>
    <dgm:pt modelId="{0524891A-0154-4ACA-AEF6-2B4EFEF41D93}" type="sibTrans" cxnId="{026A0C2F-EB2C-4C25-AE27-3B459DC575FE}">
      <dgm:prSet/>
      <dgm:spPr/>
      <dgm:t>
        <a:bodyPr/>
        <a:lstStyle/>
        <a:p>
          <a:endParaRPr lang="en-US"/>
        </a:p>
      </dgm:t>
    </dgm:pt>
    <dgm:pt modelId="{BD971231-7F0C-49CC-A889-8ED3C412C9A4}">
      <dgm:prSet phldrT="[Text]"/>
      <dgm:spPr/>
      <dgm:t>
        <a:bodyPr/>
        <a:lstStyle/>
        <a:p>
          <a:r>
            <a:rPr lang="en-US"/>
            <a:t>Go to the Program Change Tab</a:t>
          </a:r>
        </a:p>
      </dgm:t>
    </dgm:pt>
    <dgm:pt modelId="{1797E840-B17A-4B7D-86E7-DF0C01C7AF6F}" type="parTrans" cxnId="{0CCDCE7F-FD89-485C-83BD-9EA2EF199E86}">
      <dgm:prSet/>
      <dgm:spPr/>
      <dgm:t>
        <a:bodyPr/>
        <a:lstStyle/>
        <a:p>
          <a:endParaRPr lang="en-US"/>
        </a:p>
      </dgm:t>
    </dgm:pt>
    <dgm:pt modelId="{49673E3F-FA38-4E6F-961B-4E9D0FE9944E}" type="sibTrans" cxnId="{0CCDCE7F-FD89-485C-83BD-9EA2EF199E86}">
      <dgm:prSet/>
      <dgm:spPr/>
      <dgm:t>
        <a:bodyPr/>
        <a:lstStyle/>
        <a:p>
          <a:endParaRPr lang="en-US"/>
        </a:p>
      </dgm:t>
    </dgm:pt>
    <dgm:pt modelId="{080742EB-D5BA-45EB-AC34-430DE862B4D7}">
      <dgm:prSet/>
      <dgm:spPr/>
      <dgm:t>
        <a:bodyPr/>
        <a:lstStyle/>
        <a:p>
          <a:r>
            <a:rPr lang="en-US"/>
            <a:t>If no, continue</a:t>
          </a:r>
        </a:p>
      </dgm:t>
    </dgm:pt>
    <dgm:pt modelId="{16265B6B-88C0-4E5B-ADF6-572D4377624D}" type="parTrans" cxnId="{4204FE7E-C6E8-49A6-8D26-5565DFD187FC}">
      <dgm:prSet/>
      <dgm:spPr/>
      <dgm:t>
        <a:bodyPr/>
        <a:lstStyle/>
        <a:p>
          <a:endParaRPr lang="en-US"/>
        </a:p>
      </dgm:t>
    </dgm:pt>
    <dgm:pt modelId="{7D95FEE6-4C33-4B8E-B2FB-7F0FD749108B}" type="sibTrans" cxnId="{4204FE7E-C6E8-49A6-8D26-5565DFD187FC}">
      <dgm:prSet/>
      <dgm:spPr/>
      <dgm:t>
        <a:bodyPr/>
        <a:lstStyle/>
        <a:p>
          <a:endParaRPr lang="en-US"/>
        </a:p>
      </dgm:t>
    </dgm:pt>
    <dgm:pt modelId="{C0C262FE-63EF-4F9C-BF56-010606EFD9FE}" type="pres">
      <dgm:prSet presAssocID="{ADB94B06-F0E1-4B2F-B62A-EBCE77E6E77C}" presName="linear" presStyleCnt="0">
        <dgm:presLayoutVars>
          <dgm:animLvl val="lvl"/>
          <dgm:resizeHandles val="exact"/>
        </dgm:presLayoutVars>
      </dgm:prSet>
      <dgm:spPr/>
    </dgm:pt>
    <dgm:pt modelId="{D0F75244-F113-42BB-9F3A-15134A02670A}" type="pres">
      <dgm:prSet presAssocID="{EDFC98B4-1FD3-47C3-99AA-4253180576BC}" presName="parentText" presStyleLbl="node1" presStyleIdx="0" presStyleCnt="3">
        <dgm:presLayoutVars>
          <dgm:chMax val="0"/>
          <dgm:bulletEnabled val="1"/>
        </dgm:presLayoutVars>
      </dgm:prSet>
      <dgm:spPr/>
    </dgm:pt>
    <dgm:pt modelId="{67C0DB6F-3F43-4A47-A087-4AAD56751C7F}" type="pres">
      <dgm:prSet presAssocID="{63F0EF20-B4A8-45A4-9C6B-BD2509A06688}" presName="spacer" presStyleCnt="0"/>
      <dgm:spPr/>
    </dgm:pt>
    <dgm:pt modelId="{967978B2-1FE4-4879-A076-3BA7991D0BFA}" type="pres">
      <dgm:prSet presAssocID="{5ACB1B44-6022-459B-840A-08866B6271F3}" presName="parentText" presStyleLbl="node1" presStyleIdx="1" presStyleCnt="3">
        <dgm:presLayoutVars>
          <dgm:chMax val="0"/>
          <dgm:bulletEnabled val="1"/>
        </dgm:presLayoutVars>
      </dgm:prSet>
      <dgm:spPr/>
    </dgm:pt>
    <dgm:pt modelId="{5CFB2980-12B2-4E5D-B032-4AE88CA76410}" type="pres">
      <dgm:prSet presAssocID="{5ACB1B44-6022-459B-840A-08866B6271F3}" presName="childText" presStyleLbl="revTx" presStyleIdx="0" presStyleCnt="1">
        <dgm:presLayoutVars>
          <dgm:bulletEnabled val="1"/>
        </dgm:presLayoutVars>
      </dgm:prSet>
      <dgm:spPr/>
    </dgm:pt>
    <dgm:pt modelId="{57B26F6D-3AC3-4C5B-9487-5C94CE7A6DA0}" type="pres">
      <dgm:prSet presAssocID="{BD971231-7F0C-49CC-A889-8ED3C412C9A4}" presName="parentText" presStyleLbl="node1" presStyleIdx="2" presStyleCnt="3">
        <dgm:presLayoutVars>
          <dgm:chMax val="0"/>
          <dgm:bulletEnabled val="1"/>
        </dgm:presLayoutVars>
      </dgm:prSet>
      <dgm:spPr/>
    </dgm:pt>
  </dgm:ptLst>
  <dgm:cxnLst>
    <dgm:cxn modelId="{026A0C2F-EB2C-4C25-AE27-3B459DC575FE}" srcId="{5ACB1B44-6022-459B-840A-08866B6271F3}" destId="{3C4F992F-744D-4E03-AEF1-1F7F3ECC752E}" srcOrd="0" destOrd="0" parTransId="{BD08376F-8620-4C46-8AF4-631D54FCB06E}" sibTransId="{0524891A-0154-4ACA-AEF6-2B4EFEF41D93}"/>
    <dgm:cxn modelId="{C693814C-EB28-4197-A23D-1265F7917EE4}" type="presOf" srcId="{EDFC98B4-1FD3-47C3-99AA-4253180576BC}" destId="{D0F75244-F113-42BB-9F3A-15134A02670A}" srcOrd="0" destOrd="0" presId="urn:microsoft.com/office/officeart/2005/8/layout/vList2"/>
    <dgm:cxn modelId="{F1AC886C-EEA9-4001-AEF9-1D5C32B6FAFA}" type="presOf" srcId="{5ACB1B44-6022-459B-840A-08866B6271F3}" destId="{967978B2-1FE4-4879-A076-3BA7991D0BFA}" srcOrd="0" destOrd="0" presId="urn:microsoft.com/office/officeart/2005/8/layout/vList2"/>
    <dgm:cxn modelId="{99400E78-7C6A-4F78-991F-999DF4E1A88B}" srcId="{ADB94B06-F0E1-4B2F-B62A-EBCE77E6E77C}" destId="{EDFC98B4-1FD3-47C3-99AA-4253180576BC}" srcOrd="0" destOrd="0" parTransId="{394DD916-354C-4691-9318-53D649501332}" sibTransId="{63F0EF20-B4A8-45A4-9C6B-BD2509A06688}"/>
    <dgm:cxn modelId="{B974A579-8FBD-4F77-A4E4-3FD82CC6D447}" type="presOf" srcId="{3C4F992F-744D-4E03-AEF1-1F7F3ECC752E}" destId="{5CFB2980-12B2-4E5D-B032-4AE88CA76410}" srcOrd="0" destOrd="0" presId="urn:microsoft.com/office/officeart/2005/8/layout/vList2"/>
    <dgm:cxn modelId="{4204FE7E-C6E8-49A6-8D26-5565DFD187FC}" srcId="{5ACB1B44-6022-459B-840A-08866B6271F3}" destId="{080742EB-D5BA-45EB-AC34-430DE862B4D7}" srcOrd="1" destOrd="0" parTransId="{16265B6B-88C0-4E5B-ADF6-572D4377624D}" sibTransId="{7D95FEE6-4C33-4B8E-B2FB-7F0FD749108B}"/>
    <dgm:cxn modelId="{0CCDCE7F-FD89-485C-83BD-9EA2EF199E86}" srcId="{ADB94B06-F0E1-4B2F-B62A-EBCE77E6E77C}" destId="{BD971231-7F0C-49CC-A889-8ED3C412C9A4}" srcOrd="2" destOrd="0" parTransId="{1797E840-B17A-4B7D-86E7-DF0C01C7AF6F}" sibTransId="{49673E3F-FA38-4E6F-961B-4E9D0FE9944E}"/>
    <dgm:cxn modelId="{95609392-5C83-4164-8EC6-8945286F08D1}" srcId="{ADB94B06-F0E1-4B2F-B62A-EBCE77E6E77C}" destId="{5ACB1B44-6022-459B-840A-08866B6271F3}" srcOrd="1" destOrd="0" parTransId="{96D025DB-1F27-4A3E-AFF7-9C55A3E1833C}" sibTransId="{B134A4A8-F4CB-4C86-A4F4-F6F5D3D8CE58}"/>
    <dgm:cxn modelId="{86D0EEAE-C5DB-44B5-BB61-4FFED0372C37}" type="presOf" srcId="{ADB94B06-F0E1-4B2F-B62A-EBCE77E6E77C}" destId="{C0C262FE-63EF-4F9C-BF56-010606EFD9FE}" srcOrd="0" destOrd="0" presId="urn:microsoft.com/office/officeart/2005/8/layout/vList2"/>
    <dgm:cxn modelId="{68D33FCF-8CCA-4FEE-A100-16A79054FE9E}" type="presOf" srcId="{BD971231-7F0C-49CC-A889-8ED3C412C9A4}" destId="{57B26F6D-3AC3-4C5B-9487-5C94CE7A6DA0}" srcOrd="0" destOrd="0" presId="urn:microsoft.com/office/officeart/2005/8/layout/vList2"/>
    <dgm:cxn modelId="{0BBDA8F1-AC7E-4FAB-83EB-2FE8D58F2A50}" type="presOf" srcId="{080742EB-D5BA-45EB-AC34-430DE862B4D7}" destId="{5CFB2980-12B2-4E5D-B032-4AE88CA76410}" srcOrd="0" destOrd="1" presId="urn:microsoft.com/office/officeart/2005/8/layout/vList2"/>
    <dgm:cxn modelId="{3A768074-5F7E-4988-8441-6C8F60123F9F}" type="presParOf" srcId="{C0C262FE-63EF-4F9C-BF56-010606EFD9FE}" destId="{D0F75244-F113-42BB-9F3A-15134A02670A}" srcOrd="0" destOrd="0" presId="urn:microsoft.com/office/officeart/2005/8/layout/vList2"/>
    <dgm:cxn modelId="{D222893E-D69C-459F-9222-2CDF931D7EB4}" type="presParOf" srcId="{C0C262FE-63EF-4F9C-BF56-010606EFD9FE}" destId="{67C0DB6F-3F43-4A47-A087-4AAD56751C7F}" srcOrd="1" destOrd="0" presId="urn:microsoft.com/office/officeart/2005/8/layout/vList2"/>
    <dgm:cxn modelId="{7600C3E6-CC29-4ED2-B373-BCC30A3AAC61}" type="presParOf" srcId="{C0C262FE-63EF-4F9C-BF56-010606EFD9FE}" destId="{967978B2-1FE4-4879-A076-3BA7991D0BFA}" srcOrd="2" destOrd="0" presId="urn:microsoft.com/office/officeart/2005/8/layout/vList2"/>
    <dgm:cxn modelId="{E8E7C5B6-D063-4A4C-BC72-45F284339311}" type="presParOf" srcId="{C0C262FE-63EF-4F9C-BF56-010606EFD9FE}" destId="{5CFB2980-12B2-4E5D-B032-4AE88CA76410}" srcOrd="3" destOrd="0" presId="urn:microsoft.com/office/officeart/2005/8/layout/vList2"/>
    <dgm:cxn modelId="{3B1BFEC2-B00F-457E-A3E2-CA019EF31AC5}" type="presParOf" srcId="{C0C262FE-63EF-4F9C-BF56-010606EFD9FE}" destId="{57B26F6D-3AC3-4C5B-9487-5C94CE7A6DA0}" srcOrd="4"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35EFF7C-9CFE-45B2-9B7F-5E51F4E6EBF4}" type="doc">
      <dgm:prSet loTypeId="urn:microsoft.com/office/officeart/2005/8/layout/hierarchy3" loCatId="relationship" qsTypeId="urn:microsoft.com/office/officeart/2005/8/quickstyle/simple1" qsCatId="simple" csTypeId="urn:microsoft.com/office/officeart/2005/8/colors/accent1_2" csCatId="accent1" phldr="1"/>
      <dgm:spPr/>
      <dgm:t>
        <a:bodyPr/>
        <a:lstStyle/>
        <a:p>
          <a:endParaRPr lang="en-US"/>
        </a:p>
      </dgm:t>
    </dgm:pt>
    <dgm:pt modelId="{88277552-977B-4E3B-A44B-66F29634E3AD}">
      <dgm:prSet phldrT="[Text]" custT="1"/>
      <dgm:spPr/>
      <dgm:t>
        <a:bodyPr/>
        <a:lstStyle/>
        <a:p>
          <a:r>
            <a:rPr lang="en-US" sz="1600"/>
            <a:t>Add New Account</a:t>
          </a:r>
        </a:p>
      </dgm:t>
    </dgm:pt>
    <dgm:pt modelId="{F6DC2BA0-8DED-43C2-80BC-30B6249A1E82}" type="parTrans" cxnId="{60367FA8-AC5A-4525-9342-32F747C0ADA3}">
      <dgm:prSet/>
      <dgm:spPr/>
      <dgm:t>
        <a:bodyPr/>
        <a:lstStyle/>
        <a:p>
          <a:endParaRPr lang="en-US"/>
        </a:p>
      </dgm:t>
    </dgm:pt>
    <dgm:pt modelId="{170672E3-11B5-4E9C-93FA-8104456C1D1B}" type="sibTrans" cxnId="{60367FA8-AC5A-4525-9342-32F747C0ADA3}">
      <dgm:prSet/>
      <dgm:spPr/>
      <dgm:t>
        <a:bodyPr/>
        <a:lstStyle/>
        <a:p>
          <a:endParaRPr lang="en-US"/>
        </a:p>
      </dgm:t>
    </dgm:pt>
    <dgm:pt modelId="{6CCD4A9F-E0BF-4EC2-A30D-A201336DBE19}">
      <dgm:prSet phldrT="[Text]" custT="1"/>
      <dgm:spPr/>
      <dgm:t>
        <a:bodyPr/>
        <a:lstStyle/>
        <a:p>
          <a:r>
            <a:rPr lang="en-US" sz="1200"/>
            <a:t>Review list of creditors to confirm that the account was not previously enrolled</a:t>
          </a:r>
        </a:p>
      </dgm:t>
    </dgm:pt>
    <dgm:pt modelId="{38FCD5DE-1790-49BB-8C60-56E80CB94A95}" type="parTrans" cxnId="{D7A973CC-B1F7-4540-A3C4-44CE2409C224}">
      <dgm:prSet/>
      <dgm:spPr/>
      <dgm:t>
        <a:bodyPr/>
        <a:lstStyle/>
        <a:p>
          <a:endParaRPr lang="en-US"/>
        </a:p>
      </dgm:t>
    </dgm:pt>
    <dgm:pt modelId="{59661943-8716-4338-AB2F-8936E6228269}" type="sibTrans" cxnId="{D7A973CC-B1F7-4540-A3C4-44CE2409C224}">
      <dgm:prSet/>
      <dgm:spPr/>
      <dgm:t>
        <a:bodyPr/>
        <a:lstStyle/>
        <a:p>
          <a:endParaRPr lang="en-US"/>
        </a:p>
      </dgm:t>
    </dgm:pt>
    <dgm:pt modelId="{2E63EFBF-A150-4637-9630-4D62920CD275}">
      <dgm:prSet phldrT="[Text]" custT="1"/>
      <dgm:spPr/>
      <dgm:t>
        <a:bodyPr/>
        <a:lstStyle/>
        <a:p>
          <a:r>
            <a:rPr lang="en-US" sz="1200"/>
            <a:t>Obtain a statement on account</a:t>
          </a:r>
        </a:p>
      </dgm:t>
    </dgm:pt>
    <dgm:pt modelId="{5777CFCE-1787-4FE7-B886-0B4AB0746521}" type="parTrans" cxnId="{6A3CE8E5-31AA-43A6-831F-9A55140E90C6}">
      <dgm:prSet/>
      <dgm:spPr/>
      <dgm:t>
        <a:bodyPr/>
        <a:lstStyle/>
        <a:p>
          <a:endParaRPr lang="en-US"/>
        </a:p>
      </dgm:t>
    </dgm:pt>
    <dgm:pt modelId="{429BFC45-01B0-4070-B5EE-CF4DAE8EBA1D}" type="sibTrans" cxnId="{6A3CE8E5-31AA-43A6-831F-9A55140E90C6}">
      <dgm:prSet/>
      <dgm:spPr/>
      <dgm:t>
        <a:bodyPr/>
        <a:lstStyle/>
        <a:p>
          <a:endParaRPr lang="en-US"/>
        </a:p>
      </dgm:t>
    </dgm:pt>
    <dgm:pt modelId="{832600B1-9EB4-45B5-AAC3-26B7F92F8790}">
      <dgm:prSet phldrT="[Text]" custT="1"/>
      <dgm:spPr/>
      <dgm:t>
        <a:bodyPr/>
        <a:lstStyle/>
        <a:p>
          <a:r>
            <a:rPr lang="en-US" sz="1600"/>
            <a:t>Remove Account</a:t>
          </a:r>
        </a:p>
      </dgm:t>
    </dgm:pt>
    <dgm:pt modelId="{652BF3D3-D4B7-49FF-9AC9-0BF3D684E3AC}" type="parTrans" cxnId="{4E775657-D39F-422B-A9F5-F4688D6E5AD5}">
      <dgm:prSet/>
      <dgm:spPr/>
      <dgm:t>
        <a:bodyPr/>
        <a:lstStyle/>
        <a:p>
          <a:endParaRPr lang="en-US"/>
        </a:p>
      </dgm:t>
    </dgm:pt>
    <dgm:pt modelId="{DE5BA655-529E-47AE-BBA4-F0D0276CE7CA}" type="sibTrans" cxnId="{4E775657-D39F-422B-A9F5-F4688D6E5AD5}">
      <dgm:prSet/>
      <dgm:spPr/>
      <dgm:t>
        <a:bodyPr/>
        <a:lstStyle/>
        <a:p>
          <a:endParaRPr lang="en-US"/>
        </a:p>
      </dgm:t>
    </dgm:pt>
    <dgm:pt modelId="{9D2F82EF-8B84-47C0-8EB1-A7CEB947589A}">
      <dgm:prSet phldrT="[Text]" custT="1"/>
      <dgm:spPr/>
      <dgm:t>
        <a:bodyPr/>
        <a:lstStyle/>
        <a:p>
          <a:r>
            <a:rPr lang="en-US" sz="1200"/>
            <a:t>Locate the account the client wishes to remove</a:t>
          </a:r>
        </a:p>
      </dgm:t>
    </dgm:pt>
    <dgm:pt modelId="{422CF127-E71E-45FC-9291-804CE9056729}" type="parTrans" cxnId="{E781CEF4-142C-433E-BDC0-79DA42D3A5AE}">
      <dgm:prSet/>
      <dgm:spPr/>
      <dgm:t>
        <a:bodyPr/>
        <a:lstStyle/>
        <a:p>
          <a:endParaRPr lang="en-US"/>
        </a:p>
      </dgm:t>
    </dgm:pt>
    <dgm:pt modelId="{0D60EF18-E61C-4133-9A10-BCE27284E07B}" type="sibTrans" cxnId="{E781CEF4-142C-433E-BDC0-79DA42D3A5AE}">
      <dgm:prSet/>
      <dgm:spPr/>
      <dgm:t>
        <a:bodyPr/>
        <a:lstStyle/>
        <a:p>
          <a:endParaRPr lang="en-US"/>
        </a:p>
      </dgm:t>
    </dgm:pt>
    <dgm:pt modelId="{FEB4C55B-7620-41ED-9D23-CFD2B2326E34}">
      <dgm:prSet phldrT="[Text]" custT="1"/>
      <dgm:spPr/>
      <dgm:t>
        <a:bodyPr/>
        <a:lstStyle/>
        <a:p>
          <a:r>
            <a:rPr lang="en-US" sz="1600"/>
            <a:t>Re-Add Account</a:t>
          </a:r>
        </a:p>
      </dgm:t>
    </dgm:pt>
    <dgm:pt modelId="{77E23618-3E7D-4EB7-A4C2-2E7993BC2D45}" type="parTrans" cxnId="{F63CE2CF-FBE3-4F4A-AD75-21A98275038F}">
      <dgm:prSet/>
      <dgm:spPr/>
      <dgm:t>
        <a:bodyPr/>
        <a:lstStyle/>
        <a:p>
          <a:endParaRPr lang="en-US"/>
        </a:p>
      </dgm:t>
    </dgm:pt>
    <dgm:pt modelId="{D8516E00-0B7F-48A0-A570-92B74AC8F0AB}" type="sibTrans" cxnId="{F63CE2CF-FBE3-4F4A-AD75-21A98275038F}">
      <dgm:prSet/>
      <dgm:spPr/>
      <dgm:t>
        <a:bodyPr/>
        <a:lstStyle/>
        <a:p>
          <a:endParaRPr lang="en-US"/>
        </a:p>
      </dgm:t>
    </dgm:pt>
    <dgm:pt modelId="{22B1D2C1-745F-498D-A9EE-375B8EA8F5D0}">
      <dgm:prSet phldrT="[Text]" custT="1"/>
      <dgm:spPr/>
      <dgm:t>
        <a:bodyPr/>
        <a:lstStyle/>
        <a:p>
          <a:r>
            <a:rPr lang="en-US" sz="1200"/>
            <a:t>From the Current Creditor Dropdown, select the creditor </a:t>
          </a:r>
        </a:p>
        <a:p>
          <a:r>
            <a:rPr lang="en-US" sz="1200"/>
            <a:t>In the Balance Field, input the current balance</a:t>
          </a:r>
        </a:p>
      </dgm:t>
    </dgm:pt>
    <dgm:pt modelId="{10803ABC-AD62-469A-8A99-27BD2D8B4772}" type="parTrans" cxnId="{676A451E-B839-4356-92D1-87D449B6DB7F}">
      <dgm:prSet/>
      <dgm:spPr/>
      <dgm:t>
        <a:bodyPr/>
        <a:lstStyle/>
        <a:p>
          <a:endParaRPr lang="en-US"/>
        </a:p>
      </dgm:t>
    </dgm:pt>
    <dgm:pt modelId="{D07B20BF-31D5-4A40-A434-0DA556A97293}" type="sibTrans" cxnId="{676A451E-B839-4356-92D1-87D449B6DB7F}">
      <dgm:prSet/>
      <dgm:spPr/>
      <dgm:t>
        <a:bodyPr/>
        <a:lstStyle/>
        <a:p>
          <a:endParaRPr lang="en-US"/>
        </a:p>
      </dgm:t>
    </dgm:pt>
    <dgm:pt modelId="{8B86BA4F-0BE1-4F0C-9223-03B3EC11131E}">
      <dgm:prSet phldrT="[Text]" custT="1"/>
      <dgm:spPr/>
      <dgm:t>
        <a:bodyPr/>
        <a:lstStyle/>
        <a:p>
          <a:r>
            <a:rPr lang="en-US" sz="1200"/>
            <a:t>Click Add</a:t>
          </a:r>
        </a:p>
      </dgm:t>
    </dgm:pt>
    <dgm:pt modelId="{322114D8-C46B-4ED6-8141-F45D8D957704}" type="parTrans" cxnId="{11370F78-DF7D-4F0B-8F9B-ECFCD496D2E5}">
      <dgm:prSet/>
      <dgm:spPr/>
      <dgm:t>
        <a:bodyPr/>
        <a:lstStyle/>
        <a:p>
          <a:endParaRPr lang="en-US"/>
        </a:p>
      </dgm:t>
    </dgm:pt>
    <dgm:pt modelId="{BBF89BD8-55B7-462E-A5DD-74DC7CB2C69F}" type="sibTrans" cxnId="{11370F78-DF7D-4F0B-8F9B-ECFCD496D2E5}">
      <dgm:prSet/>
      <dgm:spPr/>
      <dgm:t>
        <a:bodyPr/>
        <a:lstStyle/>
        <a:p>
          <a:endParaRPr lang="en-US"/>
        </a:p>
      </dgm:t>
    </dgm:pt>
    <dgm:pt modelId="{50D7A865-15B3-4AED-8ED9-DDA42A571044}">
      <dgm:prSet phldrT="[Text]" custT="1"/>
      <dgm:spPr/>
      <dgm:t>
        <a:bodyPr/>
        <a:lstStyle/>
        <a:p>
          <a:r>
            <a:rPr lang="en-US" sz="1200"/>
            <a:t>From the Action dropdown, select Remove</a:t>
          </a:r>
        </a:p>
      </dgm:t>
    </dgm:pt>
    <dgm:pt modelId="{0A5003EB-CD06-4682-A707-B57C07D588D9}" type="parTrans" cxnId="{C708EADA-92D0-41E2-AC84-71FBD885A8E5}">
      <dgm:prSet/>
      <dgm:spPr/>
      <dgm:t>
        <a:bodyPr/>
        <a:lstStyle/>
        <a:p>
          <a:endParaRPr lang="en-US"/>
        </a:p>
      </dgm:t>
    </dgm:pt>
    <dgm:pt modelId="{76FCBC67-C863-4B7F-9897-BF923CCA32F0}" type="sibTrans" cxnId="{C708EADA-92D0-41E2-AC84-71FBD885A8E5}">
      <dgm:prSet/>
      <dgm:spPr/>
      <dgm:t>
        <a:bodyPr/>
        <a:lstStyle/>
        <a:p>
          <a:endParaRPr lang="en-US"/>
        </a:p>
      </dgm:t>
    </dgm:pt>
    <dgm:pt modelId="{3FE1BE65-FF7E-4595-AE5A-743D7DDFC1FD}">
      <dgm:prSet phldrT="[Text]" custT="1"/>
      <dgm:spPr/>
      <dgm:t>
        <a:bodyPr/>
        <a:lstStyle/>
        <a:p>
          <a:r>
            <a:rPr lang="en-US" sz="1200"/>
            <a:t>Select the correct reason for removing the account</a:t>
          </a:r>
        </a:p>
      </dgm:t>
    </dgm:pt>
    <dgm:pt modelId="{0B033A44-694B-47A4-90B6-3B7D81FCC68E}" type="parTrans" cxnId="{FF912FE1-3C1B-48EC-A39D-CC061B04B232}">
      <dgm:prSet/>
      <dgm:spPr/>
      <dgm:t>
        <a:bodyPr/>
        <a:lstStyle/>
        <a:p>
          <a:endParaRPr lang="en-US"/>
        </a:p>
      </dgm:t>
    </dgm:pt>
    <dgm:pt modelId="{3A83288C-9EA2-4B7C-8C36-D50390B6D17C}" type="sibTrans" cxnId="{FF912FE1-3C1B-48EC-A39D-CC061B04B232}">
      <dgm:prSet/>
      <dgm:spPr/>
      <dgm:t>
        <a:bodyPr/>
        <a:lstStyle/>
        <a:p>
          <a:endParaRPr lang="en-US"/>
        </a:p>
      </dgm:t>
    </dgm:pt>
    <dgm:pt modelId="{B911F1C7-5448-46A5-90F6-078A421C9FB4}">
      <dgm:prSet phldrT="[Text]" custT="1"/>
      <dgm:spPr/>
      <dgm:t>
        <a:bodyPr/>
        <a:lstStyle/>
        <a:p>
          <a:r>
            <a:rPr lang="en-US" sz="1200"/>
            <a:t>Repeat prior 3 steps for each account being removed</a:t>
          </a:r>
        </a:p>
      </dgm:t>
    </dgm:pt>
    <dgm:pt modelId="{8FA7FAAA-6889-430A-8819-7C99308E0B49}" type="parTrans" cxnId="{D5D9E402-D640-4557-B1C9-B12DE4CAA764}">
      <dgm:prSet/>
      <dgm:spPr/>
      <dgm:t>
        <a:bodyPr/>
        <a:lstStyle/>
        <a:p>
          <a:endParaRPr lang="en-US"/>
        </a:p>
      </dgm:t>
    </dgm:pt>
    <dgm:pt modelId="{0ED73E48-5763-4E02-994D-04B49D9B17F2}" type="sibTrans" cxnId="{D5D9E402-D640-4557-B1C9-B12DE4CAA764}">
      <dgm:prSet/>
      <dgm:spPr/>
      <dgm:t>
        <a:bodyPr/>
        <a:lstStyle/>
        <a:p>
          <a:endParaRPr lang="en-US"/>
        </a:p>
      </dgm:t>
    </dgm:pt>
    <dgm:pt modelId="{3D041CAB-71B1-431C-A080-4067199FB329}">
      <dgm:prSet phldrT="[Text]" custT="1"/>
      <dgm:spPr/>
      <dgm:t>
        <a:bodyPr/>
        <a:lstStyle/>
        <a:p>
          <a:r>
            <a:rPr lang="en-US" sz="1200"/>
            <a:t>Locate the account the client wishes to re-add</a:t>
          </a:r>
        </a:p>
      </dgm:t>
    </dgm:pt>
    <dgm:pt modelId="{8351C0D2-B2CE-44A0-878D-A3845AB61605}" type="parTrans" cxnId="{1AAE76C5-E349-4C0C-BF14-5153D1EF8EA5}">
      <dgm:prSet/>
      <dgm:spPr/>
      <dgm:t>
        <a:bodyPr/>
        <a:lstStyle/>
        <a:p>
          <a:endParaRPr lang="en-US"/>
        </a:p>
      </dgm:t>
    </dgm:pt>
    <dgm:pt modelId="{34A7293A-2934-4C73-B84B-EE487DBFF3B4}" type="sibTrans" cxnId="{1AAE76C5-E349-4C0C-BF14-5153D1EF8EA5}">
      <dgm:prSet/>
      <dgm:spPr/>
      <dgm:t>
        <a:bodyPr/>
        <a:lstStyle/>
        <a:p>
          <a:endParaRPr lang="en-US"/>
        </a:p>
      </dgm:t>
    </dgm:pt>
    <dgm:pt modelId="{904BF17B-E11C-4E1D-8B01-0E92BDCC3E7D}">
      <dgm:prSet phldrT="[Text]" custT="1"/>
      <dgm:spPr/>
      <dgm:t>
        <a:bodyPr/>
        <a:lstStyle/>
        <a:p>
          <a:r>
            <a:rPr lang="en-US" sz="1200"/>
            <a:t>From the Action dropdown, select Re-Add</a:t>
          </a:r>
        </a:p>
      </dgm:t>
    </dgm:pt>
    <dgm:pt modelId="{94C65D5B-AF57-4936-9D14-2291D3D30E51}" type="parTrans" cxnId="{FE77838F-6611-45EF-A88B-B0519002AF96}">
      <dgm:prSet/>
      <dgm:spPr/>
      <dgm:t>
        <a:bodyPr/>
        <a:lstStyle/>
        <a:p>
          <a:endParaRPr lang="en-US"/>
        </a:p>
      </dgm:t>
    </dgm:pt>
    <dgm:pt modelId="{135E4824-C9A9-49BC-B6ED-CB0FCD088280}" type="sibTrans" cxnId="{FE77838F-6611-45EF-A88B-B0519002AF96}">
      <dgm:prSet/>
      <dgm:spPr/>
      <dgm:t>
        <a:bodyPr/>
        <a:lstStyle/>
        <a:p>
          <a:endParaRPr lang="en-US"/>
        </a:p>
      </dgm:t>
    </dgm:pt>
    <dgm:pt modelId="{34DE924E-9506-4782-955F-060A69019BBF}">
      <dgm:prSet phldrT="[Text]" custT="1"/>
      <dgm:spPr/>
      <dgm:t>
        <a:bodyPr/>
        <a:lstStyle/>
        <a:p>
          <a:r>
            <a:rPr lang="en-US" sz="1200"/>
            <a:t>Input the updated balance in the current Balance field</a:t>
          </a:r>
        </a:p>
      </dgm:t>
    </dgm:pt>
    <dgm:pt modelId="{7205BB95-3881-436D-B668-4F09F9F3EA00}" type="parTrans" cxnId="{96710E4B-70E4-42AD-85BC-2AA96E9D4816}">
      <dgm:prSet/>
      <dgm:spPr/>
      <dgm:t>
        <a:bodyPr/>
        <a:lstStyle/>
        <a:p>
          <a:endParaRPr lang="en-US"/>
        </a:p>
      </dgm:t>
    </dgm:pt>
    <dgm:pt modelId="{FD53CDC3-BD5C-44AC-AB67-5E86F91A86F3}" type="sibTrans" cxnId="{96710E4B-70E4-42AD-85BC-2AA96E9D4816}">
      <dgm:prSet/>
      <dgm:spPr/>
      <dgm:t>
        <a:bodyPr/>
        <a:lstStyle/>
        <a:p>
          <a:endParaRPr lang="en-US"/>
        </a:p>
      </dgm:t>
    </dgm:pt>
    <dgm:pt modelId="{06F951A2-102B-4CD2-A228-0F1DEF5D6236}">
      <dgm:prSet phldrT="[Text]" custT="1"/>
      <dgm:spPr/>
      <dgm:t>
        <a:bodyPr/>
        <a:lstStyle/>
        <a:p>
          <a:r>
            <a:rPr lang="en-US" sz="1200"/>
            <a:t>Repeat prior 2 steps for each account being removed</a:t>
          </a:r>
        </a:p>
      </dgm:t>
    </dgm:pt>
    <dgm:pt modelId="{4C74EEF2-3997-4082-A703-6B6BF2C26DDD}" type="parTrans" cxnId="{BCC3B903-E624-47C5-946E-BB1354A64E82}">
      <dgm:prSet/>
      <dgm:spPr/>
      <dgm:t>
        <a:bodyPr/>
        <a:lstStyle/>
        <a:p>
          <a:endParaRPr lang="en-US"/>
        </a:p>
      </dgm:t>
    </dgm:pt>
    <dgm:pt modelId="{B4A4EFF1-4275-4A00-A9D2-1E754E80CF0F}" type="sibTrans" cxnId="{BCC3B903-E624-47C5-946E-BB1354A64E82}">
      <dgm:prSet/>
      <dgm:spPr/>
      <dgm:t>
        <a:bodyPr/>
        <a:lstStyle/>
        <a:p>
          <a:endParaRPr lang="en-US"/>
        </a:p>
      </dgm:t>
    </dgm:pt>
    <dgm:pt modelId="{F5E2FEC7-6D67-454E-AF93-424DAF7C6932}">
      <dgm:prSet phldrT="[Text]" custT="1"/>
      <dgm:spPr/>
      <dgm:t>
        <a:bodyPr/>
        <a:lstStyle/>
        <a:p>
          <a:r>
            <a:rPr lang="en-US" sz="1200"/>
            <a:t>Input the account number for each account in the account number fields</a:t>
          </a:r>
        </a:p>
      </dgm:t>
    </dgm:pt>
    <dgm:pt modelId="{E4DD05A2-58EF-485D-8498-C46B1EDA7631}" type="sibTrans" cxnId="{CE9BEF66-58CF-44EF-8775-05836AF46654}">
      <dgm:prSet/>
      <dgm:spPr/>
      <dgm:t>
        <a:bodyPr/>
        <a:lstStyle/>
        <a:p>
          <a:endParaRPr lang="en-US"/>
        </a:p>
      </dgm:t>
    </dgm:pt>
    <dgm:pt modelId="{624D456E-913B-4629-B33F-FC66A89EDE76}" type="parTrans" cxnId="{CE9BEF66-58CF-44EF-8775-05836AF46654}">
      <dgm:prSet/>
      <dgm:spPr/>
      <dgm:t>
        <a:bodyPr/>
        <a:lstStyle/>
        <a:p>
          <a:endParaRPr lang="en-US"/>
        </a:p>
      </dgm:t>
    </dgm:pt>
    <dgm:pt modelId="{B1A01F87-13BC-40D8-9414-A3868DD1935B}">
      <dgm:prSet custT="1"/>
      <dgm:spPr/>
      <dgm:t>
        <a:bodyPr/>
        <a:lstStyle/>
        <a:p>
          <a:r>
            <a:rPr lang="en-US" sz="1050"/>
            <a:t>If it was, move to Re-Add Account</a:t>
          </a:r>
        </a:p>
      </dgm:t>
    </dgm:pt>
    <dgm:pt modelId="{0B161AFC-8AFE-4C93-ACFC-095427E71976}" type="parTrans" cxnId="{C67D85FF-3772-48D3-804F-F7E7CEFCE1BA}">
      <dgm:prSet/>
      <dgm:spPr/>
      <dgm:t>
        <a:bodyPr/>
        <a:lstStyle/>
        <a:p>
          <a:endParaRPr lang="en-US"/>
        </a:p>
      </dgm:t>
    </dgm:pt>
    <dgm:pt modelId="{8A32C299-DE55-47EC-B011-FEF697A79B8A}" type="sibTrans" cxnId="{C67D85FF-3772-48D3-804F-F7E7CEFCE1BA}">
      <dgm:prSet/>
      <dgm:spPr/>
      <dgm:t>
        <a:bodyPr/>
        <a:lstStyle/>
        <a:p>
          <a:endParaRPr lang="en-US"/>
        </a:p>
      </dgm:t>
    </dgm:pt>
    <dgm:pt modelId="{EA54EC36-AD9D-447B-95A0-582EF322B9BB}">
      <dgm:prSet phldrT="[Text]" custT="1"/>
      <dgm:spPr/>
      <dgm:t>
        <a:bodyPr/>
        <a:lstStyle/>
        <a:p>
          <a:r>
            <a:rPr lang="en-US" sz="1050"/>
            <a:t>Repeat prior 3 steps for each creditor being added</a:t>
          </a:r>
        </a:p>
      </dgm:t>
    </dgm:pt>
    <dgm:pt modelId="{45A4A5F9-4388-4077-BE6B-1F8B12FC2574}" type="parTrans" cxnId="{928039DB-EC4A-4556-91B5-287C4E9ACA80}">
      <dgm:prSet/>
      <dgm:spPr/>
      <dgm:t>
        <a:bodyPr/>
        <a:lstStyle/>
        <a:p>
          <a:endParaRPr lang="en-US"/>
        </a:p>
      </dgm:t>
    </dgm:pt>
    <dgm:pt modelId="{C5BC8F6B-684C-405D-A404-BC75AB1ADF21}" type="sibTrans" cxnId="{928039DB-EC4A-4556-91B5-287C4E9ACA80}">
      <dgm:prSet/>
      <dgm:spPr/>
      <dgm:t>
        <a:bodyPr/>
        <a:lstStyle/>
        <a:p>
          <a:endParaRPr lang="en-US"/>
        </a:p>
      </dgm:t>
    </dgm:pt>
    <dgm:pt modelId="{EC7CC3D0-AF51-456E-B192-3E45F5139163}">
      <dgm:prSet phldrT="[Text]" custT="1"/>
      <dgm:spPr/>
      <dgm:t>
        <a:bodyPr/>
        <a:lstStyle/>
        <a:p>
          <a:r>
            <a:rPr lang="en-US" sz="1000"/>
            <a:t>If there is a reference number, include in the Reference # Field</a:t>
          </a:r>
        </a:p>
      </dgm:t>
    </dgm:pt>
    <dgm:pt modelId="{28C2D0CC-5F77-4C8D-9A29-8C5B4A64F760}" type="parTrans" cxnId="{2E684D42-3BB3-42EA-B849-F40B4C0D83FC}">
      <dgm:prSet/>
      <dgm:spPr/>
      <dgm:t>
        <a:bodyPr/>
        <a:lstStyle/>
        <a:p>
          <a:endParaRPr lang="en-US"/>
        </a:p>
      </dgm:t>
    </dgm:pt>
    <dgm:pt modelId="{FAEE3733-1F46-4568-9E02-8224DE3D1E3F}" type="sibTrans" cxnId="{2E684D42-3BB3-42EA-B849-F40B4C0D83FC}">
      <dgm:prSet/>
      <dgm:spPr/>
      <dgm:t>
        <a:bodyPr/>
        <a:lstStyle/>
        <a:p>
          <a:endParaRPr lang="en-US"/>
        </a:p>
      </dgm:t>
    </dgm:pt>
    <dgm:pt modelId="{CE646F60-110B-4985-A93D-327991F2016E}">
      <dgm:prSet phldrT="[Text]" custT="1"/>
      <dgm:spPr/>
      <dgm:t>
        <a:bodyPr/>
        <a:lstStyle/>
        <a:p>
          <a:r>
            <a:rPr lang="en-US" sz="1050"/>
            <a:t>If the account has been removed for 3+ months, obtain a current statement</a:t>
          </a:r>
        </a:p>
      </dgm:t>
    </dgm:pt>
    <dgm:pt modelId="{3082B95D-4730-4244-971D-9A87A42E22DB}" type="parTrans" cxnId="{5DD46DF1-0CC1-483C-A094-B95FD3EE21B4}">
      <dgm:prSet/>
      <dgm:spPr/>
      <dgm:t>
        <a:bodyPr/>
        <a:lstStyle/>
        <a:p>
          <a:endParaRPr lang="en-US"/>
        </a:p>
      </dgm:t>
    </dgm:pt>
    <dgm:pt modelId="{FF4E1484-1E67-471B-9905-B654EBE7AD07}" type="sibTrans" cxnId="{5DD46DF1-0CC1-483C-A094-B95FD3EE21B4}">
      <dgm:prSet/>
      <dgm:spPr/>
      <dgm:t>
        <a:bodyPr/>
        <a:lstStyle/>
        <a:p>
          <a:endParaRPr lang="en-US"/>
        </a:p>
      </dgm:t>
    </dgm:pt>
    <dgm:pt modelId="{B96DA2ED-9B02-4674-A3BB-7FD71D49D1BF}">
      <dgm:prSet phldrT="[Text]" custT="1"/>
      <dgm:spPr/>
      <dgm:t>
        <a:bodyPr/>
        <a:lstStyle/>
        <a:p>
          <a:r>
            <a:rPr lang="en-US" sz="1600"/>
            <a:t>Change Account Balance</a:t>
          </a:r>
        </a:p>
      </dgm:t>
    </dgm:pt>
    <dgm:pt modelId="{11DA4988-5BA3-4ECF-BC60-9F6CB1A9A40D}" type="parTrans" cxnId="{C14FCCE5-5B39-4920-BD3C-B0D1460D4C20}">
      <dgm:prSet/>
      <dgm:spPr/>
      <dgm:t>
        <a:bodyPr/>
        <a:lstStyle/>
        <a:p>
          <a:endParaRPr lang="en-US"/>
        </a:p>
      </dgm:t>
    </dgm:pt>
    <dgm:pt modelId="{D8BFFB76-C777-4455-A765-E45A3B9618D7}" type="sibTrans" cxnId="{C14FCCE5-5B39-4920-BD3C-B0D1460D4C20}">
      <dgm:prSet/>
      <dgm:spPr/>
      <dgm:t>
        <a:bodyPr/>
        <a:lstStyle/>
        <a:p>
          <a:endParaRPr lang="en-US"/>
        </a:p>
      </dgm:t>
    </dgm:pt>
    <dgm:pt modelId="{70E0C4F3-140A-46FC-84C6-2215FCC0EA1E}">
      <dgm:prSet phldrT="[Text]" custT="1"/>
      <dgm:spPr/>
      <dgm:t>
        <a:bodyPr/>
        <a:lstStyle/>
        <a:p>
          <a:r>
            <a:rPr lang="en-US" sz="1200"/>
            <a:t>Locate the account requiring significant balance changes</a:t>
          </a:r>
        </a:p>
      </dgm:t>
    </dgm:pt>
    <dgm:pt modelId="{325E410A-6B59-4E5D-AC30-9CCAF698890F}" type="parTrans" cxnId="{7821546A-62E8-4BE2-82AD-94449F189E49}">
      <dgm:prSet/>
      <dgm:spPr/>
      <dgm:t>
        <a:bodyPr/>
        <a:lstStyle/>
        <a:p>
          <a:endParaRPr lang="en-US"/>
        </a:p>
      </dgm:t>
    </dgm:pt>
    <dgm:pt modelId="{E0D09C6D-B8BF-434F-BB3F-AD28F5F5914A}" type="sibTrans" cxnId="{7821546A-62E8-4BE2-82AD-94449F189E49}">
      <dgm:prSet/>
      <dgm:spPr/>
      <dgm:t>
        <a:bodyPr/>
        <a:lstStyle/>
        <a:p>
          <a:endParaRPr lang="en-US"/>
        </a:p>
      </dgm:t>
    </dgm:pt>
    <dgm:pt modelId="{CF011030-127E-468B-B325-5659955590E9}">
      <dgm:prSet phldrT="[Text]" custT="1"/>
      <dgm:spPr/>
      <dgm:t>
        <a:bodyPr/>
        <a:lstStyle/>
        <a:p>
          <a:r>
            <a:rPr lang="en-US" sz="1200"/>
            <a:t>From the Action dropdown, select Change Balance</a:t>
          </a:r>
        </a:p>
      </dgm:t>
    </dgm:pt>
    <dgm:pt modelId="{0C605796-1B16-4120-8C62-DDA7FB762923}" type="parTrans" cxnId="{120AA945-9C73-4319-9ADB-400D6E4CF8DE}">
      <dgm:prSet/>
      <dgm:spPr/>
      <dgm:t>
        <a:bodyPr/>
        <a:lstStyle/>
        <a:p>
          <a:endParaRPr lang="en-US"/>
        </a:p>
      </dgm:t>
    </dgm:pt>
    <dgm:pt modelId="{0F95222B-B87D-4FA5-9988-EE345CEB67C8}" type="sibTrans" cxnId="{120AA945-9C73-4319-9ADB-400D6E4CF8DE}">
      <dgm:prSet/>
      <dgm:spPr/>
      <dgm:t>
        <a:bodyPr/>
        <a:lstStyle/>
        <a:p>
          <a:endParaRPr lang="en-US"/>
        </a:p>
      </dgm:t>
    </dgm:pt>
    <dgm:pt modelId="{4F4D5896-A4AC-4522-B723-32A47C381AE5}">
      <dgm:prSet phldrT="[Text]" custT="1"/>
      <dgm:spPr/>
      <dgm:t>
        <a:bodyPr/>
        <a:lstStyle/>
        <a:p>
          <a:r>
            <a:rPr lang="en-US" sz="1200"/>
            <a:t>Input the updated balance in the current Balance Field</a:t>
          </a:r>
        </a:p>
      </dgm:t>
    </dgm:pt>
    <dgm:pt modelId="{D0575C91-25F2-43BB-B3DD-43FEA56D293B}" type="parTrans" cxnId="{A25582FE-E380-450F-BB7B-D0FB9B14EE5C}">
      <dgm:prSet/>
      <dgm:spPr/>
      <dgm:t>
        <a:bodyPr/>
        <a:lstStyle/>
        <a:p>
          <a:endParaRPr lang="en-US"/>
        </a:p>
      </dgm:t>
    </dgm:pt>
    <dgm:pt modelId="{59267C21-AB2D-4BE3-84C4-540EB797F5AB}" type="sibTrans" cxnId="{A25582FE-E380-450F-BB7B-D0FB9B14EE5C}">
      <dgm:prSet/>
      <dgm:spPr/>
      <dgm:t>
        <a:bodyPr/>
        <a:lstStyle/>
        <a:p>
          <a:endParaRPr lang="en-US"/>
        </a:p>
      </dgm:t>
    </dgm:pt>
    <dgm:pt modelId="{38C02D8C-B74E-4335-AB89-5786D70191A2}">
      <dgm:prSet phldrT="[Text]" custT="1"/>
      <dgm:spPr/>
      <dgm:t>
        <a:bodyPr/>
        <a:lstStyle/>
        <a:p>
          <a:r>
            <a:rPr lang="en-US" sz="1050"/>
            <a:t>If reducing balance significantly, obtain a current statement</a:t>
          </a:r>
        </a:p>
      </dgm:t>
    </dgm:pt>
    <dgm:pt modelId="{8924B052-1A59-4EC9-8D9A-3BCB7C9AD571}" type="parTrans" cxnId="{94F5BF76-887E-48E5-8A55-769DC4DA8096}">
      <dgm:prSet/>
      <dgm:spPr/>
      <dgm:t>
        <a:bodyPr/>
        <a:lstStyle/>
        <a:p>
          <a:endParaRPr lang="en-US"/>
        </a:p>
      </dgm:t>
    </dgm:pt>
    <dgm:pt modelId="{8AB707C2-2BDD-4F32-8630-53A36482466F}" type="sibTrans" cxnId="{94F5BF76-887E-48E5-8A55-769DC4DA8096}">
      <dgm:prSet/>
      <dgm:spPr/>
      <dgm:t>
        <a:bodyPr/>
        <a:lstStyle/>
        <a:p>
          <a:endParaRPr lang="en-US"/>
        </a:p>
      </dgm:t>
    </dgm:pt>
    <dgm:pt modelId="{6154F6BB-9D13-4767-ABF8-B0EF7EA875FF}">
      <dgm:prSet phldrT="[Text]" custT="1"/>
      <dgm:spPr/>
      <dgm:t>
        <a:bodyPr/>
        <a:lstStyle/>
        <a:p>
          <a:r>
            <a:rPr lang="en-US" sz="1200"/>
            <a:t>Repeat prior 3 steps for each account that needs a significant balance change</a:t>
          </a:r>
        </a:p>
      </dgm:t>
    </dgm:pt>
    <dgm:pt modelId="{4F195576-8A3C-4F55-A857-F9DE3F5A0E3D}" type="parTrans" cxnId="{173E7B85-0EDC-4FF4-A07A-DEA312079AA3}">
      <dgm:prSet/>
      <dgm:spPr/>
      <dgm:t>
        <a:bodyPr/>
        <a:lstStyle/>
        <a:p>
          <a:endParaRPr lang="en-US"/>
        </a:p>
      </dgm:t>
    </dgm:pt>
    <dgm:pt modelId="{07CF05CE-E575-409B-BB24-EB738899133D}" type="sibTrans" cxnId="{173E7B85-0EDC-4FF4-A07A-DEA312079AA3}">
      <dgm:prSet/>
      <dgm:spPr/>
      <dgm:t>
        <a:bodyPr/>
        <a:lstStyle/>
        <a:p>
          <a:endParaRPr lang="en-US"/>
        </a:p>
      </dgm:t>
    </dgm:pt>
    <dgm:pt modelId="{2A82AE22-8C5F-4808-AE70-BF8D5C062A3E}" type="pres">
      <dgm:prSet presAssocID="{635EFF7C-9CFE-45B2-9B7F-5E51F4E6EBF4}" presName="diagram" presStyleCnt="0">
        <dgm:presLayoutVars>
          <dgm:chPref val="1"/>
          <dgm:dir/>
          <dgm:animOne val="branch"/>
          <dgm:animLvl val="lvl"/>
          <dgm:resizeHandles/>
        </dgm:presLayoutVars>
      </dgm:prSet>
      <dgm:spPr/>
    </dgm:pt>
    <dgm:pt modelId="{38CE945B-56BB-4128-A881-F104504BBFDC}" type="pres">
      <dgm:prSet presAssocID="{88277552-977B-4E3B-A44B-66F29634E3AD}" presName="root" presStyleCnt="0"/>
      <dgm:spPr/>
    </dgm:pt>
    <dgm:pt modelId="{8BDF92E7-4ED7-4D85-98F4-7D61312F89B0}" type="pres">
      <dgm:prSet presAssocID="{88277552-977B-4E3B-A44B-66F29634E3AD}" presName="rootComposite" presStyleCnt="0"/>
      <dgm:spPr/>
    </dgm:pt>
    <dgm:pt modelId="{3EF96261-0234-4ADC-9F19-109452135264}" type="pres">
      <dgm:prSet presAssocID="{88277552-977B-4E3B-A44B-66F29634E3AD}" presName="rootText" presStyleLbl="node1" presStyleIdx="0" presStyleCnt="4" custScaleX="252293"/>
      <dgm:spPr/>
    </dgm:pt>
    <dgm:pt modelId="{D88866F8-0189-4522-8BAD-0760EBAACA3E}" type="pres">
      <dgm:prSet presAssocID="{88277552-977B-4E3B-A44B-66F29634E3AD}" presName="rootConnector" presStyleLbl="node1" presStyleIdx="0" presStyleCnt="4"/>
      <dgm:spPr/>
    </dgm:pt>
    <dgm:pt modelId="{AF24D716-F37C-47A7-A6A5-815E57FEB1C1}" type="pres">
      <dgm:prSet presAssocID="{88277552-977B-4E3B-A44B-66F29634E3AD}" presName="childShape" presStyleCnt="0"/>
      <dgm:spPr/>
    </dgm:pt>
    <dgm:pt modelId="{D7C5878D-D870-4474-A302-3324EAAF8DEF}" type="pres">
      <dgm:prSet presAssocID="{38FCD5DE-1790-49BB-8C60-56E80CB94A95}" presName="Name13" presStyleLbl="parChTrans1D2" presStyleIdx="0" presStyleCnt="17"/>
      <dgm:spPr/>
    </dgm:pt>
    <dgm:pt modelId="{CC72D4CB-41FE-437C-A33B-18B2BBE19605}" type="pres">
      <dgm:prSet presAssocID="{6CCD4A9F-E0BF-4EC2-A30D-A201336DBE19}" presName="childText" presStyleLbl="bgAcc1" presStyleIdx="0" presStyleCnt="17" custScaleX="277585" custScaleY="240245">
        <dgm:presLayoutVars>
          <dgm:bulletEnabled val="1"/>
        </dgm:presLayoutVars>
      </dgm:prSet>
      <dgm:spPr/>
    </dgm:pt>
    <dgm:pt modelId="{BA732088-16E0-493F-BACD-50B695ED2E3A}" type="pres">
      <dgm:prSet presAssocID="{5777CFCE-1787-4FE7-B886-0B4AB0746521}" presName="Name13" presStyleLbl="parChTrans1D2" presStyleIdx="1" presStyleCnt="17"/>
      <dgm:spPr/>
    </dgm:pt>
    <dgm:pt modelId="{D42644D1-C619-4888-BFF4-67F40360E1BD}" type="pres">
      <dgm:prSet presAssocID="{2E63EFBF-A150-4637-9630-4D62920CD275}" presName="childText" presStyleLbl="bgAcc1" presStyleIdx="1" presStyleCnt="17" custScaleX="277585" custScaleY="240245">
        <dgm:presLayoutVars>
          <dgm:bulletEnabled val="1"/>
        </dgm:presLayoutVars>
      </dgm:prSet>
      <dgm:spPr/>
    </dgm:pt>
    <dgm:pt modelId="{6725FBFE-D608-44B5-81A2-70D73334F82D}" type="pres">
      <dgm:prSet presAssocID="{10803ABC-AD62-469A-8A99-27BD2D8B4772}" presName="Name13" presStyleLbl="parChTrans1D2" presStyleIdx="2" presStyleCnt="17"/>
      <dgm:spPr/>
    </dgm:pt>
    <dgm:pt modelId="{6126EBF0-A047-46F9-8C81-41027875D631}" type="pres">
      <dgm:prSet presAssocID="{22B1D2C1-745F-498D-A9EE-375B8EA8F5D0}" presName="childText" presStyleLbl="bgAcc1" presStyleIdx="2" presStyleCnt="17" custScaleX="277585" custScaleY="240245">
        <dgm:presLayoutVars>
          <dgm:bulletEnabled val="1"/>
        </dgm:presLayoutVars>
      </dgm:prSet>
      <dgm:spPr/>
    </dgm:pt>
    <dgm:pt modelId="{148FA83B-F309-4EFE-A1A1-4C0D49E5E627}" type="pres">
      <dgm:prSet presAssocID="{322114D8-C46B-4ED6-8141-F45D8D957704}" presName="Name13" presStyleLbl="parChTrans1D2" presStyleIdx="3" presStyleCnt="17"/>
      <dgm:spPr/>
    </dgm:pt>
    <dgm:pt modelId="{A2710AB1-15C2-4843-B44A-4B339FEDE46F}" type="pres">
      <dgm:prSet presAssocID="{8B86BA4F-0BE1-4F0C-9223-03B3EC11131E}" presName="childText" presStyleLbl="bgAcc1" presStyleIdx="3" presStyleCnt="17" custScaleX="277585" custScaleY="240245">
        <dgm:presLayoutVars>
          <dgm:bulletEnabled val="1"/>
        </dgm:presLayoutVars>
      </dgm:prSet>
      <dgm:spPr/>
    </dgm:pt>
    <dgm:pt modelId="{27114EF7-1A0C-4C3A-B3DA-30B87BAA0F74}" type="pres">
      <dgm:prSet presAssocID="{624D456E-913B-4629-B33F-FC66A89EDE76}" presName="Name13" presStyleLbl="parChTrans1D2" presStyleIdx="4" presStyleCnt="17"/>
      <dgm:spPr/>
    </dgm:pt>
    <dgm:pt modelId="{FCEAAEFE-1B1E-49D5-AC70-915495525F26}" type="pres">
      <dgm:prSet presAssocID="{F5E2FEC7-6D67-454E-AF93-424DAF7C6932}" presName="childText" presStyleLbl="bgAcc1" presStyleIdx="4" presStyleCnt="17" custScaleX="277585" custScaleY="240245">
        <dgm:presLayoutVars>
          <dgm:bulletEnabled val="1"/>
        </dgm:presLayoutVars>
      </dgm:prSet>
      <dgm:spPr/>
    </dgm:pt>
    <dgm:pt modelId="{43D9BBE5-503C-4513-848B-E6FEAA14C45A}" type="pres">
      <dgm:prSet presAssocID="{832600B1-9EB4-45B5-AAC3-26B7F92F8790}" presName="root" presStyleCnt="0"/>
      <dgm:spPr/>
    </dgm:pt>
    <dgm:pt modelId="{C74BC835-B822-4094-AF20-4968C55A52E8}" type="pres">
      <dgm:prSet presAssocID="{832600B1-9EB4-45B5-AAC3-26B7F92F8790}" presName="rootComposite" presStyleCnt="0"/>
      <dgm:spPr/>
    </dgm:pt>
    <dgm:pt modelId="{190E86C9-5651-4235-8F33-19DEA4EBFD23}" type="pres">
      <dgm:prSet presAssocID="{832600B1-9EB4-45B5-AAC3-26B7F92F8790}" presName="rootText" presStyleLbl="node1" presStyleIdx="1" presStyleCnt="4" custScaleX="252293"/>
      <dgm:spPr/>
    </dgm:pt>
    <dgm:pt modelId="{08EB98A9-7F6E-45F8-9E2F-6B900ACF1DF2}" type="pres">
      <dgm:prSet presAssocID="{832600B1-9EB4-45B5-AAC3-26B7F92F8790}" presName="rootConnector" presStyleLbl="node1" presStyleIdx="1" presStyleCnt="4"/>
      <dgm:spPr/>
    </dgm:pt>
    <dgm:pt modelId="{0F21968A-7DCD-4B4E-9FF9-3F846878D108}" type="pres">
      <dgm:prSet presAssocID="{832600B1-9EB4-45B5-AAC3-26B7F92F8790}" presName="childShape" presStyleCnt="0"/>
      <dgm:spPr/>
    </dgm:pt>
    <dgm:pt modelId="{4CCABE66-B71E-4387-9D19-77E99CA92EC3}" type="pres">
      <dgm:prSet presAssocID="{422CF127-E71E-45FC-9291-804CE9056729}" presName="Name13" presStyleLbl="parChTrans1D2" presStyleIdx="5" presStyleCnt="17"/>
      <dgm:spPr/>
    </dgm:pt>
    <dgm:pt modelId="{378942C8-C765-4EAF-804E-01490B91679D}" type="pres">
      <dgm:prSet presAssocID="{9D2F82EF-8B84-47C0-8EB1-A7CEB947589A}" presName="childText" presStyleLbl="bgAcc1" presStyleIdx="5" presStyleCnt="17" custScaleX="277585" custScaleY="240245">
        <dgm:presLayoutVars>
          <dgm:bulletEnabled val="1"/>
        </dgm:presLayoutVars>
      </dgm:prSet>
      <dgm:spPr/>
    </dgm:pt>
    <dgm:pt modelId="{1ADB1A84-1C31-427F-BB6A-2BB0F82692CC}" type="pres">
      <dgm:prSet presAssocID="{0A5003EB-CD06-4682-A707-B57C07D588D9}" presName="Name13" presStyleLbl="parChTrans1D2" presStyleIdx="6" presStyleCnt="17"/>
      <dgm:spPr/>
    </dgm:pt>
    <dgm:pt modelId="{3B6F3082-C710-4027-8BF9-F1A7FF62E747}" type="pres">
      <dgm:prSet presAssocID="{50D7A865-15B3-4AED-8ED9-DDA42A571044}" presName="childText" presStyleLbl="bgAcc1" presStyleIdx="6" presStyleCnt="17" custScaleX="277585" custScaleY="240245">
        <dgm:presLayoutVars>
          <dgm:bulletEnabled val="1"/>
        </dgm:presLayoutVars>
      </dgm:prSet>
      <dgm:spPr/>
    </dgm:pt>
    <dgm:pt modelId="{0BD1A22C-8558-430B-A8FE-E1EFFF592BAE}" type="pres">
      <dgm:prSet presAssocID="{0B033A44-694B-47A4-90B6-3B7D81FCC68E}" presName="Name13" presStyleLbl="parChTrans1D2" presStyleIdx="7" presStyleCnt="17"/>
      <dgm:spPr/>
    </dgm:pt>
    <dgm:pt modelId="{8CC72508-C613-4021-B36E-C7E239B9846B}" type="pres">
      <dgm:prSet presAssocID="{3FE1BE65-FF7E-4595-AE5A-743D7DDFC1FD}" presName="childText" presStyleLbl="bgAcc1" presStyleIdx="7" presStyleCnt="17" custScaleX="277585" custScaleY="240245">
        <dgm:presLayoutVars>
          <dgm:bulletEnabled val="1"/>
        </dgm:presLayoutVars>
      </dgm:prSet>
      <dgm:spPr/>
    </dgm:pt>
    <dgm:pt modelId="{C1B51AF4-CF50-4F37-AB94-BA732F737794}" type="pres">
      <dgm:prSet presAssocID="{8FA7FAAA-6889-430A-8819-7C99308E0B49}" presName="Name13" presStyleLbl="parChTrans1D2" presStyleIdx="8" presStyleCnt="17"/>
      <dgm:spPr/>
    </dgm:pt>
    <dgm:pt modelId="{EBED2581-4497-4E80-A989-881051C814EC}" type="pres">
      <dgm:prSet presAssocID="{B911F1C7-5448-46A5-90F6-078A421C9FB4}" presName="childText" presStyleLbl="bgAcc1" presStyleIdx="8" presStyleCnt="17" custScaleX="277585" custScaleY="240245">
        <dgm:presLayoutVars>
          <dgm:bulletEnabled val="1"/>
        </dgm:presLayoutVars>
      </dgm:prSet>
      <dgm:spPr/>
    </dgm:pt>
    <dgm:pt modelId="{B90E4EC3-4C82-4B7B-AF84-EDB56B7142C3}" type="pres">
      <dgm:prSet presAssocID="{FEB4C55B-7620-41ED-9D23-CFD2B2326E34}" presName="root" presStyleCnt="0"/>
      <dgm:spPr/>
    </dgm:pt>
    <dgm:pt modelId="{F7CDB6C4-4E28-4BB5-A5E4-090CFF18048A}" type="pres">
      <dgm:prSet presAssocID="{FEB4C55B-7620-41ED-9D23-CFD2B2326E34}" presName="rootComposite" presStyleCnt="0"/>
      <dgm:spPr/>
    </dgm:pt>
    <dgm:pt modelId="{0E07F132-F1EF-4BEF-B59D-4FFA183CC401}" type="pres">
      <dgm:prSet presAssocID="{FEB4C55B-7620-41ED-9D23-CFD2B2326E34}" presName="rootText" presStyleLbl="node1" presStyleIdx="2" presStyleCnt="4" custScaleX="252293"/>
      <dgm:spPr/>
    </dgm:pt>
    <dgm:pt modelId="{7B743972-EA87-4765-BA7B-79F02C2A71A1}" type="pres">
      <dgm:prSet presAssocID="{FEB4C55B-7620-41ED-9D23-CFD2B2326E34}" presName="rootConnector" presStyleLbl="node1" presStyleIdx="2" presStyleCnt="4"/>
      <dgm:spPr/>
    </dgm:pt>
    <dgm:pt modelId="{CB5BDC88-2BBA-461F-B56F-4FF0DFD2A9D1}" type="pres">
      <dgm:prSet presAssocID="{FEB4C55B-7620-41ED-9D23-CFD2B2326E34}" presName="childShape" presStyleCnt="0"/>
      <dgm:spPr/>
    </dgm:pt>
    <dgm:pt modelId="{22F93E87-A671-4DF9-9AFB-0E44C4AC9C97}" type="pres">
      <dgm:prSet presAssocID="{8351C0D2-B2CE-44A0-878D-A3845AB61605}" presName="Name13" presStyleLbl="parChTrans1D2" presStyleIdx="9" presStyleCnt="17"/>
      <dgm:spPr/>
    </dgm:pt>
    <dgm:pt modelId="{96EA133D-872A-447D-A801-B91E47EC53FF}" type="pres">
      <dgm:prSet presAssocID="{3D041CAB-71B1-431C-A080-4067199FB329}" presName="childText" presStyleLbl="bgAcc1" presStyleIdx="9" presStyleCnt="17" custScaleX="277585" custScaleY="240245">
        <dgm:presLayoutVars>
          <dgm:bulletEnabled val="1"/>
        </dgm:presLayoutVars>
      </dgm:prSet>
      <dgm:spPr/>
    </dgm:pt>
    <dgm:pt modelId="{D9B6A996-4DA0-4769-BAF7-40D702B74394}" type="pres">
      <dgm:prSet presAssocID="{94C65D5B-AF57-4936-9D14-2291D3D30E51}" presName="Name13" presStyleLbl="parChTrans1D2" presStyleIdx="10" presStyleCnt="17"/>
      <dgm:spPr/>
    </dgm:pt>
    <dgm:pt modelId="{D566A441-5797-4EC4-9B3D-B3727E8B2BDB}" type="pres">
      <dgm:prSet presAssocID="{904BF17B-E11C-4E1D-8B01-0E92BDCC3E7D}" presName="childText" presStyleLbl="bgAcc1" presStyleIdx="10" presStyleCnt="17" custScaleX="277585" custScaleY="240245">
        <dgm:presLayoutVars>
          <dgm:bulletEnabled val="1"/>
        </dgm:presLayoutVars>
      </dgm:prSet>
      <dgm:spPr/>
    </dgm:pt>
    <dgm:pt modelId="{0D4EC046-6DF5-46C3-B07A-C5CEF1D6B756}" type="pres">
      <dgm:prSet presAssocID="{7205BB95-3881-436D-B668-4F09F9F3EA00}" presName="Name13" presStyleLbl="parChTrans1D2" presStyleIdx="11" presStyleCnt="17"/>
      <dgm:spPr/>
    </dgm:pt>
    <dgm:pt modelId="{1FD2F61A-65D4-4089-B616-12F20AFF482E}" type="pres">
      <dgm:prSet presAssocID="{34DE924E-9506-4782-955F-060A69019BBF}" presName="childText" presStyleLbl="bgAcc1" presStyleIdx="11" presStyleCnt="17" custScaleX="277585" custScaleY="240245">
        <dgm:presLayoutVars>
          <dgm:bulletEnabled val="1"/>
        </dgm:presLayoutVars>
      </dgm:prSet>
      <dgm:spPr/>
    </dgm:pt>
    <dgm:pt modelId="{B7C68C28-8C2C-4172-9AF4-CF55F3A111D6}" type="pres">
      <dgm:prSet presAssocID="{4C74EEF2-3997-4082-A703-6B6BF2C26DDD}" presName="Name13" presStyleLbl="parChTrans1D2" presStyleIdx="12" presStyleCnt="17"/>
      <dgm:spPr/>
    </dgm:pt>
    <dgm:pt modelId="{3F3DCEB9-A554-43B7-9C14-F6D8D32913E8}" type="pres">
      <dgm:prSet presAssocID="{06F951A2-102B-4CD2-A228-0F1DEF5D6236}" presName="childText" presStyleLbl="bgAcc1" presStyleIdx="12" presStyleCnt="17" custScaleX="277585" custScaleY="240245">
        <dgm:presLayoutVars>
          <dgm:bulletEnabled val="1"/>
        </dgm:presLayoutVars>
      </dgm:prSet>
      <dgm:spPr/>
    </dgm:pt>
    <dgm:pt modelId="{9054E7C1-C5D4-4F4F-9A4F-BC4EEE3A96BD}" type="pres">
      <dgm:prSet presAssocID="{B96DA2ED-9B02-4674-A3BB-7FD71D49D1BF}" presName="root" presStyleCnt="0"/>
      <dgm:spPr/>
    </dgm:pt>
    <dgm:pt modelId="{EA89C4D4-051C-44FE-95AB-E8C493AD3C2C}" type="pres">
      <dgm:prSet presAssocID="{B96DA2ED-9B02-4674-A3BB-7FD71D49D1BF}" presName="rootComposite" presStyleCnt="0"/>
      <dgm:spPr/>
    </dgm:pt>
    <dgm:pt modelId="{EF11E115-36E6-453D-9795-747A590CBBB4}" type="pres">
      <dgm:prSet presAssocID="{B96DA2ED-9B02-4674-A3BB-7FD71D49D1BF}" presName="rootText" presStyleLbl="node1" presStyleIdx="3" presStyleCnt="4" custScaleX="252293"/>
      <dgm:spPr/>
    </dgm:pt>
    <dgm:pt modelId="{221689BC-8B94-4B4F-AE92-E2F2CDF432A1}" type="pres">
      <dgm:prSet presAssocID="{B96DA2ED-9B02-4674-A3BB-7FD71D49D1BF}" presName="rootConnector" presStyleLbl="node1" presStyleIdx="3" presStyleCnt="4"/>
      <dgm:spPr/>
    </dgm:pt>
    <dgm:pt modelId="{802049EF-A95E-47A0-B1C7-7A2FF6BF9CD7}" type="pres">
      <dgm:prSet presAssocID="{B96DA2ED-9B02-4674-A3BB-7FD71D49D1BF}" presName="childShape" presStyleCnt="0"/>
      <dgm:spPr/>
    </dgm:pt>
    <dgm:pt modelId="{0F711590-ECF7-4032-990D-C409964C1F58}" type="pres">
      <dgm:prSet presAssocID="{325E410A-6B59-4E5D-AC30-9CCAF698890F}" presName="Name13" presStyleLbl="parChTrans1D2" presStyleIdx="13" presStyleCnt="17"/>
      <dgm:spPr/>
    </dgm:pt>
    <dgm:pt modelId="{B70CBEE9-31E7-4090-833A-05863941B795}" type="pres">
      <dgm:prSet presAssocID="{70E0C4F3-140A-46FC-84C6-2215FCC0EA1E}" presName="childText" presStyleLbl="bgAcc1" presStyleIdx="13" presStyleCnt="17" custScaleX="277585" custScaleY="240245">
        <dgm:presLayoutVars>
          <dgm:bulletEnabled val="1"/>
        </dgm:presLayoutVars>
      </dgm:prSet>
      <dgm:spPr/>
    </dgm:pt>
    <dgm:pt modelId="{4452540A-DC1F-46C2-B0E1-549FBF05A874}" type="pres">
      <dgm:prSet presAssocID="{0C605796-1B16-4120-8C62-DDA7FB762923}" presName="Name13" presStyleLbl="parChTrans1D2" presStyleIdx="14" presStyleCnt="17"/>
      <dgm:spPr/>
    </dgm:pt>
    <dgm:pt modelId="{6E21266E-716B-46CD-9188-DD01DB9FC3C0}" type="pres">
      <dgm:prSet presAssocID="{CF011030-127E-468B-B325-5659955590E9}" presName="childText" presStyleLbl="bgAcc1" presStyleIdx="14" presStyleCnt="17" custScaleX="277585" custScaleY="240245">
        <dgm:presLayoutVars>
          <dgm:bulletEnabled val="1"/>
        </dgm:presLayoutVars>
      </dgm:prSet>
      <dgm:spPr/>
    </dgm:pt>
    <dgm:pt modelId="{5FDBE220-6DA6-4B91-B86A-1DE967125125}" type="pres">
      <dgm:prSet presAssocID="{D0575C91-25F2-43BB-B3DD-43FEA56D293B}" presName="Name13" presStyleLbl="parChTrans1D2" presStyleIdx="15" presStyleCnt="17"/>
      <dgm:spPr/>
    </dgm:pt>
    <dgm:pt modelId="{C394DA70-A7A5-46F6-93A5-B66FDB87A59E}" type="pres">
      <dgm:prSet presAssocID="{4F4D5896-A4AC-4522-B723-32A47C381AE5}" presName="childText" presStyleLbl="bgAcc1" presStyleIdx="15" presStyleCnt="17" custScaleX="277585" custScaleY="240245">
        <dgm:presLayoutVars>
          <dgm:bulletEnabled val="1"/>
        </dgm:presLayoutVars>
      </dgm:prSet>
      <dgm:spPr/>
    </dgm:pt>
    <dgm:pt modelId="{2D66E475-FD53-42DE-9D7C-9E6F123D4A1C}" type="pres">
      <dgm:prSet presAssocID="{4F195576-8A3C-4F55-A857-F9DE3F5A0E3D}" presName="Name13" presStyleLbl="parChTrans1D2" presStyleIdx="16" presStyleCnt="17"/>
      <dgm:spPr/>
    </dgm:pt>
    <dgm:pt modelId="{ED9E4F21-725C-4DCD-9351-58238448DFB5}" type="pres">
      <dgm:prSet presAssocID="{6154F6BB-9D13-4767-ABF8-B0EF7EA875FF}" presName="childText" presStyleLbl="bgAcc1" presStyleIdx="16" presStyleCnt="17" custScaleX="277585" custScaleY="240245">
        <dgm:presLayoutVars>
          <dgm:bulletEnabled val="1"/>
        </dgm:presLayoutVars>
      </dgm:prSet>
      <dgm:spPr/>
    </dgm:pt>
  </dgm:ptLst>
  <dgm:cxnLst>
    <dgm:cxn modelId="{D5D9E402-D640-4557-B1C9-B12DE4CAA764}" srcId="{832600B1-9EB4-45B5-AAC3-26B7F92F8790}" destId="{B911F1C7-5448-46A5-90F6-078A421C9FB4}" srcOrd="3" destOrd="0" parTransId="{8FA7FAAA-6889-430A-8819-7C99308E0B49}" sibTransId="{0ED73E48-5763-4E02-994D-04B49D9B17F2}"/>
    <dgm:cxn modelId="{BCC3B903-E624-47C5-946E-BB1354A64E82}" srcId="{FEB4C55B-7620-41ED-9D23-CFD2B2326E34}" destId="{06F951A2-102B-4CD2-A228-0F1DEF5D6236}" srcOrd="3" destOrd="0" parTransId="{4C74EEF2-3997-4082-A703-6B6BF2C26DDD}" sibTransId="{B4A4EFF1-4275-4A00-A9D2-1E754E80CF0F}"/>
    <dgm:cxn modelId="{6DDF1B06-C39D-414E-938B-93F16ED16836}" type="presOf" srcId="{88277552-977B-4E3B-A44B-66F29634E3AD}" destId="{D88866F8-0189-4522-8BAD-0760EBAACA3E}" srcOrd="1" destOrd="0" presId="urn:microsoft.com/office/officeart/2005/8/layout/hierarchy3"/>
    <dgm:cxn modelId="{0EFF2907-9420-4AEB-86F3-3C768C87AE3A}" type="presOf" srcId="{B1A01F87-13BC-40D8-9414-A3868DD1935B}" destId="{CC72D4CB-41FE-437C-A33B-18B2BBE19605}" srcOrd="0" destOrd="1" presId="urn:microsoft.com/office/officeart/2005/8/layout/hierarchy3"/>
    <dgm:cxn modelId="{A221D308-45E3-4183-B48F-75BEAC1B2DE3}" type="presOf" srcId="{CE646F60-110B-4985-A93D-327991F2016E}" destId="{1FD2F61A-65D4-4089-B616-12F20AFF482E}" srcOrd="0" destOrd="1" presId="urn:microsoft.com/office/officeart/2005/8/layout/hierarchy3"/>
    <dgm:cxn modelId="{EF3A5C0D-03C9-4793-92D9-0C149E4AE37C}" type="presOf" srcId="{06F951A2-102B-4CD2-A228-0F1DEF5D6236}" destId="{3F3DCEB9-A554-43B7-9C14-F6D8D32913E8}" srcOrd="0" destOrd="0" presId="urn:microsoft.com/office/officeart/2005/8/layout/hierarchy3"/>
    <dgm:cxn modelId="{2B81DA18-7CFA-45E7-938D-A6973CE91A38}" type="presOf" srcId="{FEB4C55B-7620-41ED-9D23-CFD2B2326E34}" destId="{0E07F132-F1EF-4BEF-B59D-4FFA183CC401}" srcOrd="0" destOrd="0" presId="urn:microsoft.com/office/officeart/2005/8/layout/hierarchy3"/>
    <dgm:cxn modelId="{F5D78D1A-6661-422F-9D75-0DF68A76EF84}" type="presOf" srcId="{B911F1C7-5448-46A5-90F6-078A421C9FB4}" destId="{EBED2581-4497-4E80-A989-881051C814EC}" srcOrd="0" destOrd="0" presId="urn:microsoft.com/office/officeart/2005/8/layout/hierarchy3"/>
    <dgm:cxn modelId="{676A451E-B839-4356-92D1-87D449B6DB7F}" srcId="{88277552-977B-4E3B-A44B-66F29634E3AD}" destId="{22B1D2C1-745F-498D-A9EE-375B8EA8F5D0}" srcOrd="2" destOrd="0" parTransId="{10803ABC-AD62-469A-8A99-27BD2D8B4772}" sibTransId="{D07B20BF-31D5-4A40-A434-0DA556A97293}"/>
    <dgm:cxn modelId="{CA2CC61E-6102-47C5-AB53-689822727C70}" type="presOf" srcId="{0B033A44-694B-47A4-90B6-3B7D81FCC68E}" destId="{0BD1A22C-8558-430B-A8FE-E1EFFF592BAE}" srcOrd="0" destOrd="0" presId="urn:microsoft.com/office/officeart/2005/8/layout/hierarchy3"/>
    <dgm:cxn modelId="{B8FE4F28-3CDE-4437-A5BB-A2E4282B2D4C}" type="presOf" srcId="{6CCD4A9F-E0BF-4EC2-A30D-A201336DBE19}" destId="{CC72D4CB-41FE-437C-A33B-18B2BBE19605}" srcOrd="0" destOrd="0" presId="urn:microsoft.com/office/officeart/2005/8/layout/hierarchy3"/>
    <dgm:cxn modelId="{73ECC128-7345-43BA-9666-C60DBC237B54}" type="presOf" srcId="{8FA7FAAA-6889-430A-8819-7C99308E0B49}" destId="{C1B51AF4-CF50-4F37-AB94-BA732F737794}" srcOrd="0" destOrd="0" presId="urn:microsoft.com/office/officeart/2005/8/layout/hierarchy3"/>
    <dgm:cxn modelId="{2CEB473D-4588-4D24-838A-D6695C717039}" type="presOf" srcId="{88277552-977B-4E3B-A44B-66F29634E3AD}" destId="{3EF96261-0234-4ADC-9F19-109452135264}" srcOrd="0" destOrd="0" presId="urn:microsoft.com/office/officeart/2005/8/layout/hierarchy3"/>
    <dgm:cxn modelId="{D660D15F-5999-4D28-B86D-0CDEC0996B61}" type="presOf" srcId="{D0575C91-25F2-43BB-B3DD-43FEA56D293B}" destId="{5FDBE220-6DA6-4B91-B86A-1DE967125125}" srcOrd="0" destOrd="0" presId="urn:microsoft.com/office/officeart/2005/8/layout/hierarchy3"/>
    <dgm:cxn modelId="{2E684D42-3BB3-42EA-B849-F40B4C0D83FC}" srcId="{F5E2FEC7-6D67-454E-AF93-424DAF7C6932}" destId="{EC7CC3D0-AF51-456E-B192-3E45F5139163}" srcOrd="0" destOrd="0" parTransId="{28C2D0CC-5F77-4C8D-9A29-8C5B4A64F760}" sibTransId="{FAEE3733-1F46-4568-9E02-8224DE3D1E3F}"/>
    <dgm:cxn modelId="{120AA945-9C73-4319-9ADB-400D6E4CF8DE}" srcId="{B96DA2ED-9B02-4674-A3BB-7FD71D49D1BF}" destId="{CF011030-127E-468B-B325-5659955590E9}" srcOrd="1" destOrd="0" parTransId="{0C605796-1B16-4120-8C62-DDA7FB762923}" sibTransId="{0F95222B-B87D-4FA5-9988-EE345CEB67C8}"/>
    <dgm:cxn modelId="{CE9BEF66-58CF-44EF-8775-05836AF46654}" srcId="{88277552-977B-4E3B-A44B-66F29634E3AD}" destId="{F5E2FEC7-6D67-454E-AF93-424DAF7C6932}" srcOrd="4" destOrd="0" parTransId="{624D456E-913B-4629-B33F-FC66A89EDE76}" sibTransId="{E4DD05A2-58EF-485D-8498-C46B1EDA7631}"/>
    <dgm:cxn modelId="{7C1A9047-57F5-47CF-A09C-4AEA92D3CF43}" type="presOf" srcId="{904BF17B-E11C-4E1D-8B01-0E92BDCC3E7D}" destId="{D566A441-5797-4EC4-9B3D-B3727E8B2BDB}" srcOrd="0" destOrd="0" presId="urn:microsoft.com/office/officeart/2005/8/layout/hierarchy3"/>
    <dgm:cxn modelId="{BE055269-C151-4DDF-AAD2-7C1C56D3DFFE}" type="presOf" srcId="{635EFF7C-9CFE-45B2-9B7F-5E51F4E6EBF4}" destId="{2A82AE22-8C5F-4808-AE70-BF8D5C062A3E}" srcOrd="0" destOrd="0" presId="urn:microsoft.com/office/officeart/2005/8/layout/hierarchy3"/>
    <dgm:cxn modelId="{B5A1E849-63D6-496D-812C-09222546CD68}" type="presOf" srcId="{624D456E-913B-4629-B33F-FC66A89EDE76}" destId="{27114EF7-1A0C-4C3A-B3DA-30B87BAA0F74}" srcOrd="0" destOrd="0" presId="urn:microsoft.com/office/officeart/2005/8/layout/hierarchy3"/>
    <dgm:cxn modelId="{7821546A-62E8-4BE2-82AD-94449F189E49}" srcId="{B96DA2ED-9B02-4674-A3BB-7FD71D49D1BF}" destId="{70E0C4F3-140A-46FC-84C6-2215FCC0EA1E}" srcOrd="0" destOrd="0" parTransId="{325E410A-6B59-4E5D-AC30-9CCAF698890F}" sibTransId="{E0D09C6D-B8BF-434F-BB3F-AD28F5F5914A}"/>
    <dgm:cxn modelId="{96710E4B-70E4-42AD-85BC-2AA96E9D4816}" srcId="{FEB4C55B-7620-41ED-9D23-CFD2B2326E34}" destId="{34DE924E-9506-4782-955F-060A69019BBF}" srcOrd="2" destOrd="0" parTransId="{7205BB95-3881-436D-B668-4F09F9F3EA00}" sibTransId="{FD53CDC3-BD5C-44AC-AB67-5E86F91A86F3}"/>
    <dgm:cxn modelId="{6C0A6B4C-31A0-46DA-A313-0A1D26B8ABD7}" type="presOf" srcId="{3FE1BE65-FF7E-4595-AE5A-743D7DDFC1FD}" destId="{8CC72508-C613-4021-B36E-C7E239B9846B}" srcOrd="0" destOrd="0" presId="urn:microsoft.com/office/officeart/2005/8/layout/hierarchy3"/>
    <dgm:cxn modelId="{84B6F64D-47B7-4D0D-9D7F-B8870B83B56D}" type="presOf" srcId="{F5E2FEC7-6D67-454E-AF93-424DAF7C6932}" destId="{FCEAAEFE-1B1E-49D5-AC70-915495525F26}" srcOrd="0" destOrd="0" presId="urn:microsoft.com/office/officeart/2005/8/layout/hierarchy3"/>
    <dgm:cxn modelId="{16C6AA4F-A7F1-4BC9-84D5-5A2E0F23FD5C}" type="presOf" srcId="{0A5003EB-CD06-4682-A707-B57C07D588D9}" destId="{1ADB1A84-1C31-427F-BB6A-2BB0F82692CC}" srcOrd="0" destOrd="0" presId="urn:microsoft.com/office/officeart/2005/8/layout/hierarchy3"/>
    <dgm:cxn modelId="{A93FE070-DB16-499A-BE28-2DB140371CE2}" type="presOf" srcId="{10803ABC-AD62-469A-8A99-27BD2D8B4772}" destId="{6725FBFE-D608-44B5-81A2-70D73334F82D}" srcOrd="0" destOrd="0" presId="urn:microsoft.com/office/officeart/2005/8/layout/hierarchy3"/>
    <dgm:cxn modelId="{B16CAF73-5046-4956-8550-D893430E066D}" type="presOf" srcId="{0C605796-1B16-4120-8C62-DDA7FB762923}" destId="{4452540A-DC1F-46C2-B0E1-549FBF05A874}" srcOrd="0" destOrd="0" presId="urn:microsoft.com/office/officeart/2005/8/layout/hierarchy3"/>
    <dgm:cxn modelId="{6203B555-A5B2-43C7-9480-EFA1B6C6F9D3}" type="presOf" srcId="{34DE924E-9506-4782-955F-060A69019BBF}" destId="{1FD2F61A-65D4-4089-B616-12F20AFF482E}" srcOrd="0" destOrd="0" presId="urn:microsoft.com/office/officeart/2005/8/layout/hierarchy3"/>
    <dgm:cxn modelId="{94F5BF76-887E-48E5-8A55-769DC4DA8096}" srcId="{4F4D5896-A4AC-4522-B723-32A47C381AE5}" destId="{38C02D8C-B74E-4335-AB89-5786D70191A2}" srcOrd="0" destOrd="0" parTransId="{8924B052-1A59-4EC9-8D9A-3BCB7C9AD571}" sibTransId="{8AB707C2-2BDD-4F32-8630-53A36482466F}"/>
    <dgm:cxn modelId="{4E775657-D39F-422B-A9F5-F4688D6E5AD5}" srcId="{635EFF7C-9CFE-45B2-9B7F-5E51F4E6EBF4}" destId="{832600B1-9EB4-45B5-AAC3-26B7F92F8790}" srcOrd="1" destOrd="0" parTransId="{652BF3D3-D4B7-49FF-9AC9-0BF3D684E3AC}" sibTransId="{DE5BA655-529E-47AE-BBA4-F0D0276CE7CA}"/>
    <dgm:cxn modelId="{9F56A357-DBF3-428E-807B-30066A050144}" type="presOf" srcId="{B96DA2ED-9B02-4674-A3BB-7FD71D49D1BF}" destId="{EF11E115-36E6-453D-9795-747A590CBBB4}" srcOrd="0" destOrd="0" presId="urn:microsoft.com/office/officeart/2005/8/layout/hierarchy3"/>
    <dgm:cxn modelId="{A3DFBF77-72C4-47A9-8464-13F82836591F}" type="presOf" srcId="{6154F6BB-9D13-4767-ABF8-B0EF7EA875FF}" destId="{ED9E4F21-725C-4DCD-9351-58238448DFB5}" srcOrd="0" destOrd="0" presId="urn:microsoft.com/office/officeart/2005/8/layout/hierarchy3"/>
    <dgm:cxn modelId="{11370F78-DF7D-4F0B-8F9B-ECFCD496D2E5}" srcId="{88277552-977B-4E3B-A44B-66F29634E3AD}" destId="{8B86BA4F-0BE1-4F0C-9223-03B3EC11131E}" srcOrd="3" destOrd="0" parTransId="{322114D8-C46B-4ED6-8141-F45D8D957704}" sibTransId="{BBF89BD8-55B7-462E-A5DD-74DC7CB2C69F}"/>
    <dgm:cxn modelId="{2464A482-81B6-477D-8216-B125304D9B76}" type="presOf" srcId="{3D041CAB-71B1-431C-A080-4067199FB329}" destId="{96EA133D-872A-447D-A801-B91E47EC53FF}" srcOrd="0" destOrd="0" presId="urn:microsoft.com/office/officeart/2005/8/layout/hierarchy3"/>
    <dgm:cxn modelId="{8011EF82-236E-4D47-ADE1-49FA5DF958A4}" type="presOf" srcId="{94C65D5B-AF57-4936-9D14-2291D3D30E51}" destId="{D9B6A996-4DA0-4769-BAF7-40D702B74394}" srcOrd="0" destOrd="0" presId="urn:microsoft.com/office/officeart/2005/8/layout/hierarchy3"/>
    <dgm:cxn modelId="{173E7B85-0EDC-4FF4-A07A-DEA312079AA3}" srcId="{B96DA2ED-9B02-4674-A3BB-7FD71D49D1BF}" destId="{6154F6BB-9D13-4767-ABF8-B0EF7EA875FF}" srcOrd="3" destOrd="0" parTransId="{4F195576-8A3C-4F55-A857-F9DE3F5A0E3D}" sibTransId="{07CF05CE-E575-409B-BB24-EB738899133D}"/>
    <dgm:cxn modelId="{1F340589-B084-4A4A-8755-5295B4BCE9DC}" type="presOf" srcId="{B96DA2ED-9B02-4674-A3BB-7FD71D49D1BF}" destId="{221689BC-8B94-4B4F-AE92-E2F2CDF432A1}" srcOrd="1" destOrd="0" presId="urn:microsoft.com/office/officeart/2005/8/layout/hierarchy3"/>
    <dgm:cxn modelId="{7E22348E-8D65-4629-9ADB-E20F1D63F4F7}" type="presOf" srcId="{4C74EEF2-3997-4082-A703-6B6BF2C26DDD}" destId="{B7C68C28-8C2C-4172-9AF4-CF55F3A111D6}" srcOrd="0" destOrd="0" presId="urn:microsoft.com/office/officeart/2005/8/layout/hierarchy3"/>
    <dgm:cxn modelId="{FE77838F-6611-45EF-A88B-B0519002AF96}" srcId="{FEB4C55B-7620-41ED-9D23-CFD2B2326E34}" destId="{904BF17B-E11C-4E1D-8B01-0E92BDCC3E7D}" srcOrd="1" destOrd="0" parTransId="{94C65D5B-AF57-4936-9D14-2291D3D30E51}" sibTransId="{135E4824-C9A9-49BC-B6ED-CB0FCD088280}"/>
    <dgm:cxn modelId="{D5158E8F-5765-42E0-BB67-2B564CDBA522}" type="presOf" srcId="{9D2F82EF-8B84-47C0-8EB1-A7CEB947589A}" destId="{378942C8-C765-4EAF-804E-01490B91679D}" srcOrd="0" destOrd="0" presId="urn:microsoft.com/office/officeart/2005/8/layout/hierarchy3"/>
    <dgm:cxn modelId="{E79AB58F-46E8-4D6B-9A95-FE22F76E0FA0}" type="presOf" srcId="{EC7CC3D0-AF51-456E-B192-3E45F5139163}" destId="{FCEAAEFE-1B1E-49D5-AC70-915495525F26}" srcOrd="0" destOrd="1" presId="urn:microsoft.com/office/officeart/2005/8/layout/hierarchy3"/>
    <dgm:cxn modelId="{275FCB94-41A8-43A2-87BE-15C03EAEE096}" type="presOf" srcId="{8B86BA4F-0BE1-4F0C-9223-03B3EC11131E}" destId="{A2710AB1-15C2-4843-B44A-4B339FEDE46F}" srcOrd="0" destOrd="0" presId="urn:microsoft.com/office/officeart/2005/8/layout/hierarchy3"/>
    <dgm:cxn modelId="{311ECA98-B7ED-45BD-A9BC-E37D28BD332D}" type="presOf" srcId="{322114D8-C46B-4ED6-8141-F45D8D957704}" destId="{148FA83B-F309-4EFE-A1A1-4C0D49E5E627}" srcOrd="0" destOrd="0" presId="urn:microsoft.com/office/officeart/2005/8/layout/hierarchy3"/>
    <dgm:cxn modelId="{21D608A7-F450-484B-A71B-246C600ECBCE}" type="presOf" srcId="{FEB4C55B-7620-41ED-9D23-CFD2B2326E34}" destId="{7B743972-EA87-4765-BA7B-79F02C2A71A1}" srcOrd="1" destOrd="0" presId="urn:microsoft.com/office/officeart/2005/8/layout/hierarchy3"/>
    <dgm:cxn modelId="{60367FA8-AC5A-4525-9342-32F747C0ADA3}" srcId="{635EFF7C-9CFE-45B2-9B7F-5E51F4E6EBF4}" destId="{88277552-977B-4E3B-A44B-66F29634E3AD}" srcOrd="0" destOrd="0" parTransId="{F6DC2BA0-8DED-43C2-80BC-30B6249A1E82}" sibTransId="{170672E3-11B5-4E9C-93FA-8104456C1D1B}"/>
    <dgm:cxn modelId="{66852CA9-ED78-4A44-9ABE-55ED857762F7}" type="presOf" srcId="{5777CFCE-1787-4FE7-B886-0B4AB0746521}" destId="{BA732088-16E0-493F-BACD-50B695ED2E3A}" srcOrd="0" destOrd="0" presId="urn:microsoft.com/office/officeart/2005/8/layout/hierarchy3"/>
    <dgm:cxn modelId="{85C450B0-62F8-4BE2-B6EE-83A8C80F1675}" type="presOf" srcId="{CF011030-127E-468B-B325-5659955590E9}" destId="{6E21266E-716B-46CD-9188-DD01DB9FC3C0}" srcOrd="0" destOrd="0" presId="urn:microsoft.com/office/officeart/2005/8/layout/hierarchy3"/>
    <dgm:cxn modelId="{86C6F8B1-73EC-4488-A941-1D7870198A89}" type="presOf" srcId="{38C02D8C-B74E-4335-AB89-5786D70191A2}" destId="{C394DA70-A7A5-46F6-93A5-B66FDB87A59E}" srcOrd="0" destOrd="1" presId="urn:microsoft.com/office/officeart/2005/8/layout/hierarchy3"/>
    <dgm:cxn modelId="{5FFD00B6-3246-405C-B604-F0872C1636F7}" type="presOf" srcId="{8351C0D2-B2CE-44A0-878D-A3845AB61605}" destId="{22F93E87-A671-4DF9-9AFB-0E44C4AC9C97}" srcOrd="0" destOrd="0" presId="urn:microsoft.com/office/officeart/2005/8/layout/hierarchy3"/>
    <dgm:cxn modelId="{7AF0AFBA-3E7B-4DC5-B9D8-5373E7457F68}" type="presOf" srcId="{EA54EC36-AD9D-447B-95A0-582EF322B9BB}" destId="{A2710AB1-15C2-4843-B44A-4B339FEDE46F}" srcOrd="0" destOrd="1" presId="urn:microsoft.com/office/officeart/2005/8/layout/hierarchy3"/>
    <dgm:cxn modelId="{960540C1-1DB7-43C1-A9EB-5A94287F7B45}" type="presOf" srcId="{325E410A-6B59-4E5D-AC30-9CCAF698890F}" destId="{0F711590-ECF7-4032-990D-C409964C1F58}" srcOrd="0" destOrd="0" presId="urn:microsoft.com/office/officeart/2005/8/layout/hierarchy3"/>
    <dgm:cxn modelId="{1AAE76C5-E349-4C0C-BF14-5153D1EF8EA5}" srcId="{FEB4C55B-7620-41ED-9D23-CFD2B2326E34}" destId="{3D041CAB-71B1-431C-A080-4067199FB329}" srcOrd="0" destOrd="0" parTransId="{8351C0D2-B2CE-44A0-878D-A3845AB61605}" sibTransId="{34A7293A-2934-4C73-B84B-EE487DBFF3B4}"/>
    <dgm:cxn modelId="{3248C7CA-C2F9-41F4-83D9-08A0028375C7}" type="presOf" srcId="{38FCD5DE-1790-49BB-8C60-56E80CB94A95}" destId="{D7C5878D-D870-4474-A302-3324EAAF8DEF}" srcOrd="0" destOrd="0" presId="urn:microsoft.com/office/officeart/2005/8/layout/hierarchy3"/>
    <dgm:cxn modelId="{D7A973CC-B1F7-4540-A3C4-44CE2409C224}" srcId="{88277552-977B-4E3B-A44B-66F29634E3AD}" destId="{6CCD4A9F-E0BF-4EC2-A30D-A201336DBE19}" srcOrd="0" destOrd="0" parTransId="{38FCD5DE-1790-49BB-8C60-56E80CB94A95}" sibTransId="{59661943-8716-4338-AB2F-8936E6228269}"/>
    <dgm:cxn modelId="{43EFD1CC-B54A-4270-B8F9-0DB422F7D48D}" type="presOf" srcId="{50D7A865-15B3-4AED-8ED9-DDA42A571044}" destId="{3B6F3082-C710-4027-8BF9-F1A7FF62E747}" srcOrd="0" destOrd="0" presId="urn:microsoft.com/office/officeart/2005/8/layout/hierarchy3"/>
    <dgm:cxn modelId="{F63CE2CF-FBE3-4F4A-AD75-21A98275038F}" srcId="{635EFF7C-9CFE-45B2-9B7F-5E51F4E6EBF4}" destId="{FEB4C55B-7620-41ED-9D23-CFD2B2326E34}" srcOrd="2" destOrd="0" parTransId="{77E23618-3E7D-4EB7-A4C2-2E7993BC2D45}" sibTransId="{D8516E00-0B7F-48A0-A570-92B74AC8F0AB}"/>
    <dgm:cxn modelId="{B2C2C5D9-494E-41F3-A760-D0A6A5F4DD94}" type="presOf" srcId="{832600B1-9EB4-45B5-AAC3-26B7F92F8790}" destId="{190E86C9-5651-4235-8F33-19DEA4EBFD23}" srcOrd="0" destOrd="0" presId="urn:microsoft.com/office/officeart/2005/8/layout/hierarchy3"/>
    <dgm:cxn modelId="{C708EADA-92D0-41E2-AC84-71FBD885A8E5}" srcId="{832600B1-9EB4-45B5-AAC3-26B7F92F8790}" destId="{50D7A865-15B3-4AED-8ED9-DDA42A571044}" srcOrd="1" destOrd="0" parTransId="{0A5003EB-CD06-4682-A707-B57C07D588D9}" sibTransId="{76FCBC67-C863-4B7F-9897-BF923CCA32F0}"/>
    <dgm:cxn modelId="{928039DB-EC4A-4556-91B5-287C4E9ACA80}" srcId="{8B86BA4F-0BE1-4F0C-9223-03B3EC11131E}" destId="{EA54EC36-AD9D-447B-95A0-582EF322B9BB}" srcOrd="0" destOrd="0" parTransId="{45A4A5F9-4388-4077-BE6B-1F8B12FC2574}" sibTransId="{C5BC8F6B-684C-405D-A404-BC75AB1ADF21}"/>
    <dgm:cxn modelId="{5F54C8DB-2B80-45EC-A603-EDC0F8AC5B01}" type="presOf" srcId="{422CF127-E71E-45FC-9291-804CE9056729}" destId="{4CCABE66-B71E-4387-9D19-77E99CA92EC3}" srcOrd="0" destOrd="0" presId="urn:microsoft.com/office/officeart/2005/8/layout/hierarchy3"/>
    <dgm:cxn modelId="{FF912FE1-3C1B-48EC-A39D-CC061B04B232}" srcId="{832600B1-9EB4-45B5-AAC3-26B7F92F8790}" destId="{3FE1BE65-FF7E-4595-AE5A-743D7DDFC1FD}" srcOrd="2" destOrd="0" parTransId="{0B033A44-694B-47A4-90B6-3B7D81FCC68E}" sibTransId="{3A83288C-9EA2-4B7C-8C36-D50390B6D17C}"/>
    <dgm:cxn modelId="{A3B338E2-EE90-4F17-9ACA-B475557459E7}" type="presOf" srcId="{4F4D5896-A4AC-4522-B723-32A47C381AE5}" destId="{C394DA70-A7A5-46F6-93A5-B66FDB87A59E}" srcOrd="0" destOrd="0" presId="urn:microsoft.com/office/officeart/2005/8/layout/hierarchy3"/>
    <dgm:cxn modelId="{39D0C0E3-4BBE-433C-8CEA-474C43B03FE3}" type="presOf" srcId="{832600B1-9EB4-45B5-AAC3-26B7F92F8790}" destId="{08EB98A9-7F6E-45F8-9E2F-6B900ACF1DF2}" srcOrd="1" destOrd="0" presId="urn:microsoft.com/office/officeart/2005/8/layout/hierarchy3"/>
    <dgm:cxn modelId="{C14FCCE5-5B39-4920-BD3C-B0D1460D4C20}" srcId="{635EFF7C-9CFE-45B2-9B7F-5E51F4E6EBF4}" destId="{B96DA2ED-9B02-4674-A3BB-7FD71D49D1BF}" srcOrd="3" destOrd="0" parTransId="{11DA4988-5BA3-4ECF-BC60-9F6CB1A9A40D}" sibTransId="{D8BFFB76-C777-4455-A765-E45A3B9618D7}"/>
    <dgm:cxn modelId="{6A3CE8E5-31AA-43A6-831F-9A55140E90C6}" srcId="{88277552-977B-4E3B-A44B-66F29634E3AD}" destId="{2E63EFBF-A150-4637-9630-4D62920CD275}" srcOrd="1" destOrd="0" parTransId="{5777CFCE-1787-4FE7-B886-0B4AB0746521}" sibTransId="{429BFC45-01B0-4070-B5EE-CF4DAE8EBA1D}"/>
    <dgm:cxn modelId="{5F9C1BF1-CA8A-4C10-9818-43AB7C0AF4DE}" type="presOf" srcId="{70E0C4F3-140A-46FC-84C6-2215FCC0EA1E}" destId="{B70CBEE9-31E7-4090-833A-05863941B795}" srcOrd="0" destOrd="0" presId="urn:microsoft.com/office/officeart/2005/8/layout/hierarchy3"/>
    <dgm:cxn modelId="{5DD46DF1-0CC1-483C-A094-B95FD3EE21B4}" srcId="{34DE924E-9506-4782-955F-060A69019BBF}" destId="{CE646F60-110B-4985-A93D-327991F2016E}" srcOrd="0" destOrd="0" parTransId="{3082B95D-4730-4244-971D-9A87A42E22DB}" sibTransId="{FF4E1484-1E67-471B-9905-B654EBE7AD07}"/>
    <dgm:cxn modelId="{CFA522F3-B0EF-4FC4-A159-29CAE04E0AF9}" type="presOf" srcId="{2E63EFBF-A150-4637-9630-4D62920CD275}" destId="{D42644D1-C619-4888-BFF4-67F40360E1BD}" srcOrd="0" destOrd="0" presId="urn:microsoft.com/office/officeart/2005/8/layout/hierarchy3"/>
    <dgm:cxn modelId="{E781CEF4-142C-433E-BDC0-79DA42D3A5AE}" srcId="{832600B1-9EB4-45B5-AAC3-26B7F92F8790}" destId="{9D2F82EF-8B84-47C0-8EB1-A7CEB947589A}" srcOrd="0" destOrd="0" parTransId="{422CF127-E71E-45FC-9291-804CE9056729}" sibTransId="{0D60EF18-E61C-4133-9A10-BCE27284E07B}"/>
    <dgm:cxn modelId="{23547CF5-F213-4339-996A-5A2E68BEA999}" type="presOf" srcId="{22B1D2C1-745F-498D-A9EE-375B8EA8F5D0}" destId="{6126EBF0-A047-46F9-8C81-41027875D631}" srcOrd="0" destOrd="0" presId="urn:microsoft.com/office/officeart/2005/8/layout/hierarchy3"/>
    <dgm:cxn modelId="{79882FF9-9B76-4FE1-B6E4-4A421A7EC3F0}" type="presOf" srcId="{7205BB95-3881-436D-B668-4F09F9F3EA00}" destId="{0D4EC046-6DF5-46C3-B07A-C5CEF1D6B756}" srcOrd="0" destOrd="0" presId="urn:microsoft.com/office/officeart/2005/8/layout/hierarchy3"/>
    <dgm:cxn modelId="{FD20A7FC-B5FF-44EC-86BA-A70E7E2CBB97}" type="presOf" srcId="{4F195576-8A3C-4F55-A857-F9DE3F5A0E3D}" destId="{2D66E475-FD53-42DE-9D7C-9E6F123D4A1C}" srcOrd="0" destOrd="0" presId="urn:microsoft.com/office/officeart/2005/8/layout/hierarchy3"/>
    <dgm:cxn modelId="{A25582FE-E380-450F-BB7B-D0FB9B14EE5C}" srcId="{B96DA2ED-9B02-4674-A3BB-7FD71D49D1BF}" destId="{4F4D5896-A4AC-4522-B723-32A47C381AE5}" srcOrd="2" destOrd="0" parTransId="{D0575C91-25F2-43BB-B3DD-43FEA56D293B}" sibTransId="{59267C21-AB2D-4BE3-84C4-540EB797F5AB}"/>
    <dgm:cxn modelId="{C67D85FF-3772-48D3-804F-F7E7CEFCE1BA}" srcId="{6CCD4A9F-E0BF-4EC2-A30D-A201336DBE19}" destId="{B1A01F87-13BC-40D8-9414-A3868DD1935B}" srcOrd="0" destOrd="0" parTransId="{0B161AFC-8AFE-4C93-ACFC-095427E71976}" sibTransId="{8A32C299-DE55-47EC-B011-FEF697A79B8A}"/>
    <dgm:cxn modelId="{6B4E11BD-AFBD-4C16-9B92-B11183C6FF15}" type="presParOf" srcId="{2A82AE22-8C5F-4808-AE70-BF8D5C062A3E}" destId="{38CE945B-56BB-4128-A881-F104504BBFDC}" srcOrd="0" destOrd="0" presId="urn:microsoft.com/office/officeart/2005/8/layout/hierarchy3"/>
    <dgm:cxn modelId="{CA799E30-81B1-4F18-9FA1-43E4BA199528}" type="presParOf" srcId="{38CE945B-56BB-4128-A881-F104504BBFDC}" destId="{8BDF92E7-4ED7-4D85-98F4-7D61312F89B0}" srcOrd="0" destOrd="0" presId="urn:microsoft.com/office/officeart/2005/8/layout/hierarchy3"/>
    <dgm:cxn modelId="{1A4A46FD-CA6D-4502-A73B-42FAD4A313E7}" type="presParOf" srcId="{8BDF92E7-4ED7-4D85-98F4-7D61312F89B0}" destId="{3EF96261-0234-4ADC-9F19-109452135264}" srcOrd="0" destOrd="0" presId="urn:microsoft.com/office/officeart/2005/8/layout/hierarchy3"/>
    <dgm:cxn modelId="{339A5EEB-8C54-4AB0-896B-7F3B6B597D67}" type="presParOf" srcId="{8BDF92E7-4ED7-4D85-98F4-7D61312F89B0}" destId="{D88866F8-0189-4522-8BAD-0760EBAACA3E}" srcOrd="1" destOrd="0" presId="urn:microsoft.com/office/officeart/2005/8/layout/hierarchy3"/>
    <dgm:cxn modelId="{F10390F4-65F9-4FA6-8B81-BB7B1F8363E9}" type="presParOf" srcId="{38CE945B-56BB-4128-A881-F104504BBFDC}" destId="{AF24D716-F37C-47A7-A6A5-815E57FEB1C1}" srcOrd="1" destOrd="0" presId="urn:microsoft.com/office/officeart/2005/8/layout/hierarchy3"/>
    <dgm:cxn modelId="{A7CA4770-FBFC-40E1-9DCE-2FAE77855F6A}" type="presParOf" srcId="{AF24D716-F37C-47A7-A6A5-815E57FEB1C1}" destId="{D7C5878D-D870-4474-A302-3324EAAF8DEF}" srcOrd="0" destOrd="0" presId="urn:microsoft.com/office/officeart/2005/8/layout/hierarchy3"/>
    <dgm:cxn modelId="{ED47D886-554C-44B5-B1A9-F88A7A326F7B}" type="presParOf" srcId="{AF24D716-F37C-47A7-A6A5-815E57FEB1C1}" destId="{CC72D4CB-41FE-437C-A33B-18B2BBE19605}" srcOrd="1" destOrd="0" presId="urn:microsoft.com/office/officeart/2005/8/layout/hierarchy3"/>
    <dgm:cxn modelId="{99E2663A-A643-4BBB-BE31-A8CF64979FB6}" type="presParOf" srcId="{AF24D716-F37C-47A7-A6A5-815E57FEB1C1}" destId="{BA732088-16E0-493F-BACD-50B695ED2E3A}" srcOrd="2" destOrd="0" presId="urn:microsoft.com/office/officeart/2005/8/layout/hierarchy3"/>
    <dgm:cxn modelId="{847332EB-BEFA-4ECD-85CA-4136AFC48ACE}" type="presParOf" srcId="{AF24D716-F37C-47A7-A6A5-815E57FEB1C1}" destId="{D42644D1-C619-4888-BFF4-67F40360E1BD}" srcOrd="3" destOrd="0" presId="urn:microsoft.com/office/officeart/2005/8/layout/hierarchy3"/>
    <dgm:cxn modelId="{D094C7D0-7E6F-40B1-B453-E6A8B06B9EDD}" type="presParOf" srcId="{AF24D716-F37C-47A7-A6A5-815E57FEB1C1}" destId="{6725FBFE-D608-44B5-81A2-70D73334F82D}" srcOrd="4" destOrd="0" presId="urn:microsoft.com/office/officeart/2005/8/layout/hierarchy3"/>
    <dgm:cxn modelId="{7DE5B119-AED8-4624-BBDD-38BA1838E896}" type="presParOf" srcId="{AF24D716-F37C-47A7-A6A5-815E57FEB1C1}" destId="{6126EBF0-A047-46F9-8C81-41027875D631}" srcOrd="5" destOrd="0" presId="urn:microsoft.com/office/officeart/2005/8/layout/hierarchy3"/>
    <dgm:cxn modelId="{4785F660-F86E-4492-B833-150F5F97D349}" type="presParOf" srcId="{AF24D716-F37C-47A7-A6A5-815E57FEB1C1}" destId="{148FA83B-F309-4EFE-A1A1-4C0D49E5E627}" srcOrd="6" destOrd="0" presId="urn:microsoft.com/office/officeart/2005/8/layout/hierarchy3"/>
    <dgm:cxn modelId="{771645AA-DE2B-4F6B-BB3C-2D5FB2256788}" type="presParOf" srcId="{AF24D716-F37C-47A7-A6A5-815E57FEB1C1}" destId="{A2710AB1-15C2-4843-B44A-4B339FEDE46F}" srcOrd="7" destOrd="0" presId="urn:microsoft.com/office/officeart/2005/8/layout/hierarchy3"/>
    <dgm:cxn modelId="{306BB964-3805-4D9C-BA82-98B366A38C2A}" type="presParOf" srcId="{AF24D716-F37C-47A7-A6A5-815E57FEB1C1}" destId="{27114EF7-1A0C-4C3A-B3DA-30B87BAA0F74}" srcOrd="8" destOrd="0" presId="urn:microsoft.com/office/officeart/2005/8/layout/hierarchy3"/>
    <dgm:cxn modelId="{6842BF08-98F9-40E2-9CF4-609F5E407C25}" type="presParOf" srcId="{AF24D716-F37C-47A7-A6A5-815E57FEB1C1}" destId="{FCEAAEFE-1B1E-49D5-AC70-915495525F26}" srcOrd="9" destOrd="0" presId="urn:microsoft.com/office/officeart/2005/8/layout/hierarchy3"/>
    <dgm:cxn modelId="{FED1F52D-E005-4125-8FC2-ADFF29973B59}" type="presParOf" srcId="{2A82AE22-8C5F-4808-AE70-BF8D5C062A3E}" destId="{43D9BBE5-503C-4513-848B-E6FEAA14C45A}" srcOrd="1" destOrd="0" presId="urn:microsoft.com/office/officeart/2005/8/layout/hierarchy3"/>
    <dgm:cxn modelId="{12DAB6BF-A646-4E29-8725-4BB66E3119B5}" type="presParOf" srcId="{43D9BBE5-503C-4513-848B-E6FEAA14C45A}" destId="{C74BC835-B822-4094-AF20-4968C55A52E8}" srcOrd="0" destOrd="0" presId="urn:microsoft.com/office/officeart/2005/8/layout/hierarchy3"/>
    <dgm:cxn modelId="{321FF88A-F10C-4D3C-AC76-6894AFCEA599}" type="presParOf" srcId="{C74BC835-B822-4094-AF20-4968C55A52E8}" destId="{190E86C9-5651-4235-8F33-19DEA4EBFD23}" srcOrd="0" destOrd="0" presId="urn:microsoft.com/office/officeart/2005/8/layout/hierarchy3"/>
    <dgm:cxn modelId="{D0A208C6-F822-47CF-90A2-12392B0A4202}" type="presParOf" srcId="{C74BC835-B822-4094-AF20-4968C55A52E8}" destId="{08EB98A9-7F6E-45F8-9E2F-6B900ACF1DF2}" srcOrd="1" destOrd="0" presId="urn:microsoft.com/office/officeart/2005/8/layout/hierarchy3"/>
    <dgm:cxn modelId="{DEF11138-CBD8-45B3-B3F9-B003CBF193B8}" type="presParOf" srcId="{43D9BBE5-503C-4513-848B-E6FEAA14C45A}" destId="{0F21968A-7DCD-4B4E-9FF9-3F846878D108}" srcOrd="1" destOrd="0" presId="urn:microsoft.com/office/officeart/2005/8/layout/hierarchy3"/>
    <dgm:cxn modelId="{F6551F22-36D5-4523-BD14-734DC7BAADAB}" type="presParOf" srcId="{0F21968A-7DCD-4B4E-9FF9-3F846878D108}" destId="{4CCABE66-B71E-4387-9D19-77E99CA92EC3}" srcOrd="0" destOrd="0" presId="urn:microsoft.com/office/officeart/2005/8/layout/hierarchy3"/>
    <dgm:cxn modelId="{3EB0EAE6-BA64-4A42-B0D7-1EE23D3BFA50}" type="presParOf" srcId="{0F21968A-7DCD-4B4E-9FF9-3F846878D108}" destId="{378942C8-C765-4EAF-804E-01490B91679D}" srcOrd="1" destOrd="0" presId="urn:microsoft.com/office/officeart/2005/8/layout/hierarchy3"/>
    <dgm:cxn modelId="{D3457D58-B3E0-448B-9852-CDD3C00240EF}" type="presParOf" srcId="{0F21968A-7DCD-4B4E-9FF9-3F846878D108}" destId="{1ADB1A84-1C31-427F-BB6A-2BB0F82692CC}" srcOrd="2" destOrd="0" presId="urn:microsoft.com/office/officeart/2005/8/layout/hierarchy3"/>
    <dgm:cxn modelId="{29030031-59D1-4379-A1AC-F25015A83E15}" type="presParOf" srcId="{0F21968A-7DCD-4B4E-9FF9-3F846878D108}" destId="{3B6F3082-C710-4027-8BF9-F1A7FF62E747}" srcOrd="3" destOrd="0" presId="urn:microsoft.com/office/officeart/2005/8/layout/hierarchy3"/>
    <dgm:cxn modelId="{4F388923-A76D-4614-AA60-759BAE683688}" type="presParOf" srcId="{0F21968A-7DCD-4B4E-9FF9-3F846878D108}" destId="{0BD1A22C-8558-430B-A8FE-E1EFFF592BAE}" srcOrd="4" destOrd="0" presId="urn:microsoft.com/office/officeart/2005/8/layout/hierarchy3"/>
    <dgm:cxn modelId="{E52A7A00-2606-4C41-BB7E-7CA545090EAE}" type="presParOf" srcId="{0F21968A-7DCD-4B4E-9FF9-3F846878D108}" destId="{8CC72508-C613-4021-B36E-C7E239B9846B}" srcOrd="5" destOrd="0" presId="urn:microsoft.com/office/officeart/2005/8/layout/hierarchy3"/>
    <dgm:cxn modelId="{7729A765-68BE-4F47-B657-444AE10B8918}" type="presParOf" srcId="{0F21968A-7DCD-4B4E-9FF9-3F846878D108}" destId="{C1B51AF4-CF50-4F37-AB94-BA732F737794}" srcOrd="6" destOrd="0" presId="urn:microsoft.com/office/officeart/2005/8/layout/hierarchy3"/>
    <dgm:cxn modelId="{A643C8E8-4FA2-4138-B7B9-FB06D527036C}" type="presParOf" srcId="{0F21968A-7DCD-4B4E-9FF9-3F846878D108}" destId="{EBED2581-4497-4E80-A989-881051C814EC}" srcOrd="7" destOrd="0" presId="urn:microsoft.com/office/officeart/2005/8/layout/hierarchy3"/>
    <dgm:cxn modelId="{16646AE4-BAE0-40A4-A8CC-6B21F1EA2AF2}" type="presParOf" srcId="{2A82AE22-8C5F-4808-AE70-BF8D5C062A3E}" destId="{B90E4EC3-4C82-4B7B-AF84-EDB56B7142C3}" srcOrd="2" destOrd="0" presId="urn:microsoft.com/office/officeart/2005/8/layout/hierarchy3"/>
    <dgm:cxn modelId="{003DF742-F87B-409E-B477-4064DFBE5D00}" type="presParOf" srcId="{B90E4EC3-4C82-4B7B-AF84-EDB56B7142C3}" destId="{F7CDB6C4-4E28-4BB5-A5E4-090CFF18048A}" srcOrd="0" destOrd="0" presId="urn:microsoft.com/office/officeart/2005/8/layout/hierarchy3"/>
    <dgm:cxn modelId="{E5712B0C-E757-40FD-AA91-0C28C5E11493}" type="presParOf" srcId="{F7CDB6C4-4E28-4BB5-A5E4-090CFF18048A}" destId="{0E07F132-F1EF-4BEF-B59D-4FFA183CC401}" srcOrd="0" destOrd="0" presId="urn:microsoft.com/office/officeart/2005/8/layout/hierarchy3"/>
    <dgm:cxn modelId="{E9A06E55-1022-4F34-A4B8-E99723B05828}" type="presParOf" srcId="{F7CDB6C4-4E28-4BB5-A5E4-090CFF18048A}" destId="{7B743972-EA87-4765-BA7B-79F02C2A71A1}" srcOrd="1" destOrd="0" presId="urn:microsoft.com/office/officeart/2005/8/layout/hierarchy3"/>
    <dgm:cxn modelId="{EB4A2D53-BE20-48CA-965F-0C575A3AA1E3}" type="presParOf" srcId="{B90E4EC3-4C82-4B7B-AF84-EDB56B7142C3}" destId="{CB5BDC88-2BBA-461F-B56F-4FF0DFD2A9D1}" srcOrd="1" destOrd="0" presId="urn:microsoft.com/office/officeart/2005/8/layout/hierarchy3"/>
    <dgm:cxn modelId="{7F13F020-D21F-490C-985F-DECAA42FC8D4}" type="presParOf" srcId="{CB5BDC88-2BBA-461F-B56F-4FF0DFD2A9D1}" destId="{22F93E87-A671-4DF9-9AFB-0E44C4AC9C97}" srcOrd="0" destOrd="0" presId="urn:microsoft.com/office/officeart/2005/8/layout/hierarchy3"/>
    <dgm:cxn modelId="{84D01916-404B-4A70-9CE4-C9A1239C1759}" type="presParOf" srcId="{CB5BDC88-2BBA-461F-B56F-4FF0DFD2A9D1}" destId="{96EA133D-872A-447D-A801-B91E47EC53FF}" srcOrd="1" destOrd="0" presId="urn:microsoft.com/office/officeart/2005/8/layout/hierarchy3"/>
    <dgm:cxn modelId="{CF77A6ED-7F3B-4830-B74B-AB95895AA297}" type="presParOf" srcId="{CB5BDC88-2BBA-461F-B56F-4FF0DFD2A9D1}" destId="{D9B6A996-4DA0-4769-BAF7-40D702B74394}" srcOrd="2" destOrd="0" presId="urn:microsoft.com/office/officeart/2005/8/layout/hierarchy3"/>
    <dgm:cxn modelId="{10D4AA2B-897B-430E-90DD-C48A0E2DE8E0}" type="presParOf" srcId="{CB5BDC88-2BBA-461F-B56F-4FF0DFD2A9D1}" destId="{D566A441-5797-4EC4-9B3D-B3727E8B2BDB}" srcOrd="3" destOrd="0" presId="urn:microsoft.com/office/officeart/2005/8/layout/hierarchy3"/>
    <dgm:cxn modelId="{D85BE6F1-A380-4311-8079-BB7CF461D5B7}" type="presParOf" srcId="{CB5BDC88-2BBA-461F-B56F-4FF0DFD2A9D1}" destId="{0D4EC046-6DF5-46C3-B07A-C5CEF1D6B756}" srcOrd="4" destOrd="0" presId="urn:microsoft.com/office/officeart/2005/8/layout/hierarchy3"/>
    <dgm:cxn modelId="{CCE3861F-D28E-4C16-9E60-2619C5341DE0}" type="presParOf" srcId="{CB5BDC88-2BBA-461F-B56F-4FF0DFD2A9D1}" destId="{1FD2F61A-65D4-4089-B616-12F20AFF482E}" srcOrd="5" destOrd="0" presId="urn:microsoft.com/office/officeart/2005/8/layout/hierarchy3"/>
    <dgm:cxn modelId="{BADE7919-57C2-4C43-AE05-15D529C306D9}" type="presParOf" srcId="{CB5BDC88-2BBA-461F-B56F-4FF0DFD2A9D1}" destId="{B7C68C28-8C2C-4172-9AF4-CF55F3A111D6}" srcOrd="6" destOrd="0" presId="urn:microsoft.com/office/officeart/2005/8/layout/hierarchy3"/>
    <dgm:cxn modelId="{01B822BC-5B81-4B90-8803-36FD9F519B07}" type="presParOf" srcId="{CB5BDC88-2BBA-461F-B56F-4FF0DFD2A9D1}" destId="{3F3DCEB9-A554-43B7-9C14-F6D8D32913E8}" srcOrd="7" destOrd="0" presId="urn:microsoft.com/office/officeart/2005/8/layout/hierarchy3"/>
    <dgm:cxn modelId="{FF9AC45B-5201-4C04-BA4F-A1AAA4AE9ED8}" type="presParOf" srcId="{2A82AE22-8C5F-4808-AE70-BF8D5C062A3E}" destId="{9054E7C1-C5D4-4F4F-9A4F-BC4EEE3A96BD}" srcOrd="3" destOrd="0" presId="urn:microsoft.com/office/officeart/2005/8/layout/hierarchy3"/>
    <dgm:cxn modelId="{3B8527A2-CC5C-4550-BAAE-8654C6F760FA}" type="presParOf" srcId="{9054E7C1-C5D4-4F4F-9A4F-BC4EEE3A96BD}" destId="{EA89C4D4-051C-44FE-95AB-E8C493AD3C2C}" srcOrd="0" destOrd="0" presId="urn:microsoft.com/office/officeart/2005/8/layout/hierarchy3"/>
    <dgm:cxn modelId="{E9BA1D48-AB2D-4F72-9D17-CCAB2BB04723}" type="presParOf" srcId="{EA89C4D4-051C-44FE-95AB-E8C493AD3C2C}" destId="{EF11E115-36E6-453D-9795-747A590CBBB4}" srcOrd="0" destOrd="0" presId="urn:microsoft.com/office/officeart/2005/8/layout/hierarchy3"/>
    <dgm:cxn modelId="{94F6B879-3CEE-4C8B-AD57-48614340B264}" type="presParOf" srcId="{EA89C4D4-051C-44FE-95AB-E8C493AD3C2C}" destId="{221689BC-8B94-4B4F-AE92-E2F2CDF432A1}" srcOrd="1" destOrd="0" presId="urn:microsoft.com/office/officeart/2005/8/layout/hierarchy3"/>
    <dgm:cxn modelId="{F4B93A07-93C1-4F48-8D00-508535DC129A}" type="presParOf" srcId="{9054E7C1-C5D4-4F4F-9A4F-BC4EEE3A96BD}" destId="{802049EF-A95E-47A0-B1C7-7A2FF6BF9CD7}" srcOrd="1" destOrd="0" presId="urn:microsoft.com/office/officeart/2005/8/layout/hierarchy3"/>
    <dgm:cxn modelId="{F98EC423-E094-4529-BDA6-85FD1C68327D}" type="presParOf" srcId="{802049EF-A95E-47A0-B1C7-7A2FF6BF9CD7}" destId="{0F711590-ECF7-4032-990D-C409964C1F58}" srcOrd="0" destOrd="0" presId="urn:microsoft.com/office/officeart/2005/8/layout/hierarchy3"/>
    <dgm:cxn modelId="{51A5A7E7-45A3-47B5-9618-71A47DFBB1E4}" type="presParOf" srcId="{802049EF-A95E-47A0-B1C7-7A2FF6BF9CD7}" destId="{B70CBEE9-31E7-4090-833A-05863941B795}" srcOrd="1" destOrd="0" presId="urn:microsoft.com/office/officeart/2005/8/layout/hierarchy3"/>
    <dgm:cxn modelId="{EE41FA61-C2FE-45EA-A346-1BADB762DC8B}" type="presParOf" srcId="{802049EF-A95E-47A0-B1C7-7A2FF6BF9CD7}" destId="{4452540A-DC1F-46C2-B0E1-549FBF05A874}" srcOrd="2" destOrd="0" presId="urn:microsoft.com/office/officeart/2005/8/layout/hierarchy3"/>
    <dgm:cxn modelId="{2C095A24-F146-419B-8CEB-3DF51EFC2241}" type="presParOf" srcId="{802049EF-A95E-47A0-B1C7-7A2FF6BF9CD7}" destId="{6E21266E-716B-46CD-9188-DD01DB9FC3C0}" srcOrd="3" destOrd="0" presId="urn:microsoft.com/office/officeart/2005/8/layout/hierarchy3"/>
    <dgm:cxn modelId="{8836D6C8-0B94-4A7A-9FF9-F38896FAC790}" type="presParOf" srcId="{802049EF-A95E-47A0-B1C7-7A2FF6BF9CD7}" destId="{5FDBE220-6DA6-4B91-B86A-1DE967125125}" srcOrd="4" destOrd="0" presId="urn:microsoft.com/office/officeart/2005/8/layout/hierarchy3"/>
    <dgm:cxn modelId="{169589B0-7EE1-4943-9842-E7BB051FF670}" type="presParOf" srcId="{802049EF-A95E-47A0-B1C7-7A2FF6BF9CD7}" destId="{C394DA70-A7A5-46F6-93A5-B66FDB87A59E}" srcOrd="5" destOrd="0" presId="urn:microsoft.com/office/officeart/2005/8/layout/hierarchy3"/>
    <dgm:cxn modelId="{C7F419AF-6457-4271-B437-8C02AD552EC3}" type="presParOf" srcId="{802049EF-A95E-47A0-B1C7-7A2FF6BF9CD7}" destId="{2D66E475-FD53-42DE-9D7C-9E6F123D4A1C}" srcOrd="6" destOrd="0" presId="urn:microsoft.com/office/officeart/2005/8/layout/hierarchy3"/>
    <dgm:cxn modelId="{546D8AAF-03C5-41F7-A539-A8B0889A6DED}" type="presParOf" srcId="{802049EF-A95E-47A0-B1C7-7A2FF6BF9CD7}" destId="{ED9E4F21-725C-4DCD-9351-58238448DFB5}" srcOrd="7" destOrd="0" presId="urn:microsoft.com/office/officeart/2005/8/layout/hierarchy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2120BDC-9F93-4552-809D-FB3A8C455707}"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1CA34FE1-7D43-4021-8DC3-F7BEF2E5F3D0}">
      <dgm:prSet phldrT="[Text]"/>
      <dgm:spPr/>
      <dgm:t>
        <a:bodyPr/>
        <a:lstStyle/>
        <a:p>
          <a:r>
            <a:rPr lang="en-US"/>
            <a:t>The suggested program terms will populate in the Apply Program Changes Field, Step (4)</a:t>
          </a:r>
        </a:p>
      </dgm:t>
    </dgm:pt>
    <dgm:pt modelId="{399C800A-4284-40B0-8747-4232F60080CD}" type="parTrans" cxnId="{94055318-0D77-4E65-B4C8-E3165AC97100}">
      <dgm:prSet/>
      <dgm:spPr/>
      <dgm:t>
        <a:bodyPr/>
        <a:lstStyle/>
        <a:p>
          <a:endParaRPr lang="en-US"/>
        </a:p>
      </dgm:t>
    </dgm:pt>
    <dgm:pt modelId="{4B2ACF1C-4066-44F2-BAD2-49FCBDB383BF}" type="sibTrans" cxnId="{94055318-0D77-4E65-B4C8-E3165AC97100}">
      <dgm:prSet/>
      <dgm:spPr/>
      <dgm:t>
        <a:bodyPr/>
        <a:lstStyle/>
        <a:p>
          <a:endParaRPr lang="en-US"/>
        </a:p>
      </dgm:t>
    </dgm:pt>
    <dgm:pt modelId="{88D28117-B286-4AB3-846A-2AE80E66B346}">
      <dgm:prSet phldrT="[Text]"/>
      <dgm:spPr/>
      <dgm:t>
        <a:bodyPr/>
        <a:lstStyle/>
        <a:p>
          <a:r>
            <a:rPr lang="en-US"/>
            <a:t>Obtain confirmation recording, email or chat response.</a:t>
          </a:r>
        </a:p>
      </dgm:t>
    </dgm:pt>
    <dgm:pt modelId="{7F285469-4D43-4813-AA76-AFBC0B75687F}" type="parTrans" cxnId="{C009D42D-E18D-4592-B721-E1F831FC0897}">
      <dgm:prSet/>
      <dgm:spPr/>
      <dgm:t>
        <a:bodyPr/>
        <a:lstStyle/>
        <a:p>
          <a:endParaRPr lang="en-US"/>
        </a:p>
      </dgm:t>
    </dgm:pt>
    <dgm:pt modelId="{A6170532-E7D8-47B1-91F4-F518B3061870}" type="sibTrans" cxnId="{C009D42D-E18D-4592-B721-E1F831FC0897}">
      <dgm:prSet/>
      <dgm:spPr/>
      <dgm:t>
        <a:bodyPr/>
        <a:lstStyle/>
        <a:p>
          <a:endParaRPr lang="en-US"/>
        </a:p>
      </dgm:t>
    </dgm:pt>
    <dgm:pt modelId="{8C8E15CD-FCE8-4648-82A7-B5D85649BB22}">
      <dgm:prSet phldrT="[Text]"/>
      <dgm:spPr/>
      <dgm:t>
        <a:bodyPr/>
        <a:lstStyle/>
        <a:p>
          <a:r>
            <a:rPr lang="en-US"/>
            <a:t>If client accepts suggested terms (increased draft), continue to ____</a:t>
          </a:r>
        </a:p>
      </dgm:t>
    </dgm:pt>
    <dgm:pt modelId="{2B9933AA-479E-43DD-9242-E83B2BA474BE}" type="parTrans" cxnId="{C7DC3CAE-FF91-4998-81D0-D0AD8A7D2934}">
      <dgm:prSet/>
      <dgm:spPr/>
      <dgm:t>
        <a:bodyPr/>
        <a:lstStyle/>
        <a:p>
          <a:endParaRPr lang="en-US"/>
        </a:p>
      </dgm:t>
    </dgm:pt>
    <dgm:pt modelId="{26C48E78-062A-48D4-9B40-65980D5B1543}" type="sibTrans" cxnId="{C7DC3CAE-FF91-4998-81D0-D0AD8A7D2934}">
      <dgm:prSet/>
      <dgm:spPr/>
      <dgm:t>
        <a:bodyPr/>
        <a:lstStyle/>
        <a:p>
          <a:endParaRPr lang="en-US"/>
        </a:p>
      </dgm:t>
    </dgm:pt>
    <dgm:pt modelId="{F500FFDE-AA99-4171-A880-1EDF4C473ABA}">
      <dgm:prSet phldrT="[Text]"/>
      <dgm:spPr/>
      <dgm:t>
        <a:bodyPr/>
        <a:lstStyle/>
        <a:p>
          <a:r>
            <a:rPr lang="en-US"/>
            <a:t>If client does not accept suggested terms updated the Desired Monthly Payment or Desired Remaining Months to find acceptable terms for the client</a:t>
          </a:r>
        </a:p>
      </dgm:t>
    </dgm:pt>
    <dgm:pt modelId="{ED6A5870-5D6F-4202-95EF-070500DBB093}" type="parTrans" cxnId="{A7A9B964-45EC-4FF0-B8A0-B5BCFE68552F}">
      <dgm:prSet/>
      <dgm:spPr/>
      <dgm:t>
        <a:bodyPr/>
        <a:lstStyle/>
        <a:p>
          <a:endParaRPr lang="en-US"/>
        </a:p>
      </dgm:t>
    </dgm:pt>
    <dgm:pt modelId="{2BEA2402-A782-4687-A91B-4A305F00D5F1}" type="sibTrans" cxnId="{A7A9B964-45EC-4FF0-B8A0-B5BCFE68552F}">
      <dgm:prSet/>
      <dgm:spPr/>
      <dgm:t>
        <a:bodyPr/>
        <a:lstStyle/>
        <a:p>
          <a:endParaRPr lang="en-US"/>
        </a:p>
      </dgm:t>
    </dgm:pt>
    <dgm:pt modelId="{6BBB1A33-1AFE-4682-8548-733C46E09081}">
      <dgm:prSet phldrT="[Text]"/>
      <dgm:spPr/>
      <dgm:t>
        <a:bodyPr/>
        <a:lstStyle/>
        <a:p>
          <a:r>
            <a:rPr lang="en-US"/>
            <a:t>Always recommend increasing drafts when adding debt</a:t>
          </a:r>
        </a:p>
      </dgm:t>
    </dgm:pt>
    <dgm:pt modelId="{FAE15CDE-B87C-4F7A-8124-366693B43CD3}" type="parTrans" cxnId="{B98C3AAA-DAF4-4826-858E-57BA7F4977DC}">
      <dgm:prSet/>
      <dgm:spPr/>
      <dgm:t>
        <a:bodyPr/>
        <a:lstStyle/>
        <a:p>
          <a:endParaRPr lang="en-US"/>
        </a:p>
      </dgm:t>
    </dgm:pt>
    <dgm:pt modelId="{92DB1AC1-E59B-4A6D-83CB-CF9667F53EC7}" type="sibTrans" cxnId="{B98C3AAA-DAF4-4826-858E-57BA7F4977DC}">
      <dgm:prSet/>
      <dgm:spPr/>
      <dgm:t>
        <a:bodyPr/>
        <a:lstStyle/>
        <a:p>
          <a:endParaRPr lang="en-US"/>
        </a:p>
      </dgm:t>
    </dgm:pt>
    <dgm:pt modelId="{D6E089AC-B3A3-4CAA-ACE8-E7DB3712FE49}">
      <dgm:prSet phldrT="[Text]"/>
      <dgm:spPr/>
      <dgm:t>
        <a:bodyPr/>
        <a:lstStyle/>
        <a:p>
          <a:r>
            <a:rPr lang="en-US"/>
            <a:t>Confirm that desired draft change doesn’t impact settlement payments</a:t>
          </a:r>
        </a:p>
      </dgm:t>
    </dgm:pt>
    <dgm:pt modelId="{BFE250D5-4F8C-42CF-8770-6100F424FE00}" type="parTrans" cxnId="{BCFB9CBC-5786-4B75-97B2-653FC8AD916B}">
      <dgm:prSet/>
      <dgm:spPr/>
      <dgm:t>
        <a:bodyPr/>
        <a:lstStyle/>
        <a:p>
          <a:endParaRPr lang="en-US"/>
        </a:p>
      </dgm:t>
    </dgm:pt>
    <dgm:pt modelId="{B2D5617B-DA90-4398-8571-EB05A2FB3D7B}" type="sibTrans" cxnId="{BCFB9CBC-5786-4B75-97B2-653FC8AD916B}">
      <dgm:prSet/>
      <dgm:spPr/>
      <dgm:t>
        <a:bodyPr/>
        <a:lstStyle/>
        <a:p>
          <a:endParaRPr lang="en-US"/>
        </a:p>
      </dgm:t>
    </dgm:pt>
    <dgm:pt modelId="{941549AC-0C22-44C5-B8CB-893DD1C247A4}">
      <dgm:prSet phldrT="[Text]"/>
      <dgm:spPr/>
      <dgm:t>
        <a:bodyPr/>
        <a:lstStyle/>
        <a:p>
          <a:pPr rtl="0"/>
          <a:r>
            <a:rPr lang="en-US"/>
            <a:t>Reference </a:t>
          </a:r>
          <a:r>
            <a:rPr lang="en-US">
              <a:hlinkClick xmlns:r="http://schemas.openxmlformats.org/officeDocument/2006/relationships" r:id="rId1"/>
            </a:rPr>
            <a:t>Program Change Script – For client enrolled in BLP/ALC services, read the script disclosure readd/add/removal of accounts. </a:t>
          </a:r>
          <a:r>
            <a:rPr lang="en-US">
              <a:highlight>
                <a:srgbClr val="FFFF00"/>
              </a:highlight>
              <a:latin typeface="Calibri Light" panose="020F0302020204030204"/>
            </a:rPr>
            <a:t> </a:t>
          </a:r>
          <a:endParaRPr lang="en-US">
            <a:highlight>
              <a:srgbClr val="FFFF00"/>
            </a:highlight>
          </a:endParaRPr>
        </a:p>
      </dgm:t>
    </dgm:pt>
    <dgm:pt modelId="{A4BD91D7-6BBC-4F09-AB77-5AC2A161C4F0}" type="parTrans" cxnId="{CA51CDBE-4E5E-45E8-9C66-86461101A3E6}">
      <dgm:prSet/>
      <dgm:spPr/>
      <dgm:t>
        <a:bodyPr/>
        <a:lstStyle/>
        <a:p>
          <a:endParaRPr lang="en-US"/>
        </a:p>
      </dgm:t>
    </dgm:pt>
    <dgm:pt modelId="{7A2AC62E-490D-4BDC-980A-14F7CD360399}" type="sibTrans" cxnId="{CA51CDBE-4E5E-45E8-9C66-86461101A3E6}">
      <dgm:prSet/>
      <dgm:spPr/>
      <dgm:t>
        <a:bodyPr/>
        <a:lstStyle/>
        <a:p>
          <a:endParaRPr lang="en-US"/>
        </a:p>
      </dgm:t>
    </dgm:pt>
    <dgm:pt modelId="{04B7A366-AE39-45C0-9391-FF1C57330A3F}">
      <dgm:prSet phldrT="[Text]"/>
      <dgm:spPr/>
      <dgm:t>
        <a:bodyPr/>
        <a:lstStyle/>
        <a:p>
          <a:r>
            <a:rPr lang="en-US"/>
            <a:t>Send script/quick reply to client including all program change information and wait for a response before saving the changes</a:t>
          </a:r>
        </a:p>
      </dgm:t>
    </dgm:pt>
    <dgm:pt modelId="{07C55B2B-1FC5-411D-8B5A-31EB501C062C}" type="parTrans" cxnId="{3F5CC217-3E3C-4BBD-801A-C88BE5B9FE23}">
      <dgm:prSet/>
      <dgm:spPr/>
      <dgm:t>
        <a:bodyPr/>
        <a:lstStyle/>
        <a:p>
          <a:endParaRPr lang="en-US"/>
        </a:p>
      </dgm:t>
    </dgm:pt>
    <dgm:pt modelId="{FD3A5C3E-4B9A-4D8C-B806-21571A475844}" type="sibTrans" cxnId="{3F5CC217-3E3C-4BBD-801A-C88BE5B9FE23}">
      <dgm:prSet/>
      <dgm:spPr/>
      <dgm:t>
        <a:bodyPr/>
        <a:lstStyle/>
        <a:p>
          <a:endParaRPr lang="en-US"/>
        </a:p>
      </dgm:t>
    </dgm:pt>
    <dgm:pt modelId="{C16D1B11-6AA5-4EAF-BF99-4269B2566486}">
      <dgm:prSet phldrT="[Text]"/>
      <dgm:spPr/>
      <dgm:t>
        <a:bodyPr/>
        <a:lstStyle/>
        <a:p>
          <a:r>
            <a:rPr lang="en-US"/>
            <a:t>Save Program Changes and move to next steps</a:t>
          </a:r>
        </a:p>
      </dgm:t>
    </dgm:pt>
    <dgm:pt modelId="{0FDAF5A1-6B02-46BB-92DB-3ED4678F6134}" type="parTrans" cxnId="{FAB4A9CF-B80A-456E-8215-88D058A86840}">
      <dgm:prSet/>
      <dgm:spPr/>
      <dgm:t>
        <a:bodyPr/>
        <a:lstStyle/>
        <a:p>
          <a:endParaRPr lang="en-US"/>
        </a:p>
      </dgm:t>
    </dgm:pt>
    <dgm:pt modelId="{76C7D856-E01E-4D20-888D-0946CB6D8536}" type="sibTrans" cxnId="{FAB4A9CF-B80A-456E-8215-88D058A86840}">
      <dgm:prSet/>
      <dgm:spPr/>
      <dgm:t>
        <a:bodyPr/>
        <a:lstStyle/>
        <a:p>
          <a:endParaRPr lang="en-US"/>
        </a:p>
      </dgm:t>
    </dgm:pt>
    <dgm:pt modelId="{3308BD6D-F92F-480D-B12A-115164AC7DDE}">
      <dgm:prSet phldrT="[Text]"/>
      <dgm:spPr/>
      <dgm:t>
        <a:bodyPr/>
        <a:lstStyle/>
        <a:p>
          <a:r>
            <a:rPr lang="en-US"/>
            <a:t>Advise client that an amendment will be uploaded to their Client Portal</a:t>
          </a:r>
        </a:p>
      </dgm:t>
    </dgm:pt>
    <dgm:pt modelId="{5396878D-A581-49DA-8A56-6DF5D1BA510E}" type="parTrans" cxnId="{F5282D9D-9182-484A-BE06-B4B19AD78644}">
      <dgm:prSet/>
      <dgm:spPr/>
      <dgm:t>
        <a:bodyPr/>
        <a:lstStyle/>
        <a:p>
          <a:endParaRPr lang="en-US"/>
        </a:p>
      </dgm:t>
    </dgm:pt>
    <dgm:pt modelId="{50CEA49A-F640-479D-A7E1-2298A4814125}" type="sibTrans" cxnId="{F5282D9D-9182-484A-BE06-B4B19AD78644}">
      <dgm:prSet/>
      <dgm:spPr/>
      <dgm:t>
        <a:bodyPr/>
        <a:lstStyle/>
        <a:p>
          <a:endParaRPr lang="en-US"/>
        </a:p>
      </dgm:t>
    </dgm:pt>
    <dgm:pt modelId="{C48CF7A9-25CF-487E-B886-58704EBD3B6A}">
      <dgm:prSet phldrT="[Text]"/>
      <dgm:spPr/>
      <dgm:t>
        <a:bodyPr/>
        <a:lstStyle/>
        <a:p>
          <a:pPr rtl="0"/>
          <a:r>
            <a:rPr lang="en-US"/>
            <a:t>To complete draft changes, refer to </a:t>
          </a:r>
          <a:r>
            <a:rPr lang="en-US" dirty="0">
              <a:latin typeface="Calibri Light" panose="020F0302020204030204"/>
              <a:hlinkClick xmlns:r="http://schemas.openxmlformats.org/officeDocument/2006/relationships" r:id="rId2"/>
            </a:rPr>
            <a:t>Draft Change QRG</a:t>
          </a:r>
          <a:endParaRPr lang="en-US" dirty="0">
            <a:hlinkClick xmlns:r="http://schemas.openxmlformats.org/officeDocument/2006/relationships" r:id="rId2"/>
          </a:endParaRPr>
        </a:p>
      </dgm:t>
    </dgm:pt>
    <dgm:pt modelId="{A5D03701-E122-4031-83C3-6AFE83F27269}" type="parTrans" cxnId="{49008E52-2341-4EF7-8BB5-5F7EC0215623}">
      <dgm:prSet/>
      <dgm:spPr/>
      <dgm:t>
        <a:bodyPr/>
        <a:lstStyle/>
        <a:p>
          <a:endParaRPr lang="en-US"/>
        </a:p>
      </dgm:t>
    </dgm:pt>
    <dgm:pt modelId="{660BC895-63C9-47DF-B6C5-01A705F7802A}" type="sibTrans" cxnId="{49008E52-2341-4EF7-8BB5-5F7EC0215623}">
      <dgm:prSet/>
      <dgm:spPr/>
      <dgm:t>
        <a:bodyPr/>
        <a:lstStyle/>
        <a:p>
          <a:endParaRPr lang="en-US"/>
        </a:p>
      </dgm:t>
    </dgm:pt>
    <dgm:pt modelId="{4D4539DD-8728-4252-B548-661DDA57BFBB}">
      <dgm:prSet phldrT="[Text]"/>
      <dgm:spPr/>
      <dgm:t>
        <a:bodyPr/>
        <a:lstStyle/>
        <a:p>
          <a:r>
            <a:rPr lang="en-US"/>
            <a:t>To add/remove months follow the process on next slide</a:t>
          </a:r>
        </a:p>
      </dgm:t>
    </dgm:pt>
    <dgm:pt modelId="{4D229361-5E13-4511-9631-73AF9E689934}" type="parTrans" cxnId="{39EACECB-7575-4488-B68A-D6BE8E997904}">
      <dgm:prSet/>
      <dgm:spPr/>
      <dgm:t>
        <a:bodyPr/>
        <a:lstStyle/>
        <a:p>
          <a:endParaRPr lang="en-US"/>
        </a:p>
      </dgm:t>
    </dgm:pt>
    <dgm:pt modelId="{BC7D696D-2504-4F72-836A-272D449A683E}" type="sibTrans" cxnId="{39EACECB-7575-4488-B68A-D6BE8E997904}">
      <dgm:prSet/>
      <dgm:spPr/>
      <dgm:t>
        <a:bodyPr/>
        <a:lstStyle/>
        <a:p>
          <a:endParaRPr lang="en-US"/>
        </a:p>
      </dgm:t>
    </dgm:pt>
    <dgm:pt modelId="{04E8DB08-EBE9-4360-8325-4E7AA7B60D06}">
      <dgm:prSet phldr="0"/>
      <dgm:spPr/>
      <dgm:t>
        <a:bodyPr/>
        <a:lstStyle/>
        <a:p>
          <a:pPr rtl="0"/>
          <a:r>
            <a:rPr lang="en-US">
              <a:latin typeface="Calibri Light" panose="020F0302020204030204"/>
            </a:rPr>
            <a:t>Save Chat/Email as PDF and upload to Client File</a:t>
          </a:r>
        </a:p>
      </dgm:t>
    </dgm:pt>
    <dgm:pt modelId="{0AE3625F-4D80-429E-B669-3BCDAD77CA08}" type="parTrans" cxnId="{4E2C7D90-4749-45AE-AF04-7D3C0548CA2B}">
      <dgm:prSet/>
      <dgm:spPr/>
    </dgm:pt>
    <dgm:pt modelId="{CADBD163-F8F8-4112-80B3-4C290EE18494}" type="sibTrans" cxnId="{4E2C7D90-4749-45AE-AF04-7D3C0548CA2B}">
      <dgm:prSet/>
      <dgm:spPr/>
    </dgm:pt>
    <dgm:pt modelId="{73E17B49-1C14-4318-AB3E-F7623F49DF44}" type="pres">
      <dgm:prSet presAssocID="{72120BDC-9F93-4552-809D-FB3A8C455707}" presName="linear" presStyleCnt="0">
        <dgm:presLayoutVars>
          <dgm:dir/>
          <dgm:animLvl val="lvl"/>
          <dgm:resizeHandles val="exact"/>
        </dgm:presLayoutVars>
      </dgm:prSet>
      <dgm:spPr/>
    </dgm:pt>
    <dgm:pt modelId="{06DF6DA1-44A6-4642-8185-ADAE5B08AADA}" type="pres">
      <dgm:prSet presAssocID="{1CA34FE1-7D43-4021-8DC3-F7BEF2E5F3D0}" presName="parentLin" presStyleCnt="0"/>
      <dgm:spPr/>
    </dgm:pt>
    <dgm:pt modelId="{8F044FC5-869A-409F-80CE-9502B100C7BD}" type="pres">
      <dgm:prSet presAssocID="{1CA34FE1-7D43-4021-8DC3-F7BEF2E5F3D0}" presName="parentLeftMargin" presStyleLbl="node1" presStyleIdx="0" presStyleCnt="3"/>
      <dgm:spPr/>
    </dgm:pt>
    <dgm:pt modelId="{A81A44CF-8AC8-416B-BF10-B67AD789F8F9}" type="pres">
      <dgm:prSet presAssocID="{1CA34FE1-7D43-4021-8DC3-F7BEF2E5F3D0}" presName="parentText" presStyleLbl="node1" presStyleIdx="0" presStyleCnt="3">
        <dgm:presLayoutVars>
          <dgm:chMax val="0"/>
          <dgm:bulletEnabled val="1"/>
        </dgm:presLayoutVars>
      </dgm:prSet>
      <dgm:spPr/>
    </dgm:pt>
    <dgm:pt modelId="{0944599F-AE74-4E84-859A-646B941BD6E3}" type="pres">
      <dgm:prSet presAssocID="{1CA34FE1-7D43-4021-8DC3-F7BEF2E5F3D0}" presName="negativeSpace" presStyleCnt="0"/>
      <dgm:spPr/>
    </dgm:pt>
    <dgm:pt modelId="{48FE14A8-3724-42D3-97F2-4CF499828D8F}" type="pres">
      <dgm:prSet presAssocID="{1CA34FE1-7D43-4021-8DC3-F7BEF2E5F3D0}" presName="childText" presStyleLbl="conFgAcc1" presStyleIdx="0" presStyleCnt="3">
        <dgm:presLayoutVars>
          <dgm:bulletEnabled val="1"/>
        </dgm:presLayoutVars>
      </dgm:prSet>
      <dgm:spPr/>
    </dgm:pt>
    <dgm:pt modelId="{0A137F1C-680D-48C3-AD01-F625CA54BDFF}" type="pres">
      <dgm:prSet presAssocID="{4B2ACF1C-4066-44F2-BAD2-49FCBDB383BF}" presName="spaceBetweenRectangles" presStyleCnt="0"/>
      <dgm:spPr/>
    </dgm:pt>
    <dgm:pt modelId="{14EB20C8-E93B-4E2F-B2C6-BA1F249B0611}" type="pres">
      <dgm:prSet presAssocID="{88D28117-B286-4AB3-846A-2AE80E66B346}" presName="parentLin" presStyleCnt="0"/>
      <dgm:spPr/>
    </dgm:pt>
    <dgm:pt modelId="{2F70D6E7-40A9-41A1-B0FB-BA9569CD1007}" type="pres">
      <dgm:prSet presAssocID="{88D28117-B286-4AB3-846A-2AE80E66B346}" presName="parentLeftMargin" presStyleLbl="node1" presStyleIdx="0" presStyleCnt="3"/>
      <dgm:spPr/>
    </dgm:pt>
    <dgm:pt modelId="{9B40BA4E-DDE1-409E-AECE-463BF50D8349}" type="pres">
      <dgm:prSet presAssocID="{88D28117-B286-4AB3-846A-2AE80E66B346}" presName="parentText" presStyleLbl="node1" presStyleIdx="1" presStyleCnt="3">
        <dgm:presLayoutVars>
          <dgm:chMax val="0"/>
          <dgm:bulletEnabled val="1"/>
        </dgm:presLayoutVars>
      </dgm:prSet>
      <dgm:spPr/>
    </dgm:pt>
    <dgm:pt modelId="{E0A58629-1D98-4ED0-9F2A-7187E6982562}" type="pres">
      <dgm:prSet presAssocID="{88D28117-B286-4AB3-846A-2AE80E66B346}" presName="negativeSpace" presStyleCnt="0"/>
      <dgm:spPr/>
    </dgm:pt>
    <dgm:pt modelId="{0EC227F2-EF6B-4DC4-B6E8-084615029D53}" type="pres">
      <dgm:prSet presAssocID="{88D28117-B286-4AB3-846A-2AE80E66B346}" presName="childText" presStyleLbl="conFgAcc1" presStyleIdx="1" presStyleCnt="3">
        <dgm:presLayoutVars>
          <dgm:bulletEnabled val="1"/>
        </dgm:presLayoutVars>
      </dgm:prSet>
      <dgm:spPr/>
    </dgm:pt>
    <dgm:pt modelId="{573A4CBC-8829-4622-9AF1-B1C4FF731D27}" type="pres">
      <dgm:prSet presAssocID="{A6170532-E7D8-47B1-91F4-F518B3061870}" presName="spaceBetweenRectangles" presStyleCnt="0"/>
      <dgm:spPr/>
    </dgm:pt>
    <dgm:pt modelId="{84E4E6E2-6851-4C69-B1DB-E424E87F896F}" type="pres">
      <dgm:prSet presAssocID="{C16D1B11-6AA5-4EAF-BF99-4269B2566486}" presName="parentLin" presStyleCnt="0"/>
      <dgm:spPr/>
    </dgm:pt>
    <dgm:pt modelId="{76D11674-3A09-4B0A-84B3-5B5F404440F8}" type="pres">
      <dgm:prSet presAssocID="{C16D1B11-6AA5-4EAF-BF99-4269B2566486}" presName="parentLeftMargin" presStyleLbl="node1" presStyleIdx="1" presStyleCnt="3"/>
      <dgm:spPr/>
    </dgm:pt>
    <dgm:pt modelId="{1B650484-051C-48A0-B983-9D58E959679F}" type="pres">
      <dgm:prSet presAssocID="{C16D1B11-6AA5-4EAF-BF99-4269B2566486}" presName="parentText" presStyleLbl="node1" presStyleIdx="2" presStyleCnt="3">
        <dgm:presLayoutVars>
          <dgm:chMax val="0"/>
          <dgm:bulletEnabled val="1"/>
        </dgm:presLayoutVars>
      </dgm:prSet>
      <dgm:spPr/>
    </dgm:pt>
    <dgm:pt modelId="{F218A8F0-4B57-4781-9046-37A4B2DF28B6}" type="pres">
      <dgm:prSet presAssocID="{C16D1B11-6AA5-4EAF-BF99-4269B2566486}" presName="negativeSpace" presStyleCnt="0"/>
      <dgm:spPr/>
    </dgm:pt>
    <dgm:pt modelId="{AFC43108-D19B-467F-B9F5-F1DA9C399335}" type="pres">
      <dgm:prSet presAssocID="{C16D1B11-6AA5-4EAF-BF99-4269B2566486}" presName="childText" presStyleLbl="conFgAcc1" presStyleIdx="2" presStyleCnt="3">
        <dgm:presLayoutVars>
          <dgm:bulletEnabled val="1"/>
        </dgm:presLayoutVars>
      </dgm:prSet>
      <dgm:spPr/>
    </dgm:pt>
  </dgm:ptLst>
  <dgm:cxnLst>
    <dgm:cxn modelId="{FA771110-9ACF-477E-9E93-B7A26AF1E6B9}" type="presOf" srcId="{72120BDC-9F93-4552-809D-FB3A8C455707}" destId="{73E17B49-1C14-4318-AB3E-F7623F49DF44}" srcOrd="0" destOrd="0" presId="urn:microsoft.com/office/officeart/2005/8/layout/list1"/>
    <dgm:cxn modelId="{3F5CC217-3E3C-4BBD-801A-C88BE5B9FE23}" srcId="{941549AC-0C22-44C5-B8CB-893DD1C247A4}" destId="{04B7A366-AE39-45C0-9391-FF1C57330A3F}" srcOrd="0" destOrd="0" parTransId="{07C55B2B-1FC5-411D-8B5A-31EB501C062C}" sibTransId="{FD3A5C3E-4B9A-4D8C-B806-21571A475844}"/>
    <dgm:cxn modelId="{94055318-0D77-4E65-B4C8-E3165AC97100}" srcId="{72120BDC-9F93-4552-809D-FB3A8C455707}" destId="{1CA34FE1-7D43-4021-8DC3-F7BEF2E5F3D0}" srcOrd="0" destOrd="0" parTransId="{399C800A-4284-40B0-8747-4232F60080CD}" sibTransId="{4B2ACF1C-4066-44F2-BAD2-49FCBDB383BF}"/>
    <dgm:cxn modelId="{4379111E-6626-4BBE-B17C-DF127D810EDE}" type="presOf" srcId="{D6E089AC-B3A3-4CAA-ACE8-E7DB3712FE49}" destId="{48FE14A8-3724-42D3-97F2-4CF499828D8F}" srcOrd="0" destOrd="3" presId="urn:microsoft.com/office/officeart/2005/8/layout/list1"/>
    <dgm:cxn modelId="{C009D42D-E18D-4592-B721-E1F831FC0897}" srcId="{72120BDC-9F93-4552-809D-FB3A8C455707}" destId="{88D28117-B286-4AB3-846A-2AE80E66B346}" srcOrd="1" destOrd="0" parTransId="{7F285469-4D43-4813-AA76-AFBC0B75687F}" sibTransId="{A6170532-E7D8-47B1-91F4-F518B3061870}"/>
    <dgm:cxn modelId="{A7A9B964-45EC-4FF0-B8A0-B5BCFE68552F}" srcId="{1CA34FE1-7D43-4021-8DC3-F7BEF2E5F3D0}" destId="{F500FFDE-AA99-4171-A880-1EDF4C473ABA}" srcOrd="1" destOrd="0" parTransId="{ED6A5870-5D6F-4202-95EF-070500DBB093}" sibTransId="{2BEA2402-A782-4687-A91B-4A305F00D5F1}"/>
    <dgm:cxn modelId="{063F3B46-1F34-4D30-A19E-E87ECE87A1EE}" type="presOf" srcId="{F500FFDE-AA99-4171-A880-1EDF4C473ABA}" destId="{48FE14A8-3724-42D3-97F2-4CF499828D8F}" srcOrd="0" destOrd="1" presId="urn:microsoft.com/office/officeart/2005/8/layout/list1"/>
    <dgm:cxn modelId="{C83E3048-B341-4C5B-8FF5-9CE59D9B98E4}" type="presOf" srcId="{04B7A366-AE39-45C0-9391-FF1C57330A3F}" destId="{0EC227F2-EF6B-4DC4-B6E8-084615029D53}" srcOrd="0" destOrd="1" presId="urn:microsoft.com/office/officeart/2005/8/layout/list1"/>
    <dgm:cxn modelId="{5D5FD14A-C891-4A50-81DE-788E3B04C8C0}" type="presOf" srcId="{4D4539DD-8728-4252-B548-661DDA57BFBB}" destId="{AFC43108-D19B-467F-B9F5-F1DA9C399335}" srcOrd="0" destOrd="2" presId="urn:microsoft.com/office/officeart/2005/8/layout/list1"/>
    <dgm:cxn modelId="{98EED36B-8EA7-474B-BD5E-593C829252DF}" type="presOf" srcId="{C48CF7A9-25CF-487E-B886-58704EBD3B6A}" destId="{AFC43108-D19B-467F-B9F5-F1DA9C399335}" srcOrd="0" destOrd="1" presId="urn:microsoft.com/office/officeart/2005/8/layout/list1"/>
    <dgm:cxn modelId="{7CFA664F-AA8C-496F-82CE-AFA4F3BD2A22}" type="presOf" srcId="{88D28117-B286-4AB3-846A-2AE80E66B346}" destId="{9B40BA4E-DDE1-409E-AECE-463BF50D8349}" srcOrd="1" destOrd="0" presId="urn:microsoft.com/office/officeart/2005/8/layout/list1"/>
    <dgm:cxn modelId="{49008E52-2341-4EF7-8BB5-5F7EC0215623}" srcId="{C16D1B11-6AA5-4EAF-BF99-4269B2566486}" destId="{C48CF7A9-25CF-487E-B886-58704EBD3B6A}" srcOrd="1" destOrd="0" parTransId="{A5D03701-E122-4031-83C3-6AFE83F27269}" sibTransId="{660BC895-63C9-47DF-B6C5-01A705F7802A}"/>
    <dgm:cxn modelId="{EF78F079-CB68-4BD6-9A24-03CBF3E59E95}" type="presOf" srcId="{C16D1B11-6AA5-4EAF-BF99-4269B2566486}" destId="{76D11674-3A09-4B0A-84B3-5B5F404440F8}" srcOrd="0" destOrd="0" presId="urn:microsoft.com/office/officeart/2005/8/layout/list1"/>
    <dgm:cxn modelId="{EEAE147E-66BA-4A56-BDC2-5529D5A63D40}" type="presOf" srcId="{C16D1B11-6AA5-4EAF-BF99-4269B2566486}" destId="{1B650484-051C-48A0-B983-9D58E959679F}" srcOrd="1" destOrd="0" presId="urn:microsoft.com/office/officeart/2005/8/layout/list1"/>
    <dgm:cxn modelId="{99518989-5BBF-41C5-9A00-07FBC9539E87}" type="presOf" srcId="{1CA34FE1-7D43-4021-8DC3-F7BEF2E5F3D0}" destId="{8F044FC5-869A-409F-80CE-9502B100C7BD}" srcOrd="0" destOrd="0" presId="urn:microsoft.com/office/officeart/2005/8/layout/list1"/>
    <dgm:cxn modelId="{4E2C7D90-4749-45AE-AF04-7D3C0548CA2B}" srcId="{941549AC-0C22-44C5-B8CB-893DD1C247A4}" destId="{04E8DB08-EBE9-4360-8325-4E7AA7B60D06}" srcOrd="1" destOrd="0" parTransId="{0AE3625F-4D80-429E-B669-3BCDAD77CA08}" sibTransId="{CADBD163-F8F8-4112-80B3-4C290EE18494}"/>
    <dgm:cxn modelId="{CD9C9490-CA21-4983-A4FC-9E524E88E909}" type="presOf" srcId="{6BBB1A33-1AFE-4682-8548-733C46E09081}" destId="{48FE14A8-3724-42D3-97F2-4CF499828D8F}" srcOrd="0" destOrd="2" presId="urn:microsoft.com/office/officeart/2005/8/layout/list1"/>
    <dgm:cxn modelId="{F5282D9D-9182-484A-BE06-B4B19AD78644}" srcId="{C16D1B11-6AA5-4EAF-BF99-4269B2566486}" destId="{3308BD6D-F92F-480D-B12A-115164AC7DDE}" srcOrd="0" destOrd="0" parTransId="{5396878D-A581-49DA-8A56-6DF5D1BA510E}" sibTransId="{50CEA49A-F640-479D-A7E1-2298A4814125}"/>
    <dgm:cxn modelId="{68D8559E-00C3-4F93-B3C3-F3E62B4152DE}" type="presOf" srcId="{1CA34FE1-7D43-4021-8DC3-F7BEF2E5F3D0}" destId="{A81A44CF-8AC8-416B-BF10-B67AD789F8F9}" srcOrd="1" destOrd="0" presId="urn:microsoft.com/office/officeart/2005/8/layout/list1"/>
    <dgm:cxn modelId="{97DC1CA6-D8B7-464A-A1B4-BFCDE5DDCB14}" type="presOf" srcId="{8C8E15CD-FCE8-4648-82A7-B5D85649BB22}" destId="{48FE14A8-3724-42D3-97F2-4CF499828D8F}" srcOrd="0" destOrd="0" presId="urn:microsoft.com/office/officeart/2005/8/layout/list1"/>
    <dgm:cxn modelId="{B98C3AAA-DAF4-4826-858E-57BA7F4977DC}" srcId="{F500FFDE-AA99-4171-A880-1EDF4C473ABA}" destId="{6BBB1A33-1AFE-4682-8548-733C46E09081}" srcOrd="0" destOrd="0" parTransId="{FAE15CDE-B87C-4F7A-8124-366693B43CD3}" sibTransId="{92DB1AC1-E59B-4A6D-83CB-CF9667F53EC7}"/>
    <dgm:cxn modelId="{C7DC3CAE-FF91-4998-81D0-D0AD8A7D2934}" srcId="{1CA34FE1-7D43-4021-8DC3-F7BEF2E5F3D0}" destId="{8C8E15CD-FCE8-4648-82A7-B5D85649BB22}" srcOrd="0" destOrd="0" parTransId="{2B9933AA-479E-43DD-9242-E83B2BA474BE}" sibTransId="{26C48E78-062A-48D4-9B40-65980D5B1543}"/>
    <dgm:cxn modelId="{1C1E59B7-B02D-4142-BE2F-426431264664}" type="presOf" srcId="{04E8DB08-EBE9-4360-8325-4E7AA7B60D06}" destId="{0EC227F2-EF6B-4DC4-B6E8-084615029D53}" srcOrd="0" destOrd="2" presId="urn:microsoft.com/office/officeart/2005/8/layout/list1"/>
    <dgm:cxn modelId="{BCFB9CBC-5786-4B75-97B2-653FC8AD916B}" srcId="{1CA34FE1-7D43-4021-8DC3-F7BEF2E5F3D0}" destId="{D6E089AC-B3A3-4CAA-ACE8-E7DB3712FE49}" srcOrd="2" destOrd="0" parTransId="{BFE250D5-4F8C-42CF-8770-6100F424FE00}" sibTransId="{B2D5617B-DA90-4398-8571-EB05A2FB3D7B}"/>
    <dgm:cxn modelId="{CA51CDBE-4E5E-45E8-9C66-86461101A3E6}" srcId="{88D28117-B286-4AB3-846A-2AE80E66B346}" destId="{941549AC-0C22-44C5-B8CB-893DD1C247A4}" srcOrd="0" destOrd="0" parTransId="{A4BD91D7-6BBC-4F09-AB77-5AC2A161C4F0}" sibTransId="{7A2AC62E-490D-4BDC-980A-14F7CD360399}"/>
    <dgm:cxn modelId="{39EACECB-7575-4488-B68A-D6BE8E997904}" srcId="{C16D1B11-6AA5-4EAF-BF99-4269B2566486}" destId="{4D4539DD-8728-4252-B548-661DDA57BFBB}" srcOrd="2" destOrd="0" parTransId="{4D229361-5E13-4511-9631-73AF9E689934}" sibTransId="{BC7D696D-2504-4F72-836A-272D449A683E}"/>
    <dgm:cxn modelId="{FAB4A9CF-B80A-456E-8215-88D058A86840}" srcId="{72120BDC-9F93-4552-809D-FB3A8C455707}" destId="{C16D1B11-6AA5-4EAF-BF99-4269B2566486}" srcOrd="2" destOrd="0" parTransId="{0FDAF5A1-6B02-46BB-92DB-3ED4678F6134}" sibTransId="{76C7D856-E01E-4D20-888D-0946CB6D8536}"/>
    <dgm:cxn modelId="{9A671ADF-4586-4F10-BA3B-E21A6AFD89B6}" type="presOf" srcId="{941549AC-0C22-44C5-B8CB-893DD1C247A4}" destId="{0EC227F2-EF6B-4DC4-B6E8-084615029D53}" srcOrd="0" destOrd="0" presId="urn:microsoft.com/office/officeart/2005/8/layout/list1"/>
    <dgm:cxn modelId="{4F50C0EC-EAB9-417A-B641-9FBB234BFE57}" type="presOf" srcId="{3308BD6D-F92F-480D-B12A-115164AC7DDE}" destId="{AFC43108-D19B-467F-B9F5-F1DA9C399335}" srcOrd="0" destOrd="0" presId="urn:microsoft.com/office/officeart/2005/8/layout/list1"/>
    <dgm:cxn modelId="{479F80F8-B781-47CF-8205-7BE3FE3F4C16}" type="presOf" srcId="{88D28117-B286-4AB3-846A-2AE80E66B346}" destId="{2F70D6E7-40A9-41A1-B0FB-BA9569CD1007}" srcOrd="0" destOrd="0" presId="urn:microsoft.com/office/officeart/2005/8/layout/list1"/>
    <dgm:cxn modelId="{8D3E09E3-1DDC-4649-80B7-F0A5B6A65FA8}" type="presParOf" srcId="{73E17B49-1C14-4318-AB3E-F7623F49DF44}" destId="{06DF6DA1-44A6-4642-8185-ADAE5B08AADA}" srcOrd="0" destOrd="0" presId="urn:microsoft.com/office/officeart/2005/8/layout/list1"/>
    <dgm:cxn modelId="{85400040-18D7-4F96-914B-83472FB7BD96}" type="presParOf" srcId="{06DF6DA1-44A6-4642-8185-ADAE5B08AADA}" destId="{8F044FC5-869A-409F-80CE-9502B100C7BD}" srcOrd="0" destOrd="0" presId="urn:microsoft.com/office/officeart/2005/8/layout/list1"/>
    <dgm:cxn modelId="{5F9EE962-12E2-46D2-882C-30F5FAC2BE77}" type="presParOf" srcId="{06DF6DA1-44A6-4642-8185-ADAE5B08AADA}" destId="{A81A44CF-8AC8-416B-BF10-B67AD789F8F9}" srcOrd="1" destOrd="0" presId="urn:microsoft.com/office/officeart/2005/8/layout/list1"/>
    <dgm:cxn modelId="{31377867-0AA8-4604-A91A-D5FC773E6790}" type="presParOf" srcId="{73E17B49-1C14-4318-AB3E-F7623F49DF44}" destId="{0944599F-AE74-4E84-859A-646B941BD6E3}" srcOrd="1" destOrd="0" presId="urn:microsoft.com/office/officeart/2005/8/layout/list1"/>
    <dgm:cxn modelId="{08D26B7D-9F11-44E7-ADA5-5F2E06DA4A38}" type="presParOf" srcId="{73E17B49-1C14-4318-AB3E-F7623F49DF44}" destId="{48FE14A8-3724-42D3-97F2-4CF499828D8F}" srcOrd="2" destOrd="0" presId="urn:microsoft.com/office/officeart/2005/8/layout/list1"/>
    <dgm:cxn modelId="{45ABF6CD-6CFF-4B6F-93CD-C4FBEA772F52}" type="presParOf" srcId="{73E17B49-1C14-4318-AB3E-F7623F49DF44}" destId="{0A137F1C-680D-48C3-AD01-F625CA54BDFF}" srcOrd="3" destOrd="0" presId="urn:microsoft.com/office/officeart/2005/8/layout/list1"/>
    <dgm:cxn modelId="{058C5EB2-99E3-488A-BA46-3EE2768676FB}" type="presParOf" srcId="{73E17B49-1C14-4318-AB3E-F7623F49DF44}" destId="{14EB20C8-E93B-4E2F-B2C6-BA1F249B0611}" srcOrd="4" destOrd="0" presId="urn:microsoft.com/office/officeart/2005/8/layout/list1"/>
    <dgm:cxn modelId="{DA91C246-F5D2-4742-A74A-2143EFAD6615}" type="presParOf" srcId="{14EB20C8-E93B-4E2F-B2C6-BA1F249B0611}" destId="{2F70D6E7-40A9-41A1-B0FB-BA9569CD1007}" srcOrd="0" destOrd="0" presId="urn:microsoft.com/office/officeart/2005/8/layout/list1"/>
    <dgm:cxn modelId="{B3014439-9634-4925-9124-59C33167E95D}" type="presParOf" srcId="{14EB20C8-E93B-4E2F-B2C6-BA1F249B0611}" destId="{9B40BA4E-DDE1-409E-AECE-463BF50D8349}" srcOrd="1" destOrd="0" presId="urn:microsoft.com/office/officeart/2005/8/layout/list1"/>
    <dgm:cxn modelId="{496078D0-717E-47CD-8711-6279EC677A38}" type="presParOf" srcId="{73E17B49-1C14-4318-AB3E-F7623F49DF44}" destId="{E0A58629-1D98-4ED0-9F2A-7187E6982562}" srcOrd="5" destOrd="0" presId="urn:microsoft.com/office/officeart/2005/8/layout/list1"/>
    <dgm:cxn modelId="{D58DC700-9EF7-4B74-BB0C-F50708129B82}" type="presParOf" srcId="{73E17B49-1C14-4318-AB3E-F7623F49DF44}" destId="{0EC227F2-EF6B-4DC4-B6E8-084615029D53}" srcOrd="6" destOrd="0" presId="urn:microsoft.com/office/officeart/2005/8/layout/list1"/>
    <dgm:cxn modelId="{E8CDBDAD-52F8-483B-9044-0F018F08E034}" type="presParOf" srcId="{73E17B49-1C14-4318-AB3E-F7623F49DF44}" destId="{573A4CBC-8829-4622-9AF1-B1C4FF731D27}" srcOrd="7" destOrd="0" presId="urn:microsoft.com/office/officeart/2005/8/layout/list1"/>
    <dgm:cxn modelId="{24060F9E-90B5-4502-A38D-F095D9B54A85}" type="presParOf" srcId="{73E17B49-1C14-4318-AB3E-F7623F49DF44}" destId="{84E4E6E2-6851-4C69-B1DB-E424E87F896F}" srcOrd="8" destOrd="0" presId="urn:microsoft.com/office/officeart/2005/8/layout/list1"/>
    <dgm:cxn modelId="{DD579006-37FB-4D48-9E79-9C1BD0479243}" type="presParOf" srcId="{84E4E6E2-6851-4C69-B1DB-E424E87F896F}" destId="{76D11674-3A09-4B0A-84B3-5B5F404440F8}" srcOrd="0" destOrd="0" presId="urn:microsoft.com/office/officeart/2005/8/layout/list1"/>
    <dgm:cxn modelId="{3D32727E-21EA-4AE5-AE8A-7D9FCCD885D2}" type="presParOf" srcId="{84E4E6E2-6851-4C69-B1DB-E424E87F896F}" destId="{1B650484-051C-48A0-B983-9D58E959679F}" srcOrd="1" destOrd="0" presId="urn:microsoft.com/office/officeart/2005/8/layout/list1"/>
    <dgm:cxn modelId="{68C09F60-61CC-4968-AF83-44B3F025F2FB}" type="presParOf" srcId="{73E17B49-1C14-4318-AB3E-F7623F49DF44}" destId="{F218A8F0-4B57-4781-9046-37A4B2DF28B6}" srcOrd="9" destOrd="0" presId="urn:microsoft.com/office/officeart/2005/8/layout/list1"/>
    <dgm:cxn modelId="{751CC42A-CE32-4261-9CC3-68DA73BA61C6}" type="presParOf" srcId="{73E17B49-1C14-4318-AB3E-F7623F49DF44}" destId="{AFC43108-D19B-467F-B9F5-F1DA9C399335}" srcOrd="10"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F75244-F113-42BB-9F3A-15134A02670A}">
      <dsp:nvSpPr>
        <dsp:cNvPr id="0" name=""/>
        <dsp:cNvSpPr/>
      </dsp:nvSpPr>
      <dsp:spPr>
        <a:xfrm>
          <a:off x="0" y="90130"/>
          <a:ext cx="7886700" cy="383760"/>
        </a:xfrm>
        <a:prstGeom prst="roundRect">
          <a:avLst/>
        </a:prstGeom>
        <a:solidFill>
          <a:schemeClr val="accent1">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Open Calculator</a:t>
          </a:r>
        </a:p>
      </dsp:txBody>
      <dsp:txXfrm>
        <a:off x="18734" y="108864"/>
        <a:ext cx="7849232" cy="346292"/>
      </dsp:txXfrm>
    </dsp:sp>
    <dsp:sp modelId="{967978B2-1FE4-4879-A076-3BA7991D0BFA}">
      <dsp:nvSpPr>
        <dsp:cNvPr id="0" name=""/>
        <dsp:cNvSpPr/>
      </dsp:nvSpPr>
      <dsp:spPr>
        <a:xfrm>
          <a:off x="0" y="519970"/>
          <a:ext cx="7886700" cy="383760"/>
        </a:xfrm>
        <a:prstGeom prst="roundRect">
          <a:avLst/>
        </a:prstGeom>
        <a:solidFill>
          <a:schemeClr val="accent1">
            <a:alpha val="90000"/>
            <a:hueOff val="0"/>
            <a:satOff val="0"/>
            <a:lumOff val="0"/>
            <a:alphaOff val="-2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Scroll Down to the schedule and check to see if there are any pending payments (in green)</a:t>
          </a:r>
        </a:p>
      </dsp:txBody>
      <dsp:txXfrm>
        <a:off x="18734" y="538704"/>
        <a:ext cx="7849232" cy="346292"/>
      </dsp:txXfrm>
    </dsp:sp>
    <dsp:sp modelId="{5CFB2980-12B2-4E5D-B032-4AE88CA76410}">
      <dsp:nvSpPr>
        <dsp:cNvPr id="0" name=""/>
        <dsp:cNvSpPr/>
      </dsp:nvSpPr>
      <dsp:spPr>
        <a:xfrm>
          <a:off x="0" y="903730"/>
          <a:ext cx="7886700" cy="596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0403"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US" sz="1200" kern="1200"/>
            <a:t>If yes, go to </a:t>
          </a:r>
          <a:r>
            <a:rPr lang="en-US" sz="1200" i="1" kern="1200"/>
            <a:t>Client Creditor and Simultaneous Settlement </a:t>
          </a:r>
          <a:r>
            <a:rPr lang="en-US" sz="1200" i="0" kern="1200"/>
            <a:t>tab and select the </a:t>
          </a:r>
          <a:r>
            <a:rPr lang="en-US" sz="1200" i="1" kern="1200"/>
            <a:t>Enrolled $</a:t>
          </a:r>
          <a:r>
            <a:rPr lang="en-US" sz="1200" i="0" kern="1200"/>
            <a:t> hyperlink of a different creditor (this allows only finalized payments to show and accurate calculator)</a:t>
          </a:r>
          <a:endParaRPr lang="en-US" sz="1200" kern="1200"/>
        </a:p>
        <a:p>
          <a:pPr marL="114300" lvl="1" indent="-114300" algn="l" defTabSz="533400">
            <a:lnSpc>
              <a:spcPct val="90000"/>
            </a:lnSpc>
            <a:spcBef>
              <a:spcPct val="0"/>
            </a:spcBef>
            <a:spcAft>
              <a:spcPct val="20000"/>
            </a:spcAft>
            <a:buChar char="•"/>
          </a:pPr>
          <a:r>
            <a:rPr lang="en-US" sz="1200" kern="1200"/>
            <a:t>If no, continue</a:t>
          </a:r>
        </a:p>
      </dsp:txBody>
      <dsp:txXfrm>
        <a:off x="0" y="903730"/>
        <a:ext cx="7886700" cy="596160"/>
      </dsp:txXfrm>
    </dsp:sp>
    <dsp:sp modelId="{57B26F6D-3AC3-4C5B-9487-5C94CE7A6DA0}">
      <dsp:nvSpPr>
        <dsp:cNvPr id="0" name=""/>
        <dsp:cNvSpPr/>
      </dsp:nvSpPr>
      <dsp:spPr>
        <a:xfrm>
          <a:off x="0" y="1499890"/>
          <a:ext cx="7886700" cy="383760"/>
        </a:xfrm>
        <a:prstGeom prst="roundRect">
          <a:avLst/>
        </a:prstGeom>
        <a:solidFill>
          <a:schemeClr val="accent1">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Go to the Program Change Tab</a:t>
          </a:r>
        </a:p>
      </dsp:txBody>
      <dsp:txXfrm>
        <a:off x="18734" y="1518624"/>
        <a:ext cx="7849232" cy="3462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F96261-0234-4ADC-9F19-109452135264}">
      <dsp:nvSpPr>
        <dsp:cNvPr id="0" name=""/>
        <dsp:cNvSpPr/>
      </dsp:nvSpPr>
      <dsp:spPr>
        <a:xfrm>
          <a:off x="4662" y="175529"/>
          <a:ext cx="2086746" cy="4135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a:t>Add New Account</a:t>
          </a:r>
        </a:p>
      </dsp:txBody>
      <dsp:txXfrm>
        <a:off x="16775" y="187642"/>
        <a:ext cx="2062520" cy="389330"/>
      </dsp:txXfrm>
    </dsp:sp>
    <dsp:sp modelId="{D7C5878D-D870-4474-A302-3324EAAF8DEF}">
      <dsp:nvSpPr>
        <dsp:cNvPr id="0" name=""/>
        <dsp:cNvSpPr/>
      </dsp:nvSpPr>
      <dsp:spPr>
        <a:xfrm>
          <a:off x="213337" y="589085"/>
          <a:ext cx="208674" cy="600163"/>
        </a:xfrm>
        <a:custGeom>
          <a:avLst/>
          <a:gdLst/>
          <a:ahLst/>
          <a:cxnLst/>
          <a:rect l="0" t="0" r="0" b="0"/>
          <a:pathLst>
            <a:path>
              <a:moveTo>
                <a:pt x="0" y="0"/>
              </a:moveTo>
              <a:lnTo>
                <a:pt x="0" y="600163"/>
              </a:lnTo>
              <a:lnTo>
                <a:pt x="208674" y="60016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72D4CB-41FE-437C-A33B-18B2BBE19605}">
      <dsp:nvSpPr>
        <dsp:cNvPr id="0" name=""/>
        <dsp:cNvSpPr/>
      </dsp:nvSpPr>
      <dsp:spPr>
        <a:xfrm>
          <a:off x="422011" y="692474"/>
          <a:ext cx="1836751" cy="9935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t" anchorCtr="0">
          <a:noAutofit/>
        </a:bodyPr>
        <a:lstStyle/>
        <a:p>
          <a:pPr marL="0" lvl="0" indent="0" algn="l" defTabSz="533400">
            <a:lnSpc>
              <a:spcPct val="90000"/>
            </a:lnSpc>
            <a:spcBef>
              <a:spcPct val="0"/>
            </a:spcBef>
            <a:spcAft>
              <a:spcPct val="35000"/>
            </a:spcAft>
            <a:buNone/>
          </a:pPr>
          <a:r>
            <a:rPr lang="en-US" sz="1200" kern="1200"/>
            <a:t>Review list of creditors to confirm that the account was not previously enrolled</a:t>
          </a:r>
        </a:p>
        <a:p>
          <a:pPr marL="57150" lvl="1" indent="-57150" algn="l" defTabSz="466725">
            <a:lnSpc>
              <a:spcPct val="90000"/>
            </a:lnSpc>
            <a:spcBef>
              <a:spcPct val="0"/>
            </a:spcBef>
            <a:spcAft>
              <a:spcPct val="15000"/>
            </a:spcAft>
            <a:buChar char="•"/>
          </a:pPr>
          <a:r>
            <a:rPr lang="en-US" sz="1050" kern="1200"/>
            <a:t>If it was, move to Re-Add Account</a:t>
          </a:r>
        </a:p>
      </dsp:txBody>
      <dsp:txXfrm>
        <a:off x="451111" y="721574"/>
        <a:ext cx="1778551" cy="935347"/>
      </dsp:txXfrm>
    </dsp:sp>
    <dsp:sp modelId="{BA732088-16E0-493F-BACD-50B695ED2E3A}">
      <dsp:nvSpPr>
        <dsp:cNvPr id="0" name=""/>
        <dsp:cNvSpPr/>
      </dsp:nvSpPr>
      <dsp:spPr>
        <a:xfrm>
          <a:off x="213337" y="589085"/>
          <a:ext cx="208674" cy="1697100"/>
        </a:xfrm>
        <a:custGeom>
          <a:avLst/>
          <a:gdLst/>
          <a:ahLst/>
          <a:cxnLst/>
          <a:rect l="0" t="0" r="0" b="0"/>
          <a:pathLst>
            <a:path>
              <a:moveTo>
                <a:pt x="0" y="0"/>
              </a:moveTo>
              <a:lnTo>
                <a:pt x="0" y="1697100"/>
              </a:lnTo>
              <a:lnTo>
                <a:pt x="208674" y="169710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42644D1-C619-4888-BFF4-67F40360E1BD}">
      <dsp:nvSpPr>
        <dsp:cNvPr id="0" name=""/>
        <dsp:cNvSpPr/>
      </dsp:nvSpPr>
      <dsp:spPr>
        <a:xfrm>
          <a:off x="422011" y="1789411"/>
          <a:ext cx="1836751" cy="9935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a:t>Obtain a statement on account</a:t>
          </a:r>
        </a:p>
      </dsp:txBody>
      <dsp:txXfrm>
        <a:off x="451111" y="1818511"/>
        <a:ext cx="1778551" cy="935347"/>
      </dsp:txXfrm>
    </dsp:sp>
    <dsp:sp modelId="{6725FBFE-D608-44B5-81A2-70D73334F82D}">
      <dsp:nvSpPr>
        <dsp:cNvPr id="0" name=""/>
        <dsp:cNvSpPr/>
      </dsp:nvSpPr>
      <dsp:spPr>
        <a:xfrm>
          <a:off x="213337" y="589085"/>
          <a:ext cx="208674" cy="2794037"/>
        </a:xfrm>
        <a:custGeom>
          <a:avLst/>
          <a:gdLst/>
          <a:ahLst/>
          <a:cxnLst/>
          <a:rect l="0" t="0" r="0" b="0"/>
          <a:pathLst>
            <a:path>
              <a:moveTo>
                <a:pt x="0" y="0"/>
              </a:moveTo>
              <a:lnTo>
                <a:pt x="0" y="2794037"/>
              </a:lnTo>
              <a:lnTo>
                <a:pt x="208674" y="279403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126EBF0-A047-46F9-8C81-41027875D631}">
      <dsp:nvSpPr>
        <dsp:cNvPr id="0" name=""/>
        <dsp:cNvSpPr/>
      </dsp:nvSpPr>
      <dsp:spPr>
        <a:xfrm>
          <a:off x="422011" y="2886348"/>
          <a:ext cx="1836751" cy="9935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a:t>From the Current Creditor Dropdown, select the creditor </a:t>
          </a:r>
        </a:p>
        <a:p>
          <a:pPr marL="0" lvl="0" indent="0" algn="ctr" defTabSz="533400">
            <a:lnSpc>
              <a:spcPct val="90000"/>
            </a:lnSpc>
            <a:spcBef>
              <a:spcPct val="0"/>
            </a:spcBef>
            <a:spcAft>
              <a:spcPct val="35000"/>
            </a:spcAft>
            <a:buNone/>
          </a:pPr>
          <a:r>
            <a:rPr lang="en-US" sz="1200" kern="1200"/>
            <a:t>In the Balance Field, input the current balance</a:t>
          </a:r>
        </a:p>
      </dsp:txBody>
      <dsp:txXfrm>
        <a:off x="451111" y="2915448"/>
        <a:ext cx="1778551" cy="935347"/>
      </dsp:txXfrm>
    </dsp:sp>
    <dsp:sp modelId="{148FA83B-F309-4EFE-A1A1-4C0D49E5E627}">
      <dsp:nvSpPr>
        <dsp:cNvPr id="0" name=""/>
        <dsp:cNvSpPr/>
      </dsp:nvSpPr>
      <dsp:spPr>
        <a:xfrm>
          <a:off x="213337" y="589085"/>
          <a:ext cx="208674" cy="3890974"/>
        </a:xfrm>
        <a:custGeom>
          <a:avLst/>
          <a:gdLst/>
          <a:ahLst/>
          <a:cxnLst/>
          <a:rect l="0" t="0" r="0" b="0"/>
          <a:pathLst>
            <a:path>
              <a:moveTo>
                <a:pt x="0" y="0"/>
              </a:moveTo>
              <a:lnTo>
                <a:pt x="0" y="3890974"/>
              </a:lnTo>
              <a:lnTo>
                <a:pt x="208674" y="389097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2710AB1-15C2-4843-B44A-4B339FEDE46F}">
      <dsp:nvSpPr>
        <dsp:cNvPr id="0" name=""/>
        <dsp:cNvSpPr/>
      </dsp:nvSpPr>
      <dsp:spPr>
        <a:xfrm>
          <a:off x="422011" y="3983285"/>
          <a:ext cx="1836751" cy="9935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t" anchorCtr="0">
          <a:noAutofit/>
        </a:bodyPr>
        <a:lstStyle/>
        <a:p>
          <a:pPr marL="0" lvl="0" indent="0" algn="l" defTabSz="533400">
            <a:lnSpc>
              <a:spcPct val="90000"/>
            </a:lnSpc>
            <a:spcBef>
              <a:spcPct val="0"/>
            </a:spcBef>
            <a:spcAft>
              <a:spcPct val="35000"/>
            </a:spcAft>
            <a:buNone/>
          </a:pPr>
          <a:r>
            <a:rPr lang="en-US" sz="1200" kern="1200"/>
            <a:t>Click Add</a:t>
          </a:r>
        </a:p>
        <a:p>
          <a:pPr marL="57150" lvl="1" indent="-57150" algn="l" defTabSz="466725">
            <a:lnSpc>
              <a:spcPct val="90000"/>
            </a:lnSpc>
            <a:spcBef>
              <a:spcPct val="0"/>
            </a:spcBef>
            <a:spcAft>
              <a:spcPct val="15000"/>
            </a:spcAft>
            <a:buChar char="•"/>
          </a:pPr>
          <a:r>
            <a:rPr lang="en-US" sz="1050" kern="1200"/>
            <a:t>Repeat prior 3 steps for each creditor being added</a:t>
          </a:r>
        </a:p>
      </dsp:txBody>
      <dsp:txXfrm>
        <a:off x="451111" y="4012385"/>
        <a:ext cx="1778551" cy="935347"/>
      </dsp:txXfrm>
    </dsp:sp>
    <dsp:sp modelId="{27114EF7-1A0C-4C3A-B3DA-30B87BAA0F74}">
      <dsp:nvSpPr>
        <dsp:cNvPr id="0" name=""/>
        <dsp:cNvSpPr/>
      </dsp:nvSpPr>
      <dsp:spPr>
        <a:xfrm>
          <a:off x="213337" y="589085"/>
          <a:ext cx="208674" cy="4987911"/>
        </a:xfrm>
        <a:custGeom>
          <a:avLst/>
          <a:gdLst/>
          <a:ahLst/>
          <a:cxnLst/>
          <a:rect l="0" t="0" r="0" b="0"/>
          <a:pathLst>
            <a:path>
              <a:moveTo>
                <a:pt x="0" y="0"/>
              </a:moveTo>
              <a:lnTo>
                <a:pt x="0" y="4987911"/>
              </a:lnTo>
              <a:lnTo>
                <a:pt x="208674" y="498791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CEAAEFE-1B1E-49D5-AC70-915495525F26}">
      <dsp:nvSpPr>
        <dsp:cNvPr id="0" name=""/>
        <dsp:cNvSpPr/>
      </dsp:nvSpPr>
      <dsp:spPr>
        <a:xfrm>
          <a:off x="422011" y="5080222"/>
          <a:ext cx="1836751" cy="9935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t" anchorCtr="0">
          <a:noAutofit/>
        </a:bodyPr>
        <a:lstStyle/>
        <a:p>
          <a:pPr marL="0" lvl="0" indent="0" algn="l" defTabSz="533400">
            <a:lnSpc>
              <a:spcPct val="90000"/>
            </a:lnSpc>
            <a:spcBef>
              <a:spcPct val="0"/>
            </a:spcBef>
            <a:spcAft>
              <a:spcPct val="35000"/>
            </a:spcAft>
            <a:buNone/>
          </a:pPr>
          <a:r>
            <a:rPr lang="en-US" sz="1200" kern="1200"/>
            <a:t>Input the account number for each account in the account number fields</a:t>
          </a:r>
        </a:p>
        <a:p>
          <a:pPr marL="57150" lvl="1" indent="-57150" algn="l" defTabSz="444500">
            <a:lnSpc>
              <a:spcPct val="90000"/>
            </a:lnSpc>
            <a:spcBef>
              <a:spcPct val="0"/>
            </a:spcBef>
            <a:spcAft>
              <a:spcPct val="15000"/>
            </a:spcAft>
            <a:buChar char="•"/>
          </a:pPr>
          <a:r>
            <a:rPr lang="en-US" sz="1000" kern="1200"/>
            <a:t>If there is a reference number, include in the Reference # Field</a:t>
          </a:r>
        </a:p>
      </dsp:txBody>
      <dsp:txXfrm>
        <a:off x="451111" y="5109322"/>
        <a:ext cx="1778551" cy="935347"/>
      </dsp:txXfrm>
    </dsp:sp>
    <dsp:sp modelId="{190E86C9-5651-4235-8F33-19DEA4EBFD23}">
      <dsp:nvSpPr>
        <dsp:cNvPr id="0" name=""/>
        <dsp:cNvSpPr/>
      </dsp:nvSpPr>
      <dsp:spPr>
        <a:xfrm>
          <a:off x="2298187" y="175529"/>
          <a:ext cx="2086746" cy="4135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a:t>Remove Account</a:t>
          </a:r>
        </a:p>
      </dsp:txBody>
      <dsp:txXfrm>
        <a:off x="2310300" y="187642"/>
        <a:ext cx="2062520" cy="389330"/>
      </dsp:txXfrm>
    </dsp:sp>
    <dsp:sp modelId="{4CCABE66-B71E-4387-9D19-77E99CA92EC3}">
      <dsp:nvSpPr>
        <dsp:cNvPr id="0" name=""/>
        <dsp:cNvSpPr/>
      </dsp:nvSpPr>
      <dsp:spPr>
        <a:xfrm>
          <a:off x="2506861" y="589085"/>
          <a:ext cx="208674" cy="600163"/>
        </a:xfrm>
        <a:custGeom>
          <a:avLst/>
          <a:gdLst/>
          <a:ahLst/>
          <a:cxnLst/>
          <a:rect l="0" t="0" r="0" b="0"/>
          <a:pathLst>
            <a:path>
              <a:moveTo>
                <a:pt x="0" y="0"/>
              </a:moveTo>
              <a:lnTo>
                <a:pt x="0" y="600163"/>
              </a:lnTo>
              <a:lnTo>
                <a:pt x="208674" y="60016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78942C8-C765-4EAF-804E-01490B91679D}">
      <dsp:nvSpPr>
        <dsp:cNvPr id="0" name=""/>
        <dsp:cNvSpPr/>
      </dsp:nvSpPr>
      <dsp:spPr>
        <a:xfrm>
          <a:off x="2715536" y="692474"/>
          <a:ext cx="1836751" cy="9935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a:t>Locate the account the client wishes to remove</a:t>
          </a:r>
        </a:p>
      </dsp:txBody>
      <dsp:txXfrm>
        <a:off x="2744636" y="721574"/>
        <a:ext cx="1778551" cy="935347"/>
      </dsp:txXfrm>
    </dsp:sp>
    <dsp:sp modelId="{1ADB1A84-1C31-427F-BB6A-2BB0F82692CC}">
      <dsp:nvSpPr>
        <dsp:cNvPr id="0" name=""/>
        <dsp:cNvSpPr/>
      </dsp:nvSpPr>
      <dsp:spPr>
        <a:xfrm>
          <a:off x="2506861" y="589085"/>
          <a:ext cx="208674" cy="1697100"/>
        </a:xfrm>
        <a:custGeom>
          <a:avLst/>
          <a:gdLst/>
          <a:ahLst/>
          <a:cxnLst/>
          <a:rect l="0" t="0" r="0" b="0"/>
          <a:pathLst>
            <a:path>
              <a:moveTo>
                <a:pt x="0" y="0"/>
              </a:moveTo>
              <a:lnTo>
                <a:pt x="0" y="1697100"/>
              </a:lnTo>
              <a:lnTo>
                <a:pt x="208674" y="169710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B6F3082-C710-4027-8BF9-F1A7FF62E747}">
      <dsp:nvSpPr>
        <dsp:cNvPr id="0" name=""/>
        <dsp:cNvSpPr/>
      </dsp:nvSpPr>
      <dsp:spPr>
        <a:xfrm>
          <a:off x="2715536" y="1789411"/>
          <a:ext cx="1836751" cy="9935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a:t>From the Action dropdown, select Remove</a:t>
          </a:r>
        </a:p>
      </dsp:txBody>
      <dsp:txXfrm>
        <a:off x="2744636" y="1818511"/>
        <a:ext cx="1778551" cy="935347"/>
      </dsp:txXfrm>
    </dsp:sp>
    <dsp:sp modelId="{0BD1A22C-8558-430B-A8FE-E1EFFF592BAE}">
      <dsp:nvSpPr>
        <dsp:cNvPr id="0" name=""/>
        <dsp:cNvSpPr/>
      </dsp:nvSpPr>
      <dsp:spPr>
        <a:xfrm>
          <a:off x="2506861" y="589085"/>
          <a:ext cx="208674" cy="2794037"/>
        </a:xfrm>
        <a:custGeom>
          <a:avLst/>
          <a:gdLst/>
          <a:ahLst/>
          <a:cxnLst/>
          <a:rect l="0" t="0" r="0" b="0"/>
          <a:pathLst>
            <a:path>
              <a:moveTo>
                <a:pt x="0" y="0"/>
              </a:moveTo>
              <a:lnTo>
                <a:pt x="0" y="2794037"/>
              </a:lnTo>
              <a:lnTo>
                <a:pt x="208674" y="279403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C72508-C613-4021-B36E-C7E239B9846B}">
      <dsp:nvSpPr>
        <dsp:cNvPr id="0" name=""/>
        <dsp:cNvSpPr/>
      </dsp:nvSpPr>
      <dsp:spPr>
        <a:xfrm>
          <a:off x="2715536" y="2886348"/>
          <a:ext cx="1836751" cy="9935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a:t>Select the correct reason for removing the account</a:t>
          </a:r>
        </a:p>
      </dsp:txBody>
      <dsp:txXfrm>
        <a:off x="2744636" y="2915448"/>
        <a:ext cx="1778551" cy="935347"/>
      </dsp:txXfrm>
    </dsp:sp>
    <dsp:sp modelId="{C1B51AF4-CF50-4F37-AB94-BA732F737794}">
      <dsp:nvSpPr>
        <dsp:cNvPr id="0" name=""/>
        <dsp:cNvSpPr/>
      </dsp:nvSpPr>
      <dsp:spPr>
        <a:xfrm>
          <a:off x="2506861" y="589085"/>
          <a:ext cx="208674" cy="3890974"/>
        </a:xfrm>
        <a:custGeom>
          <a:avLst/>
          <a:gdLst/>
          <a:ahLst/>
          <a:cxnLst/>
          <a:rect l="0" t="0" r="0" b="0"/>
          <a:pathLst>
            <a:path>
              <a:moveTo>
                <a:pt x="0" y="0"/>
              </a:moveTo>
              <a:lnTo>
                <a:pt x="0" y="3890974"/>
              </a:lnTo>
              <a:lnTo>
                <a:pt x="208674" y="389097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BED2581-4497-4E80-A989-881051C814EC}">
      <dsp:nvSpPr>
        <dsp:cNvPr id="0" name=""/>
        <dsp:cNvSpPr/>
      </dsp:nvSpPr>
      <dsp:spPr>
        <a:xfrm>
          <a:off x="2715536" y="3983285"/>
          <a:ext cx="1836751" cy="9935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a:t>Repeat prior 3 steps for each account being removed</a:t>
          </a:r>
        </a:p>
      </dsp:txBody>
      <dsp:txXfrm>
        <a:off x="2744636" y="4012385"/>
        <a:ext cx="1778551" cy="935347"/>
      </dsp:txXfrm>
    </dsp:sp>
    <dsp:sp modelId="{0E07F132-F1EF-4BEF-B59D-4FFA183CC401}">
      <dsp:nvSpPr>
        <dsp:cNvPr id="0" name=""/>
        <dsp:cNvSpPr/>
      </dsp:nvSpPr>
      <dsp:spPr>
        <a:xfrm>
          <a:off x="4591711" y="175529"/>
          <a:ext cx="2086746" cy="4135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a:t>Re-Add Account</a:t>
          </a:r>
        </a:p>
      </dsp:txBody>
      <dsp:txXfrm>
        <a:off x="4603824" y="187642"/>
        <a:ext cx="2062520" cy="389330"/>
      </dsp:txXfrm>
    </dsp:sp>
    <dsp:sp modelId="{22F93E87-A671-4DF9-9AFB-0E44C4AC9C97}">
      <dsp:nvSpPr>
        <dsp:cNvPr id="0" name=""/>
        <dsp:cNvSpPr/>
      </dsp:nvSpPr>
      <dsp:spPr>
        <a:xfrm>
          <a:off x="4800386" y="589085"/>
          <a:ext cx="208674" cy="600163"/>
        </a:xfrm>
        <a:custGeom>
          <a:avLst/>
          <a:gdLst/>
          <a:ahLst/>
          <a:cxnLst/>
          <a:rect l="0" t="0" r="0" b="0"/>
          <a:pathLst>
            <a:path>
              <a:moveTo>
                <a:pt x="0" y="0"/>
              </a:moveTo>
              <a:lnTo>
                <a:pt x="0" y="600163"/>
              </a:lnTo>
              <a:lnTo>
                <a:pt x="208674" y="60016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6EA133D-872A-447D-A801-B91E47EC53FF}">
      <dsp:nvSpPr>
        <dsp:cNvPr id="0" name=""/>
        <dsp:cNvSpPr/>
      </dsp:nvSpPr>
      <dsp:spPr>
        <a:xfrm>
          <a:off x="5009061" y="692474"/>
          <a:ext cx="1836751" cy="9935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a:t>Locate the account the client wishes to re-add</a:t>
          </a:r>
        </a:p>
      </dsp:txBody>
      <dsp:txXfrm>
        <a:off x="5038161" y="721574"/>
        <a:ext cx="1778551" cy="935347"/>
      </dsp:txXfrm>
    </dsp:sp>
    <dsp:sp modelId="{D9B6A996-4DA0-4769-BAF7-40D702B74394}">
      <dsp:nvSpPr>
        <dsp:cNvPr id="0" name=""/>
        <dsp:cNvSpPr/>
      </dsp:nvSpPr>
      <dsp:spPr>
        <a:xfrm>
          <a:off x="4800386" y="589085"/>
          <a:ext cx="208674" cy="1697100"/>
        </a:xfrm>
        <a:custGeom>
          <a:avLst/>
          <a:gdLst/>
          <a:ahLst/>
          <a:cxnLst/>
          <a:rect l="0" t="0" r="0" b="0"/>
          <a:pathLst>
            <a:path>
              <a:moveTo>
                <a:pt x="0" y="0"/>
              </a:moveTo>
              <a:lnTo>
                <a:pt x="0" y="1697100"/>
              </a:lnTo>
              <a:lnTo>
                <a:pt x="208674" y="169710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566A441-5797-4EC4-9B3D-B3727E8B2BDB}">
      <dsp:nvSpPr>
        <dsp:cNvPr id="0" name=""/>
        <dsp:cNvSpPr/>
      </dsp:nvSpPr>
      <dsp:spPr>
        <a:xfrm>
          <a:off x="5009061" y="1789411"/>
          <a:ext cx="1836751" cy="9935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a:t>From the Action dropdown, select Re-Add</a:t>
          </a:r>
        </a:p>
      </dsp:txBody>
      <dsp:txXfrm>
        <a:off x="5038161" y="1818511"/>
        <a:ext cx="1778551" cy="935347"/>
      </dsp:txXfrm>
    </dsp:sp>
    <dsp:sp modelId="{0D4EC046-6DF5-46C3-B07A-C5CEF1D6B756}">
      <dsp:nvSpPr>
        <dsp:cNvPr id="0" name=""/>
        <dsp:cNvSpPr/>
      </dsp:nvSpPr>
      <dsp:spPr>
        <a:xfrm>
          <a:off x="4800386" y="589085"/>
          <a:ext cx="208674" cy="2794037"/>
        </a:xfrm>
        <a:custGeom>
          <a:avLst/>
          <a:gdLst/>
          <a:ahLst/>
          <a:cxnLst/>
          <a:rect l="0" t="0" r="0" b="0"/>
          <a:pathLst>
            <a:path>
              <a:moveTo>
                <a:pt x="0" y="0"/>
              </a:moveTo>
              <a:lnTo>
                <a:pt x="0" y="2794037"/>
              </a:lnTo>
              <a:lnTo>
                <a:pt x="208674" y="279403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FD2F61A-65D4-4089-B616-12F20AFF482E}">
      <dsp:nvSpPr>
        <dsp:cNvPr id="0" name=""/>
        <dsp:cNvSpPr/>
      </dsp:nvSpPr>
      <dsp:spPr>
        <a:xfrm>
          <a:off x="5009061" y="2886348"/>
          <a:ext cx="1836751" cy="9935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t" anchorCtr="0">
          <a:noAutofit/>
        </a:bodyPr>
        <a:lstStyle/>
        <a:p>
          <a:pPr marL="0" lvl="0" indent="0" algn="l" defTabSz="533400">
            <a:lnSpc>
              <a:spcPct val="90000"/>
            </a:lnSpc>
            <a:spcBef>
              <a:spcPct val="0"/>
            </a:spcBef>
            <a:spcAft>
              <a:spcPct val="35000"/>
            </a:spcAft>
            <a:buNone/>
          </a:pPr>
          <a:r>
            <a:rPr lang="en-US" sz="1200" kern="1200"/>
            <a:t>Input the updated balance in the current Balance field</a:t>
          </a:r>
        </a:p>
        <a:p>
          <a:pPr marL="57150" lvl="1" indent="-57150" algn="l" defTabSz="466725">
            <a:lnSpc>
              <a:spcPct val="90000"/>
            </a:lnSpc>
            <a:spcBef>
              <a:spcPct val="0"/>
            </a:spcBef>
            <a:spcAft>
              <a:spcPct val="15000"/>
            </a:spcAft>
            <a:buChar char="•"/>
          </a:pPr>
          <a:r>
            <a:rPr lang="en-US" sz="1050" kern="1200"/>
            <a:t>If the account has been removed for 3+ months, obtain a current statement</a:t>
          </a:r>
        </a:p>
      </dsp:txBody>
      <dsp:txXfrm>
        <a:off x="5038161" y="2915448"/>
        <a:ext cx="1778551" cy="935347"/>
      </dsp:txXfrm>
    </dsp:sp>
    <dsp:sp modelId="{B7C68C28-8C2C-4172-9AF4-CF55F3A111D6}">
      <dsp:nvSpPr>
        <dsp:cNvPr id="0" name=""/>
        <dsp:cNvSpPr/>
      </dsp:nvSpPr>
      <dsp:spPr>
        <a:xfrm>
          <a:off x="4800386" y="589085"/>
          <a:ext cx="208674" cy="3890974"/>
        </a:xfrm>
        <a:custGeom>
          <a:avLst/>
          <a:gdLst/>
          <a:ahLst/>
          <a:cxnLst/>
          <a:rect l="0" t="0" r="0" b="0"/>
          <a:pathLst>
            <a:path>
              <a:moveTo>
                <a:pt x="0" y="0"/>
              </a:moveTo>
              <a:lnTo>
                <a:pt x="0" y="3890974"/>
              </a:lnTo>
              <a:lnTo>
                <a:pt x="208674" y="389097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F3DCEB9-A554-43B7-9C14-F6D8D32913E8}">
      <dsp:nvSpPr>
        <dsp:cNvPr id="0" name=""/>
        <dsp:cNvSpPr/>
      </dsp:nvSpPr>
      <dsp:spPr>
        <a:xfrm>
          <a:off x="5009061" y="3983285"/>
          <a:ext cx="1836751" cy="9935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a:t>Repeat prior 2 steps for each account being removed</a:t>
          </a:r>
        </a:p>
      </dsp:txBody>
      <dsp:txXfrm>
        <a:off x="5038161" y="4012385"/>
        <a:ext cx="1778551" cy="935347"/>
      </dsp:txXfrm>
    </dsp:sp>
    <dsp:sp modelId="{EF11E115-36E6-453D-9795-747A590CBBB4}">
      <dsp:nvSpPr>
        <dsp:cNvPr id="0" name=""/>
        <dsp:cNvSpPr/>
      </dsp:nvSpPr>
      <dsp:spPr>
        <a:xfrm>
          <a:off x="6885236" y="175529"/>
          <a:ext cx="2086746" cy="4135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a:t>Change Account Balance</a:t>
          </a:r>
        </a:p>
      </dsp:txBody>
      <dsp:txXfrm>
        <a:off x="6897349" y="187642"/>
        <a:ext cx="2062520" cy="389330"/>
      </dsp:txXfrm>
    </dsp:sp>
    <dsp:sp modelId="{0F711590-ECF7-4032-990D-C409964C1F58}">
      <dsp:nvSpPr>
        <dsp:cNvPr id="0" name=""/>
        <dsp:cNvSpPr/>
      </dsp:nvSpPr>
      <dsp:spPr>
        <a:xfrm>
          <a:off x="7093910" y="589085"/>
          <a:ext cx="208674" cy="600163"/>
        </a:xfrm>
        <a:custGeom>
          <a:avLst/>
          <a:gdLst/>
          <a:ahLst/>
          <a:cxnLst/>
          <a:rect l="0" t="0" r="0" b="0"/>
          <a:pathLst>
            <a:path>
              <a:moveTo>
                <a:pt x="0" y="0"/>
              </a:moveTo>
              <a:lnTo>
                <a:pt x="0" y="600163"/>
              </a:lnTo>
              <a:lnTo>
                <a:pt x="208674" y="60016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70CBEE9-31E7-4090-833A-05863941B795}">
      <dsp:nvSpPr>
        <dsp:cNvPr id="0" name=""/>
        <dsp:cNvSpPr/>
      </dsp:nvSpPr>
      <dsp:spPr>
        <a:xfrm>
          <a:off x="7302585" y="692474"/>
          <a:ext cx="1836751" cy="9935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a:t>Locate the account requiring significant balance changes</a:t>
          </a:r>
        </a:p>
      </dsp:txBody>
      <dsp:txXfrm>
        <a:off x="7331685" y="721574"/>
        <a:ext cx="1778551" cy="935347"/>
      </dsp:txXfrm>
    </dsp:sp>
    <dsp:sp modelId="{4452540A-DC1F-46C2-B0E1-549FBF05A874}">
      <dsp:nvSpPr>
        <dsp:cNvPr id="0" name=""/>
        <dsp:cNvSpPr/>
      </dsp:nvSpPr>
      <dsp:spPr>
        <a:xfrm>
          <a:off x="7093910" y="589085"/>
          <a:ext cx="208674" cy="1697100"/>
        </a:xfrm>
        <a:custGeom>
          <a:avLst/>
          <a:gdLst/>
          <a:ahLst/>
          <a:cxnLst/>
          <a:rect l="0" t="0" r="0" b="0"/>
          <a:pathLst>
            <a:path>
              <a:moveTo>
                <a:pt x="0" y="0"/>
              </a:moveTo>
              <a:lnTo>
                <a:pt x="0" y="1697100"/>
              </a:lnTo>
              <a:lnTo>
                <a:pt x="208674" y="169710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E21266E-716B-46CD-9188-DD01DB9FC3C0}">
      <dsp:nvSpPr>
        <dsp:cNvPr id="0" name=""/>
        <dsp:cNvSpPr/>
      </dsp:nvSpPr>
      <dsp:spPr>
        <a:xfrm>
          <a:off x="7302585" y="1789411"/>
          <a:ext cx="1836751" cy="9935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a:t>From the Action dropdown, select Change Balance</a:t>
          </a:r>
        </a:p>
      </dsp:txBody>
      <dsp:txXfrm>
        <a:off x="7331685" y="1818511"/>
        <a:ext cx="1778551" cy="935347"/>
      </dsp:txXfrm>
    </dsp:sp>
    <dsp:sp modelId="{5FDBE220-6DA6-4B91-B86A-1DE967125125}">
      <dsp:nvSpPr>
        <dsp:cNvPr id="0" name=""/>
        <dsp:cNvSpPr/>
      </dsp:nvSpPr>
      <dsp:spPr>
        <a:xfrm>
          <a:off x="7093910" y="589085"/>
          <a:ext cx="208674" cy="2794037"/>
        </a:xfrm>
        <a:custGeom>
          <a:avLst/>
          <a:gdLst/>
          <a:ahLst/>
          <a:cxnLst/>
          <a:rect l="0" t="0" r="0" b="0"/>
          <a:pathLst>
            <a:path>
              <a:moveTo>
                <a:pt x="0" y="0"/>
              </a:moveTo>
              <a:lnTo>
                <a:pt x="0" y="2794037"/>
              </a:lnTo>
              <a:lnTo>
                <a:pt x="208674" y="279403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94DA70-A7A5-46F6-93A5-B66FDB87A59E}">
      <dsp:nvSpPr>
        <dsp:cNvPr id="0" name=""/>
        <dsp:cNvSpPr/>
      </dsp:nvSpPr>
      <dsp:spPr>
        <a:xfrm>
          <a:off x="7302585" y="2886348"/>
          <a:ext cx="1836751" cy="9935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t" anchorCtr="0">
          <a:noAutofit/>
        </a:bodyPr>
        <a:lstStyle/>
        <a:p>
          <a:pPr marL="0" lvl="0" indent="0" algn="l" defTabSz="533400">
            <a:lnSpc>
              <a:spcPct val="90000"/>
            </a:lnSpc>
            <a:spcBef>
              <a:spcPct val="0"/>
            </a:spcBef>
            <a:spcAft>
              <a:spcPct val="35000"/>
            </a:spcAft>
            <a:buNone/>
          </a:pPr>
          <a:r>
            <a:rPr lang="en-US" sz="1200" kern="1200"/>
            <a:t>Input the updated balance in the current Balance Field</a:t>
          </a:r>
        </a:p>
        <a:p>
          <a:pPr marL="57150" lvl="1" indent="-57150" algn="l" defTabSz="466725">
            <a:lnSpc>
              <a:spcPct val="90000"/>
            </a:lnSpc>
            <a:spcBef>
              <a:spcPct val="0"/>
            </a:spcBef>
            <a:spcAft>
              <a:spcPct val="15000"/>
            </a:spcAft>
            <a:buChar char="•"/>
          </a:pPr>
          <a:r>
            <a:rPr lang="en-US" sz="1050" kern="1200"/>
            <a:t>If reducing balance significantly, obtain a current statement</a:t>
          </a:r>
        </a:p>
      </dsp:txBody>
      <dsp:txXfrm>
        <a:off x="7331685" y="2915448"/>
        <a:ext cx="1778551" cy="935347"/>
      </dsp:txXfrm>
    </dsp:sp>
    <dsp:sp modelId="{2D66E475-FD53-42DE-9D7C-9E6F123D4A1C}">
      <dsp:nvSpPr>
        <dsp:cNvPr id="0" name=""/>
        <dsp:cNvSpPr/>
      </dsp:nvSpPr>
      <dsp:spPr>
        <a:xfrm>
          <a:off x="7093910" y="589085"/>
          <a:ext cx="208674" cy="3890974"/>
        </a:xfrm>
        <a:custGeom>
          <a:avLst/>
          <a:gdLst/>
          <a:ahLst/>
          <a:cxnLst/>
          <a:rect l="0" t="0" r="0" b="0"/>
          <a:pathLst>
            <a:path>
              <a:moveTo>
                <a:pt x="0" y="0"/>
              </a:moveTo>
              <a:lnTo>
                <a:pt x="0" y="3890974"/>
              </a:lnTo>
              <a:lnTo>
                <a:pt x="208674" y="389097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9E4F21-725C-4DCD-9351-58238448DFB5}">
      <dsp:nvSpPr>
        <dsp:cNvPr id="0" name=""/>
        <dsp:cNvSpPr/>
      </dsp:nvSpPr>
      <dsp:spPr>
        <a:xfrm>
          <a:off x="7302585" y="3983285"/>
          <a:ext cx="1836751" cy="9935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a:t>Repeat prior 3 steps for each account that needs a significant balance change</a:t>
          </a:r>
        </a:p>
      </dsp:txBody>
      <dsp:txXfrm>
        <a:off x="7331685" y="4012385"/>
        <a:ext cx="1778551" cy="93534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FE14A8-3724-42D3-97F2-4CF499828D8F}">
      <dsp:nvSpPr>
        <dsp:cNvPr id="0" name=""/>
        <dsp:cNvSpPr/>
      </dsp:nvSpPr>
      <dsp:spPr>
        <a:xfrm>
          <a:off x="0" y="662057"/>
          <a:ext cx="8928272" cy="1285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92933" tIns="249936" rIns="692933"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a:t>If client accepts suggested terms (increased draft), continue to ____</a:t>
          </a:r>
        </a:p>
        <a:p>
          <a:pPr marL="114300" lvl="1" indent="-114300" algn="l" defTabSz="533400">
            <a:lnSpc>
              <a:spcPct val="90000"/>
            </a:lnSpc>
            <a:spcBef>
              <a:spcPct val="0"/>
            </a:spcBef>
            <a:spcAft>
              <a:spcPct val="15000"/>
            </a:spcAft>
            <a:buChar char="•"/>
          </a:pPr>
          <a:r>
            <a:rPr lang="en-US" sz="1200" kern="1200"/>
            <a:t>If client does not accept suggested terms updated the Desired Monthly Payment or Desired Remaining Months to find acceptable terms for the client</a:t>
          </a:r>
        </a:p>
        <a:p>
          <a:pPr marL="228600" lvl="2" indent="-114300" algn="l" defTabSz="533400">
            <a:lnSpc>
              <a:spcPct val="90000"/>
            </a:lnSpc>
            <a:spcBef>
              <a:spcPct val="0"/>
            </a:spcBef>
            <a:spcAft>
              <a:spcPct val="15000"/>
            </a:spcAft>
            <a:buChar char="•"/>
          </a:pPr>
          <a:r>
            <a:rPr lang="en-US" sz="1200" kern="1200"/>
            <a:t>Always recommend increasing drafts when adding debt</a:t>
          </a:r>
        </a:p>
        <a:p>
          <a:pPr marL="114300" lvl="1" indent="-114300" algn="l" defTabSz="533400">
            <a:lnSpc>
              <a:spcPct val="90000"/>
            </a:lnSpc>
            <a:spcBef>
              <a:spcPct val="0"/>
            </a:spcBef>
            <a:spcAft>
              <a:spcPct val="15000"/>
            </a:spcAft>
            <a:buChar char="•"/>
          </a:pPr>
          <a:r>
            <a:rPr lang="en-US" sz="1200" kern="1200"/>
            <a:t>Confirm that desired draft change doesn’t impact settlement payments</a:t>
          </a:r>
        </a:p>
      </dsp:txBody>
      <dsp:txXfrm>
        <a:off x="0" y="662057"/>
        <a:ext cx="8928272" cy="1285200"/>
      </dsp:txXfrm>
    </dsp:sp>
    <dsp:sp modelId="{A81A44CF-8AC8-416B-BF10-B67AD789F8F9}">
      <dsp:nvSpPr>
        <dsp:cNvPr id="0" name=""/>
        <dsp:cNvSpPr/>
      </dsp:nvSpPr>
      <dsp:spPr>
        <a:xfrm>
          <a:off x="446413" y="484936"/>
          <a:ext cx="6249790" cy="3542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6227" tIns="0" rIns="236227" bIns="0" numCol="1" spcCol="1270" anchor="ctr" anchorCtr="0">
          <a:noAutofit/>
        </a:bodyPr>
        <a:lstStyle/>
        <a:p>
          <a:pPr marL="0" lvl="0" indent="0" algn="l" defTabSz="533400">
            <a:lnSpc>
              <a:spcPct val="90000"/>
            </a:lnSpc>
            <a:spcBef>
              <a:spcPct val="0"/>
            </a:spcBef>
            <a:spcAft>
              <a:spcPct val="35000"/>
            </a:spcAft>
            <a:buNone/>
          </a:pPr>
          <a:r>
            <a:rPr lang="en-US" sz="1200" kern="1200"/>
            <a:t>The suggested program terms will populate in the Apply Program Changes Field, Step (4)</a:t>
          </a:r>
        </a:p>
      </dsp:txBody>
      <dsp:txXfrm>
        <a:off x="463706" y="502229"/>
        <a:ext cx="6215204" cy="319654"/>
      </dsp:txXfrm>
    </dsp:sp>
    <dsp:sp modelId="{0EC227F2-EF6B-4DC4-B6E8-084615029D53}">
      <dsp:nvSpPr>
        <dsp:cNvPr id="0" name=""/>
        <dsp:cNvSpPr/>
      </dsp:nvSpPr>
      <dsp:spPr>
        <a:xfrm>
          <a:off x="0" y="2189177"/>
          <a:ext cx="8928272" cy="1247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92933" tIns="249936" rIns="692933" bIns="85344" numCol="1" spcCol="1270" anchor="t" anchorCtr="0">
          <a:noAutofit/>
        </a:bodyPr>
        <a:lstStyle/>
        <a:p>
          <a:pPr marL="114300" lvl="1" indent="-114300" algn="l" defTabSz="533400" rtl="0">
            <a:lnSpc>
              <a:spcPct val="90000"/>
            </a:lnSpc>
            <a:spcBef>
              <a:spcPct val="0"/>
            </a:spcBef>
            <a:spcAft>
              <a:spcPct val="15000"/>
            </a:spcAft>
            <a:buChar char="•"/>
          </a:pPr>
          <a:r>
            <a:rPr lang="en-US" sz="1200" kern="1200"/>
            <a:t>Reference </a:t>
          </a:r>
          <a:r>
            <a:rPr lang="en-US" sz="1200" kern="1200">
              <a:hlinkClick xmlns:r="http://schemas.openxmlformats.org/officeDocument/2006/relationships" r:id="rId1"/>
            </a:rPr>
            <a:t>Program Change Script – For client enrolled in BLP/ALC services, read the script disclosure readd/add/removal of accounts. </a:t>
          </a:r>
          <a:r>
            <a:rPr lang="en-US" sz="1200" kern="1200">
              <a:highlight>
                <a:srgbClr val="FFFF00"/>
              </a:highlight>
              <a:latin typeface="Calibri Light" panose="020F0302020204030204"/>
            </a:rPr>
            <a:t> </a:t>
          </a:r>
          <a:endParaRPr lang="en-US" sz="1200" kern="1200">
            <a:highlight>
              <a:srgbClr val="FFFF00"/>
            </a:highlight>
          </a:endParaRPr>
        </a:p>
        <a:p>
          <a:pPr marL="228600" lvl="2" indent="-114300" algn="l" defTabSz="533400">
            <a:lnSpc>
              <a:spcPct val="90000"/>
            </a:lnSpc>
            <a:spcBef>
              <a:spcPct val="0"/>
            </a:spcBef>
            <a:spcAft>
              <a:spcPct val="15000"/>
            </a:spcAft>
            <a:buChar char="•"/>
          </a:pPr>
          <a:r>
            <a:rPr lang="en-US" sz="1200" kern="1200"/>
            <a:t>Send script/quick reply to client including all program change information and wait for a response before saving the changes</a:t>
          </a:r>
        </a:p>
        <a:p>
          <a:pPr marL="228600" lvl="2" indent="-114300" algn="l" defTabSz="533400" rtl="0">
            <a:lnSpc>
              <a:spcPct val="90000"/>
            </a:lnSpc>
            <a:spcBef>
              <a:spcPct val="0"/>
            </a:spcBef>
            <a:spcAft>
              <a:spcPct val="15000"/>
            </a:spcAft>
            <a:buChar char="•"/>
          </a:pPr>
          <a:r>
            <a:rPr lang="en-US" sz="1200" kern="1200">
              <a:latin typeface="Calibri Light" panose="020F0302020204030204"/>
            </a:rPr>
            <a:t>Save Chat/Email as PDF and upload to Client File</a:t>
          </a:r>
        </a:p>
      </dsp:txBody>
      <dsp:txXfrm>
        <a:off x="0" y="2189177"/>
        <a:ext cx="8928272" cy="1247400"/>
      </dsp:txXfrm>
    </dsp:sp>
    <dsp:sp modelId="{9B40BA4E-DDE1-409E-AECE-463BF50D8349}">
      <dsp:nvSpPr>
        <dsp:cNvPr id="0" name=""/>
        <dsp:cNvSpPr/>
      </dsp:nvSpPr>
      <dsp:spPr>
        <a:xfrm>
          <a:off x="446413" y="2012057"/>
          <a:ext cx="6249790" cy="3542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6227" tIns="0" rIns="236227" bIns="0" numCol="1" spcCol="1270" anchor="ctr" anchorCtr="0">
          <a:noAutofit/>
        </a:bodyPr>
        <a:lstStyle/>
        <a:p>
          <a:pPr marL="0" lvl="0" indent="0" algn="l" defTabSz="533400">
            <a:lnSpc>
              <a:spcPct val="90000"/>
            </a:lnSpc>
            <a:spcBef>
              <a:spcPct val="0"/>
            </a:spcBef>
            <a:spcAft>
              <a:spcPct val="35000"/>
            </a:spcAft>
            <a:buNone/>
          </a:pPr>
          <a:r>
            <a:rPr lang="en-US" sz="1200" kern="1200"/>
            <a:t>Obtain confirmation recording, email or chat response.</a:t>
          </a:r>
        </a:p>
      </dsp:txBody>
      <dsp:txXfrm>
        <a:off x="463706" y="2029350"/>
        <a:ext cx="6215204" cy="319654"/>
      </dsp:txXfrm>
    </dsp:sp>
    <dsp:sp modelId="{AFC43108-D19B-467F-B9F5-F1DA9C399335}">
      <dsp:nvSpPr>
        <dsp:cNvPr id="0" name=""/>
        <dsp:cNvSpPr/>
      </dsp:nvSpPr>
      <dsp:spPr>
        <a:xfrm>
          <a:off x="0" y="3678497"/>
          <a:ext cx="8928272" cy="907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92933" tIns="249936" rIns="692933"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a:t>Advise client that an amendment will be uploaded to their Client Portal</a:t>
          </a:r>
        </a:p>
        <a:p>
          <a:pPr marL="114300" lvl="1" indent="-114300" algn="l" defTabSz="533400" rtl="0">
            <a:lnSpc>
              <a:spcPct val="90000"/>
            </a:lnSpc>
            <a:spcBef>
              <a:spcPct val="0"/>
            </a:spcBef>
            <a:spcAft>
              <a:spcPct val="15000"/>
            </a:spcAft>
            <a:buChar char="•"/>
          </a:pPr>
          <a:r>
            <a:rPr lang="en-US" sz="1200" kern="1200"/>
            <a:t>To complete draft changes, refer to </a:t>
          </a:r>
          <a:r>
            <a:rPr lang="en-US" sz="1200" kern="1200" dirty="0">
              <a:latin typeface="Calibri Light" panose="020F0302020204030204"/>
              <a:hlinkClick xmlns:r="http://schemas.openxmlformats.org/officeDocument/2006/relationships" r:id="rId2"/>
            </a:rPr>
            <a:t>Draft Change QRG</a:t>
          </a:r>
          <a:endParaRPr lang="en-US" sz="1200" kern="1200" dirty="0">
            <a:hlinkClick xmlns:r="http://schemas.openxmlformats.org/officeDocument/2006/relationships" r:id="rId2"/>
          </a:endParaRPr>
        </a:p>
        <a:p>
          <a:pPr marL="114300" lvl="1" indent="-114300" algn="l" defTabSz="533400">
            <a:lnSpc>
              <a:spcPct val="90000"/>
            </a:lnSpc>
            <a:spcBef>
              <a:spcPct val="0"/>
            </a:spcBef>
            <a:spcAft>
              <a:spcPct val="15000"/>
            </a:spcAft>
            <a:buChar char="•"/>
          </a:pPr>
          <a:r>
            <a:rPr lang="en-US" sz="1200" kern="1200"/>
            <a:t>To add/remove months follow the process on next slide</a:t>
          </a:r>
        </a:p>
      </dsp:txBody>
      <dsp:txXfrm>
        <a:off x="0" y="3678497"/>
        <a:ext cx="8928272" cy="907200"/>
      </dsp:txXfrm>
    </dsp:sp>
    <dsp:sp modelId="{1B650484-051C-48A0-B983-9D58E959679F}">
      <dsp:nvSpPr>
        <dsp:cNvPr id="0" name=""/>
        <dsp:cNvSpPr/>
      </dsp:nvSpPr>
      <dsp:spPr>
        <a:xfrm>
          <a:off x="446413" y="3501377"/>
          <a:ext cx="6249790" cy="3542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6227" tIns="0" rIns="236227" bIns="0" numCol="1" spcCol="1270" anchor="ctr" anchorCtr="0">
          <a:noAutofit/>
        </a:bodyPr>
        <a:lstStyle/>
        <a:p>
          <a:pPr marL="0" lvl="0" indent="0" algn="l" defTabSz="533400">
            <a:lnSpc>
              <a:spcPct val="90000"/>
            </a:lnSpc>
            <a:spcBef>
              <a:spcPct val="0"/>
            </a:spcBef>
            <a:spcAft>
              <a:spcPct val="35000"/>
            </a:spcAft>
            <a:buNone/>
          </a:pPr>
          <a:r>
            <a:rPr lang="en-US" sz="1200" kern="1200"/>
            <a:t>Save Program Changes and move to next steps</a:t>
          </a:r>
        </a:p>
      </dsp:txBody>
      <dsp:txXfrm>
        <a:off x="463706" y="3518670"/>
        <a:ext cx="6215204" cy="31965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70860" cy="470258"/>
          </a:xfrm>
          <a:prstGeom prst="rect">
            <a:avLst/>
          </a:prstGeom>
        </p:spPr>
        <p:txBody>
          <a:bodyPr vert="horz" lIns="94046" tIns="47023" rIns="94046" bIns="47023" rtlCol="0"/>
          <a:lstStyle>
            <a:lvl1pPr algn="l">
              <a:defRPr sz="1200"/>
            </a:lvl1pPr>
          </a:lstStyle>
          <a:p>
            <a:endParaRPr lang="en-US"/>
          </a:p>
        </p:txBody>
      </p:sp>
      <p:sp>
        <p:nvSpPr>
          <p:cNvPr id="3" name="Date Placeholder 2"/>
          <p:cNvSpPr>
            <a:spLocks noGrp="1"/>
          </p:cNvSpPr>
          <p:nvPr>
            <p:ph type="dt" idx="1"/>
          </p:nvPr>
        </p:nvSpPr>
        <p:spPr>
          <a:xfrm>
            <a:off x="4014100" y="1"/>
            <a:ext cx="3070860" cy="470258"/>
          </a:xfrm>
          <a:prstGeom prst="rect">
            <a:avLst/>
          </a:prstGeom>
        </p:spPr>
        <p:txBody>
          <a:bodyPr vert="horz" lIns="94046" tIns="47023" rIns="94046" bIns="47023" rtlCol="0"/>
          <a:lstStyle>
            <a:lvl1pPr algn="r">
              <a:defRPr sz="1200"/>
            </a:lvl1pPr>
          </a:lstStyle>
          <a:p>
            <a:fld id="{F9FBA1EC-A60A-495A-B477-8D73E8948888}" type="datetimeFigureOut">
              <a:rPr lang="en-US" smtClean="0"/>
              <a:t>2/12/2026</a:t>
            </a:fld>
            <a:endParaRPr lang="en-US"/>
          </a:p>
        </p:txBody>
      </p:sp>
      <p:sp>
        <p:nvSpPr>
          <p:cNvPr id="4" name="Slide Image Placeholder 3"/>
          <p:cNvSpPr>
            <a:spLocks noGrp="1" noRot="1" noChangeAspect="1"/>
          </p:cNvSpPr>
          <p:nvPr>
            <p:ph type="sldImg" idx="2"/>
          </p:nvPr>
        </p:nvSpPr>
        <p:spPr>
          <a:xfrm>
            <a:off x="1435100" y="1171575"/>
            <a:ext cx="4216400" cy="3163888"/>
          </a:xfrm>
          <a:prstGeom prst="rect">
            <a:avLst/>
          </a:prstGeom>
          <a:noFill/>
          <a:ln w="12700">
            <a:solidFill>
              <a:prstClr val="black"/>
            </a:solidFill>
          </a:ln>
        </p:spPr>
        <p:txBody>
          <a:bodyPr vert="horz" lIns="94046" tIns="47023" rIns="94046" bIns="47023" rtlCol="0" anchor="ctr"/>
          <a:lstStyle/>
          <a:p>
            <a:endParaRPr lang="en-US"/>
          </a:p>
        </p:txBody>
      </p:sp>
      <p:sp>
        <p:nvSpPr>
          <p:cNvPr id="5" name="Notes Placeholder 4"/>
          <p:cNvSpPr>
            <a:spLocks noGrp="1"/>
          </p:cNvSpPr>
          <p:nvPr>
            <p:ph type="body" sz="quarter" idx="3"/>
          </p:nvPr>
        </p:nvSpPr>
        <p:spPr>
          <a:xfrm>
            <a:off x="708660" y="4510565"/>
            <a:ext cx="5669280" cy="3690461"/>
          </a:xfrm>
          <a:prstGeom prst="rect">
            <a:avLst/>
          </a:prstGeom>
        </p:spPr>
        <p:txBody>
          <a:bodyPr vert="horz" lIns="94046" tIns="47023" rIns="94046" bIns="4702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02344"/>
            <a:ext cx="3070860" cy="470257"/>
          </a:xfrm>
          <a:prstGeom prst="rect">
            <a:avLst/>
          </a:prstGeom>
        </p:spPr>
        <p:txBody>
          <a:bodyPr vert="horz" lIns="94046" tIns="47023" rIns="94046" bIns="47023" rtlCol="0" anchor="b"/>
          <a:lstStyle>
            <a:lvl1pPr algn="l">
              <a:defRPr sz="1200"/>
            </a:lvl1pPr>
          </a:lstStyle>
          <a:p>
            <a:endParaRPr lang="en-US"/>
          </a:p>
        </p:txBody>
      </p:sp>
      <p:sp>
        <p:nvSpPr>
          <p:cNvPr id="7" name="Slide Number Placeholder 6"/>
          <p:cNvSpPr>
            <a:spLocks noGrp="1"/>
          </p:cNvSpPr>
          <p:nvPr>
            <p:ph type="sldNum" sz="quarter" idx="5"/>
          </p:nvPr>
        </p:nvSpPr>
        <p:spPr>
          <a:xfrm>
            <a:off x="4014100" y="8902344"/>
            <a:ext cx="3070860" cy="470257"/>
          </a:xfrm>
          <a:prstGeom prst="rect">
            <a:avLst/>
          </a:prstGeom>
        </p:spPr>
        <p:txBody>
          <a:bodyPr vert="horz" lIns="94046" tIns="47023" rIns="94046" bIns="47023" rtlCol="0" anchor="b"/>
          <a:lstStyle>
            <a:lvl1pPr algn="r">
              <a:defRPr sz="1200"/>
            </a:lvl1pPr>
          </a:lstStyle>
          <a:p>
            <a:fld id="{56818EA0-D2EF-4C38-A8B1-0D8C28DF25EC}" type="slidenum">
              <a:rPr lang="en-US" smtClean="0"/>
              <a:t>‹#›</a:t>
            </a:fld>
            <a:endParaRPr lang="en-US"/>
          </a:p>
        </p:txBody>
      </p:sp>
    </p:spTree>
    <p:extLst>
      <p:ext uri="{BB962C8B-B14F-4D97-AF65-F5344CB8AC3E}">
        <p14:creationId xmlns:p14="http://schemas.microsoft.com/office/powerpoint/2010/main" val="2096202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6818EA0-D2EF-4C38-A8B1-0D8C28DF25EC}" type="slidenum">
              <a:rPr lang="en-US" smtClean="0"/>
              <a:t>1</a:t>
            </a:fld>
            <a:endParaRPr lang="en-US"/>
          </a:p>
        </p:txBody>
      </p:sp>
    </p:spTree>
    <p:extLst>
      <p:ext uri="{BB962C8B-B14F-4D97-AF65-F5344CB8AC3E}">
        <p14:creationId xmlns:p14="http://schemas.microsoft.com/office/powerpoint/2010/main" val="12788682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6818EA0-D2EF-4C38-A8B1-0D8C28DF25EC}" type="slidenum">
              <a:rPr lang="en-US" smtClean="0"/>
              <a:t>2</a:t>
            </a:fld>
            <a:endParaRPr lang="en-US"/>
          </a:p>
        </p:txBody>
      </p:sp>
    </p:spTree>
    <p:extLst>
      <p:ext uri="{BB962C8B-B14F-4D97-AF65-F5344CB8AC3E}">
        <p14:creationId xmlns:p14="http://schemas.microsoft.com/office/powerpoint/2010/main" val="19402247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6818EA0-D2EF-4C38-A8B1-0D8C28DF25EC}" type="slidenum">
              <a:rPr lang="en-US" smtClean="0"/>
              <a:t>3</a:t>
            </a:fld>
            <a:endParaRPr lang="en-US"/>
          </a:p>
        </p:txBody>
      </p:sp>
    </p:spTree>
    <p:extLst>
      <p:ext uri="{BB962C8B-B14F-4D97-AF65-F5344CB8AC3E}">
        <p14:creationId xmlns:p14="http://schemas.microsoft.com/office/powerpoint/2010/main" val="39708661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6818EA0-D2EF-4C38-A8B1-0D8C28DF25EC}" type="slidenum">
              <a:rPr lang="en-US" smtClean="0"/>
              <a:t>4</a:t>
            </a:fld>
            <a:endParaRPr lang="en-US"/>
          </a:p>
        </p:txBody>
      </p:sp>
    </p:spTree>
    <p:extLst>
      <p:ext uri="{BB962C8B-B14F-4D97-AF65-F5344CB8AC3E}">
        <p14:creationId xmlns:p14="http://schemas.microsoft.com/office/powerpoint/2010/main" val="36967833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6818EA0-D2EF-4C38-A8B1-0D8C28DF25EC}" type="slidenum">
              <a:rPr lang="en-US" smtClean="0"/>
              <a:t>5</a:t>
            </a:fld>
            <a:endParaRPr lang="en-US"/>
          </a:p>
        </p:txBody>
      </p:sp>
    </p:spTree>
    <p:extLst>
      <p:ext uri="{BB962C8B-B14F-4D97-AF65-F5344CB8AC3E}">
        <p14:creationId xmlns:p14="http://schemas.microsoft.com/office/powerpoint/2010/main" val="12236049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A1F91-5DAF-4308-8CD1-103E6D52D74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E8C9D70A-3474-4171-B199-95A7785332F2}"/>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EF0CA482-2466-4B34-B5F0-68952F622156}"/>
              </a:ext>
            </a:extLst>
          </p:cNvPr>
          <p:cNvSpPr>
            <a:spLocks noGrp="1"/>
          </p:cNvSpPr>
          <p:nvPr>
            <p:ph type="dt" sz="half" idx="10"/>
          </p:nvPr>
        </p:nvSpPr>
        <p:spPr/>
        <p:txBody>
          <a:bodyPr/>
          <a:lstStyle/>
          <a:p>
            <a:fld id="{B202E932-A71F-4C87-8F29-F42C899ED4BE}" type="datetime1">
              <a:rPr lang="en-US" smtClean="0"/>
              <a:t>2/12/2026</a:t>
            </a:fld>
            <a:endParaRPr lang="en-US"/>
          </a:p>
        </p:txBody>
      </p:sp>
      <p:sp>
        <p:nvSpPr>
          <p:cNvPr id="5" name="Footer Placeholder 4">
            <a:extLst>
              <a:ext uri="{FF2B5EF4-FFF2-40B4-BE49-F238E27FC236}">
                <a16:creationId xmlns:a16="http://schemas.microsoft.com/office/drawing/2014/main" id="{CA64685A-6E3E-4417-9863-4F2A54DAB06E}"/>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0946F1FC-F314-455E-89ED-44D601039748}"/>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3516497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47936-FF79-4BAD-9467-808480C37E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01E9D8-3E19-4E1C-8437-CFC470EFE8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F7E1A8-58BC-40F9-A6E9-C2EA9C48BBF1}"/>
              </a:ext>
            </a:extLst>
          </p:cNvPr>
          <p:cNvSpPr>
            <a:spLocks noGrp="1"/>
          </p:cNvSpPr>
          <p:nvPr>
            <p:ph type="dt" sz="half" idx="10"/>
          </p:nvPr>
        </p:nvSpPr>
        <p:spPr/>
        <p:txBody>
          <a:bodyPr/>
          <a:lstStyle/>
          <a:p>
            <a:fld id="{A8742F31-02C1-498D-9CC2-B92C2CDF434E}" type="datetime1">
              <a:rPr lang="en-US" smtClean="0"/>
              <a:t>2/12/2026</a:t>
            </a:fld>
            <a:endParaRPr lang="en-US"/>
          </a:p>
        </p:txBody>
      </p:sp>
      <p:sp>
        <p:nvSpPr>
          <p:cNvPr id="5" name="Footer Placeholder 4">
            <a:extLst>
              <a:ext uri="{FF2B5EF4-FFF2-40B4-BE49-F238E27FC236}">
                <a16:creationId xmlns:a16="http://schemas.microsoft.com/office/drawing/2014/main" id="{47323A46-7D43-4A54-93C9-9EF0E81BAA9E}"/>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1B07370E-CEFD-4DE4-A0FC-6F069EA2A374}"/>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938997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6B35C-AE0D-47A6-9D58-2B81B44D71F7}"/>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EC171A32-793D-441B-AD68-4238442E166B}"/>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011632-D9DF-4A7B-BF50-F25DCA778EA2}"/>
              </a:ext>
            </a:extLst>
          </p:cNvPr>
          <p:cNvSpPr>
            <a:spLocks noGrp="1"/>
          </p:cNvSpPr>
          <p:nvPr>
            <p:ph type="dt" sz="half" idx="10"/>
          </p:nvPr>
        </p:nvSpPr>
        <p:spPr/>
        <p:txBody>
          <a:bodyPr/>
          <a:lstStyle/>
          <a:p>
            <a:fld id="{257A7864-DF79-4588-8239-29C6AE689228}" type="datetime1">
              <a:rPr lang="en-US" smtClean="0"/>
              <a:t>2/12/2026</a:t>
            </a:fld>
            <a:endParaRPr lang="en-US"/>
          </a:p>
        </p:txBody>
      </p:sp>
      <p:sp>
        <p:nvSpPr>
          <p:cNvPr id="5" name="Footer Placeholder 4">
            <a:extLst>
              <a:ext uri="{FF2B5EF4-FFF2-40B4-BE49-F238E27FC236}">
                <a16:creationId xmlns:a16="http://schemas.microsoft.com/office/drawing/2014/main" id="{CFA3D7EE-09FD-4EC1-91CB-5868F9A4EFCA}"/>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8A59428E-60CF-473F-90FC-33845451FC64}"/>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654445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6AAB0-7FF6-4933-9E22-F868C19253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B08B35-4553-47E2-9C69-248E2027A1F4}"/>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F70A51-07F6-4B4E-AC1B-00C92A5F9E1D}"/>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9B59BD2-1DA7-47C2-927E-1EDAB02E4829}"/>
              </a:ext>
            </a:extLst>
          </p:cNvPr>
          <p:cNvSpPr>
            <a:spLocks noGrp="1"/>
          </p:cNvSpPr>
          <p:nvPr>
            <p:ph type="dt" sz="half" idx="10"/>
          </p:nvPr>
        </p:nvSpPr>
        <p:spPr/>
        <p:txBody>
          <a:bodyPr/>
          <a:lstStyle/>
          <a:p>
            <a:fld id="{5AA8FAA2-19A9-44AB-B8FA-E5869F238D47}" type="datetime1">
              <a:rPr lang="en-US" smtClean="0"/>
              <a:t>2/12/2026</a:t>
            </a:fld>
            <a:endParaRPr lang="en-US"/>
          </a:p>
        </p:txBody>
      </p:sp>
      <p:sp>
        <p:nvSpPr>
          <p:cNvPr id="6" name="Footer Placeholder 5">
            <a:extLst>
              <a:ext uri="{FF2B5EF4-FFF2-40B4-BE49-F238E27FC236}">
                <a16:creationId xmlns:a16="http://schemas.microsoft.com/office/drawing/2014/main" id="{F00BB89C-01D5-4C85-B148-89F7B797D350}"/>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D0D56DD1-999E-4E85-80AF-C5D57619E24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3828772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2E3C4-28DC-4891-B961-D5AC5549E4D1}"/>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E439514-3694-4568-AA95-82CF0B69D200}"/>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3DA333A6-5E74-4ACD-8AC0-FAB6C7E080F8}"/>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9B50B8-823E-4597-A8E8-6A9638DD921B}"/>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73E8A5CD-818C-4AC2-9FF0-0375B10D2C56}"/>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9147E56-F9CA-448D-BF16-285FBDD66A3B}"/>
              </a:ext>
            </a:extLst>
          </p:cNvPr>
          <p:cNvSpPr>
            <a:spLocks noGrp="1"/>
          </p:cNvSpPr>
          <p:nvPr>
            <p:ph type="dt" sz="half" idx="10"/>
          </p:nvPr>
        </p:nvSpPr>
        <p:spPr/>
        <p:txBody>
          <a:bodyPr/>
          <a:lstStyle/>
          <a:p>
            <a:fld id="{D8D6C686-7BE9-4586-A687-B2D1E9405BF2}" type="datetime1">
              <a:rPr lang="en-US" smtClean="0"/>
              <a:t>2/12/2026</a:t>
            </a:fld>
            <a:endParaRPr lang="en-US"/>
          </a:p>
        </p:txBody>
      </p:sp>
      <p:sp>
        <p:nvSpPr>
          <p:cNvPr id="8" name="Footer Placeholder 7">
            <a:extLst>
              <a:ext uri="{FF2B5EF4-FFF2-40B4-BE49-F238E27FC236}">
                <a16:creationId xmlns:a16="http://schemas.microsoft.com/office/drawing/2014/main" id="{9151C511-854E-4BC2-B903-8E577EE9A9CB}"/>
              </a:ext>
            </a:extLst>
          </p:cNvPr>
          <p:cNvSpPr>
            <a:spLocks noGrp="1"/>
          </p:cNvSpPr>
          <p:nvPr>
            <p:ph type="ftr" sz="quarter" idx="11"/>
          </p:nvPr>
        </p:nvSpPr>
        <p:spPr/>
        <p:txBody>
          <a:bodyPr/>
          <a:lstStyle/>
          <a:p>
            <a:r>
              <a:rPr lang="en-US"/>
              <a:t>Confidential</a:t>
            </a:r>
          </a:p>
        </p:txBody>
      </p:sp>
      <p:sp>
        <p:nvSpPr>
          <p:cNvPr id="9" name="Slide Number Placeholder 8">
            <a:extLst>
              <a:ext uri="{FF2B5EF4-FFF2-40B4-BE49-F238E27FC236}">
                <a16:creationId xmlns:a16="http://schemas.microsoft.com/office/drawing/2014/main" id="{20CA9210-8AFB-4D59-BF25-4EFD379E7791}"/>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812281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B0A4E-7214-4395-B4A9-683862A1792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1BA23A-F6DD-474E-874D-71837CECE2D0}"/>
              </a:ext>
            </a:extLst>
          </p:cNvPr>
          <p:cNvSpPr>
            <a:spLocks noGrp="1"/>
          </p:cNvSpPr>
          <p:nvPr>
            <p:ph type="dt" sz="half" idx="10"/>
          </p:nvPr>
        </p:nvSpPr>
        <p:spPr/>
        <p:txBody>
          <a:bodyPr/>
          <a:lstStyle/>
          <a:p>
            <a:fld id="{A407A63C-776B-4C75-811A-901240DE072E}" type="datetime1">
              <a:rPr lang="en-US" smtClean="0"/>
              <a:t>2/12/2026</a:t>
            </a:fld>
            <a:endParaRPr lang="en-US"/>
          </a:p>
        </p:txBody>
      </p:sp>
      <p:sp>
        <p:nvSpPr>
          <p:cNvPr id="4" name="Footer Placeholder 3">
            <a:extLst>
              <a:ext uri="{FF2B5EF4-FFF2-40B4-BE49-F238E27FC236}">
                <a16:creationId xmlns:a16="http://schemas.microsoft.com/office/drawing/2014/main" id="{168EEFDA-3E42-47C0-93DC-C1219B95B61A}"/>
              </a:ext>
            </a:extLst>
          </p:cNvPr>
          <p:cNvSpPr>
            <a:spLocks noGrp="1"/>
          </p:cNvSpPr>
          <p:nvPr>
            <p:ph type="ftr" sz="quarter" idx="11"/>
          </p:nvPr>
        </p:nvSpPr>
        <p:spPr/>
        <p:txBody>
          <a:bodyPr/>
          <a:lstStyle/>
          <a:p>
            <a:r>
              <a:rPr lang="en-US"/>
              <a:t>Confidential</a:t>
            </a:r>
          </a:p>
        </p:txBody>
      </p:sp>
      <p:sp>
        <p:nvSpPr>
          <p:cNvPr id="5" name="Slide Number Placeholder 4">
            <a:extLst>
              <a:ext uri="{FF2B5EF4-FFF2-40B4-BE49-F238E27FC236}">
                <a16:creationId xmlns:a16="http://schemas.microsoft.com/office/drawing/2014/main" id="{2311EABA-4C8C-473F-B711-E494A05F4495}"/>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542098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E834C0-0139-4568-8744-EE8A5CE98791}"/>
              </a:ext>
            </a:extLst>
          </p:cNvPr>
          <p:cNvSpPr>
            <a:spLocks noGrp="1"/>
          </p:cNvSpPr>
          <p:nvPr>
            <p:ph type="dt" sz="half" idx="10"/>
          </p:nvPr>
        </p:nvSpPr>
        <p:spPr/>
        <p:txBody>
          <a:bodyPr/>
          <a:lstStyle/>
          <a:p>
            <a:fld id="{656B8578-255A-4EAB-AB9D-DF676188B002}" type="datetime1">
              <a:rPr lang="en-US" smtClean="0"/>
              <a:t>2/12/2026</a:t>
            </a:fld>
            <a:endParaRPr lang="en-US"/>
          </a:p>
        </p:txBody>
      </p:sp>
      <p:sp>
        <p:nvSpPr>
          <p:cNvPr id="3" name="Footer Placeholder 2">
            <a:extLst>
              <a:ext uri="{FF2B5EF4-FFF2-40B4-BE49-F238E27FC236}">
                <a16:creationId xmlns:a16="http://schemas.microsoft.com/office/drawing/2014/main" id="{ED01E73B-DCCE-4735-81B5-1825A15AD9DC}"/>
              </a:ext>
            </a:extLst>
          </p:cNvPr>
          <p:cNvSpPr>
            <a:spLocks noGrp="1"/>
          </p:cNvSpPr>
          <p:nvPr>
            <p:ph type="ftr" sz="quarter" idx="11"/>
          </p:nvPr>
        </p:nvSpPr>
        <p:spPr/>
        <p:txBody>
          <a:bodyPr/>
          <a:lstStyle/>
          <a:p>
            <a:r>
              <a:rPr lang="en-US"/>
              <a:t>Confidential</a:t>
            </a:r>
          </a:p>
        </p:txBody>
      </p:sp>
      <p:sp>
        <p:nvSpPr>
          <p:cNvPr id="4" name="Slide Number Placeholder 3">
            <a:extLst>
              <a:ext uri="{FF2B5EF4-FFF2-40B4-BE49-F238E27FC236}">
                <a16:creationId xmlns:a16="http://schemas.microsoft.com/office/drawing/2014/main" id="{B049F196-8163-4B75-8CAC-61E1C785D81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3471722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8E244-A061-4E80-BC9C-E6AB7DBD1859}"/>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93C428FE-F029-409E-B569-681CD14E9DD9}"/>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8A74DE-FA8C-4583-9E68-BF0214191D8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1EE68F3A-DC58-4F1A-923E-357CDF901CEC}"/>
              </a:ext>
            </a:extLst>
          </p:cNvPr>
          <p:cNvSpPr>
            <a:spLocks noGrp="1"/>
          </p:cNvSpPr>
          <p:nvPr>
            <p:ph type="dt" sz="half" idx="10"/>
          </p:nvPr>
        </p:nvSpPr>
        <p:spPr/>
        <p:txBody>
          <a:bodyPr/>
          <a:lstStyle/>
          <a:p>
            <a:fld id="{ABAE85B3-C4AE-4BB1-B021-68841BA35016}" type="datetime1">
              <a:rPr lang="en-US" smtClean="0"/>
              <a:t>2/12/2026</a:t>
            </a:fld>
            <a:endParaRPr lang="en-US"/>
          </a:p>
        </p:txBody>
      </p:sp>
      <p:sp>
        <p:nvSpPr>
          <p:cNvPr id="6" name="Footer Placeholder 5">
            <a:extLst>
              <a:ext uri="{FF2B5EF4-FFF2-40B4-BE49-F238E27FC236}">
                <a16:creationId xmlns:a16="http://schemas.microsoft.com/office/drawing/2014/main" id="{12D46901-5A47-40C9-BF0C-854E9818E462}"/>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0FF1F09E-1A7A-4217-88C3-C6FCE58F00CF}"/>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700598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130C2-9AC3-40D2-82EA-7358BE3F3FC6}"/>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4ED3CFF1-6F5E-4EDE-9591-B88623C670E0}"/>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a:extLst>
              <a:ext uri="{FF2B5EF4-FFF2-40B4-BE49-F238E27FC236}">
                <a16:creationId xmlns:a16="http://schemas.microsoft.com/office/drawing/2014/main" id="{8D14FF47-9845-4311-A900-C88BE6D7512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9FEED47-9E30-48B0-BD7D-5D140FE87D54}"/>
              </a:ext>
            </a:extLst>
          </p:cNvPr>
          <p:cNvSpPr>
            <a:spLocks noGrp="1"/>
          </p:cNvSpPr>
          <p:nvPr>
            <p:ph type="dt" sz="half" idx="10"/>
          </p:nvPr>
        </p:nvSpPr>
        <p:spPr/>
        <p:txBody>
          <a:bodyPr/>
          <a:lstStyle/>
          <a:p>
            <a:fld id="{8BEE9113-9AB1-4051-924D-DF3D9AA7B385}" type="datetime1">
              <a:rPr lang="en-US" smtClean="0"/>
              <a:t>2/12/2026</a:t>
            </a:fld>
            <a:endParaRPr lang="en-US"/>
          </a:p>
        </p:txBody>
      </p:sp>
      <p:sp>
        <p:nvSpPr>
          <p:cNvPr id="6" name="Footer Placeholder 5">
            <a:extLst>
              <a:ext uri="{FF2B5EF4-FFF2-40B4-BE49-F238E27FC236}">
                <a16:creationId xmlns:a16="http://schemas.microsoft.com/office/drawing/2014/main" id="{4DDE5465-F8EA-489B-B0CE-6D03E7A74ED2}"/>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C1EB23C1-C907-4F63-83FE-12326EA9ADA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661818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1A720-C411-4ED2-9590-91859DC253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AC8D4A-1E59-44F0-B9D5-55F4EF518A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2D2062-E7CF-4226-ABBC-7FAB80D53B72}"/>
              </a:ext>
            </a:extLst>
          </p:cNvPr>
          <p:cNvSpPr>
            <a:spLocks noGrp="1"/>
          </p:cNvSpPr>
          <p:nvPr>
            <p:ph type="dt" sz="half" idx="10"/>
          </p:nvPr>
        </p:nvSpPr>
        <p:spPr/>
        <p:txBody>
          <a:bodyPr/>
          <a:lstStyle/>
          <a:p>
            <a:fld id="{00EE5AC6-156C-4CB5-BA0A-41EEB99F2C31}" type="datetime1">
              <a:rPr lang="en-US" smtClean="0"/>
              <a:t>2/12/2026</a:t>
            </a:fld>
            <a:endParaRPr lang="en-US"/>
          </a:p>
        </p:txBody>
      </p:sp>
      <p:sp>
        <p:nvSpPr>
          <p:cNvPr id="5" name="Footer Placeholder 4">
            <a:extLst>
              <a:ext uri="{FF2B5EF4-FFF2-40B4-BE49-F238E27FC236}">
                <a16:creationId xmlns:a16="http://schemas.microsoft.com/office/drawing/2014/main" id="{2FDE2C07-11CD-4FCA-9EF9-DBCB439607F9}"/>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57EF8289-ACCF-49F8-B239-9BC52C1BA584}"/>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943466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1DD16A-B6EA-4F1C-B1D6-276E8C388D64}"/>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2D3C60F-2B01-4456-A9C9-E40F68052A87}"/>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3CACA6-C1E6-45CC-987A-36AA89D2CB9A}"/>
              </a:ext>
            </a:extLst>
          </p:cNvPr>
          <p:cNvSpPr>
            <a:spLocks noGrp="1"/>
          </p:cNvSpPr>
          <p:nvPr>
            <p:ph type="dt" sz="half" idx="10"/>
          </p:nvPr>
        </p:nvSpPr>
        <p:spPr/>
        <p:txBody>
          <a:bodyPr/>
          <a:lstStyle/>
          <a:p>
            <a:fld id="{EC721CCD-7326-4A57-A1EF-8B0B37DF77B7}" type="datetime1">
              <a:rPr lang="en-US" smtClean="0"/>
              <a:t>2/12/2026</a:t>
            </a:fld>
            <a:endParaRPr lang="en-US"/>
          </a:p>
        </p:txBody>
      </p:sp>
      <p:sp>
        <p:nvSpPr>
          <p:cNvPr id="5" name="Footer Placeholder 4">
            <a:extLst>
              <a:ext uri="{FF2B5EF4-FFF2-40B4-BE49-F238E27FC236}">
                <a16:creationId xmlns:a16="http://schemas.microsoft.com/office/drawing/2014/main" id="{55DBCBA4-F9B0-4FFA-8023-E056B2BF9DB4}"/>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83991EB5-9BD0-4358-9027-51E6836959E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3514456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CEBC77-63D1-42E8-A976-F7270279F9EC}"/>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A64DF2-E1A1-406E-AEE5-0CF1A3C73FD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03C1D8-9EE9-42E3-A226-76CF87AC6E61}"/>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A974C46C-9D8A-450F-A7A1-8B8352E02805}" type="datetime1">
              <a:rPr lang="en-US" smtClean="0"/>
              <a:t>2/12/2026</a:t>
            </a:fld>
            <a:endParaRPr lang="en-US"/>
          </a:p>
        </p:txBody>
      </p:sp>
      <p:sp>
        <p:nvSpPr>
          <p:cNvPr id="5" name="Footer Placeholder 4">
            <a:extLst>
              <a:ext uri="{FF2B5EF4-FFF2-40B4-BE49-F238E27FC236}">
                <a16:creationId xmlns:a16="http://schemas.microsoft.com/office/drawing/2014/main" id="{6386C20A-ED86-43E7-BD47-C0407000FDCC}"/>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Confidential</a:t>
            </a:r>
          </a:p>
        </p:txBody>
      </p:sp>
      <p:sp>
        <p:nvSpPr>
          <p:cNvPr id="6" name="Slide Number Placeholder 5">
            <a:extLst>
              <a:ext uri="{FF2B5EF4-FFF2-40B4-BE49-F238E27FC236}">
                <a16:creationId xmlns:a16="http://schemas.microsoft.com/office/drawing/2014/main" id="{27EB9E82-8B6D-4553-B4F9-228C6E8BF238}"/>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AB8DC1C-CF51-4F7D-8E83-F954D2933D5A}" type="slidenum">
              <a:rPr lang="en-US" smtClean="0"/>
              <a:t>‹#›</a:t>
            </a:fld>
            <a:endParaRPr lang="en-US"/>
          </a:p>
        </p:txBody>
      </p:sp>
    </p:spTree>
    <p:extLst>
      <p:ext uri="{BB962C8B-B14F-4D97-AF65-F5344CB8AC3E}">
        <p14:creationId xmlns:p14="http://schemas.microsoft.com/office/powerpoint/2010/main" val="168027401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png"/><Relationship Id="rId7" Type="http://schemas.openxmlformats.org/officeDocument/2006/relationships/diagramQuickStyle" Target="../diagrams/quickStyle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hyperlink" Target="mailto:programsuccessleadership@clearoneadvantage.com" TargetMode="External"/><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png"/><Relationship Id="rId7"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png"/><Relationship Id="rId7" Type="http://schemas.openxmlformats.org/officeDocument/2006/relationships/diagramColors" Target="../diagrams/colors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77C8-003C-49AC-9E7A-B4F3742C3347}"/>
              </a:ext>
            </a:extLst>
          </p:cNvPr>
          <p:cNvSpPr>
            <a:spLocks noGrp="1"/>
          </p:cNvSpPr>
          <p:nvPr>
            <p:ph type="title"/>
          </p:nvPr>
        </p:nvSpPr>
        <p:spPr>
          <a:xfrm>
            <a:off x="64726" y="-854"/>
            <a:ext cx="8854631" cy="431654"/>
          </a:xfrm>
        </p:spPr>
        <p:txBody>
          <a:bodyPr>
            <a:normAutofit/>
          </a:bodyPr>
          <a:lstStyle/>
          <a:p>
            <a:r>
              <a:rPr lang="en-US" sz="2000">
                <a:latin typeface="Arial"/>
                <a:cs typeface="Arial"/>
              </a:rPr>
              <a:t>Completing a Program Change in Calculator</a:t>
            </a:r>
            <a:endParaRPr lang="en-US" sz="2000">
              <a:latin typeface="Arial" panose="020B0604020202020204" pitchFamily="34" charset="0"/>
              <a:cs typeface="Arial" panose="020B0604020202020204" pitchFamily="34" charset="0"/>
            </a:endParaRPr>
          </a:p>
        </p:txBody>
      </p:sp>
      <p:sp>
        <p:nvSpPr>
          <p:cNvPr id="3" name="Footer Placeholder 2"/>
          <p:cNvSpPr>
            <a:spLocks noGrp="1"/>
          </p:cNvSpPr>
          <p:nvPr>
            <p:ph type="ftr" sz="quarter" idx="11"/>
          </p:nvPr>
        </p:nvSpPr>
        <p:spPr/>
        <p:txBody>
          <a:bodyPr/>
          <a:lstStyle/>
          <a:p>
            <a:r>
              <a:rPr lang="en-US"/>
              <a:t>Confidential</a:t>
            </a:r>
          </a:p>
        </p:txBody>
      </p:sp>
      <p:sp>
        <p:nvSpPr>
          <p:cNvPr id="5" name="Slide Number Placeholder 4"/>
          <p:cNvSpPr>
            <a:spLocks noGrp="1"/>
          </p:cNvSpPr>
          <p:nvPr>
            <p:ph type="sldNum" sz="quarter" idx="12"/>
          </p:nvPr>
        </p:nvSpPr>
        <p:spPr/>
        <p:txBody>
          <a:bodyPr/>
          <a:lstStyle/>
          <a:p>
            <a:fld id="{AAB8DC1C-CF51-4F7D-8E83-F954D2933D5A}" type="slidenum">
              <a:rPr lang="en-US" smtClean="0"/>
              <a:t>1</a:t>
            </a:fld>
            <a:endParaRPr lang="en-US"/>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4916" y="6404383"/>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0115940-8E32-4E7D-86BE-414C54C86E36}"/>
              </a:ext>
            </a:extLst>
          </p:cNvPr>
          <p:cNvSpPr/>
          <p:nvPr/>
        </p:nvSpPr>
        <p:spPr>
          <a:xfrm>
            <a:off x="0" y="352689"/>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73D772ED-67AA-4473-8011-B8EE1479F777}"/>
              </a:ext>
            </a:extLst>
          </p:cNvPr>
          <p:cNvSpPr/>
          <p:nvPr/>
        </p:nvSpPr>
        <p:spPr>
          <a:xfrm>
            <a:off x="506727" y="430110"/>
            <a:ext cx="8128933" cy="5990965"/>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lIns="91440" tIns="45720" rIns="91440" bIns="45720" rtlCol="0" anchor="t"/>
          <a:lstStyle/>
          <a:p>
            <a:pPr algn="ctr"/>
            <a:r>
              <a:rPr lang="en-US" sz="1100"/>
              <a:t>Reminders</a:t>
            </a:r>
          </a:p>
          <a:p>
            <a:pPr algn="ctr"/>
            <a:endParaRPr lang="en-US" sz="1100"/>
          </a:p>
          <a:p>
            <a:pPr marL="285750" indent="-285750">
              <a:buFont typeface="Arial" panose="020B0604020202020204" pitchFamily="34" charset="0"/>
              <a:buChar char="•"/>
            </a:pPr>
            <a:r>
              <a:rPr lang="en-US" sz="1100"/>
              <a:t>Accounts can only be added/re-added to the program if:</a:t>
            </a:r>
            <a:endParaRPr lang="en-US" sz="1100">
              <a:cs typeface="Calibri"/>
            </a:endParaRPr>
          </a:p>
          <a:p>
            <a:pPr marL="742950" lvl="1" indent="-285750">
              <a:buFont typeface="Arial" panose="020B0604020202020204" pitchFamily="34" charset="0"/>
              <a:buChar char="•"/>
            </a:pPr>
            <a:r>
              <a:rPr lang="en-US" sz="1100"/>
              <a:t>Unsecured with a minimum balance of $450.00</a:t>
            </a:r>
            <a:endParaRPr lang="en-US" sz="1100">
              <a:cs typeface="Calibri"/>
            </a:endParaRPr>
          </a:p>
          <a:p>
            <a:pPr marL="742950" lvl="1" indent="-285750">
              <a:buFont typeface="Arial" panose="020B0604020202020204" pitchFamily="34" charset="0"/>
              <a:buChar char="•"/>
            </a:pPr>
            <a:r>
              <a:rPr lang="en-US" sz="1100">
                <a:cs typeface="Calibri"/>
              </a:rPr>
              <a:t>If client adding account – statement dated within 60 days required (medical debt can be within 120 days) to include:</a:t>
            </a:r>
          </a:p>
          <a:p>
            <a:pPr marL="1200150" lvl="2" indent="-285750">
              <a:buFont typeface="Arial" panose="020B0604020202020204" pitchFamily="34" charset="0"/>
              <a:buChar char="•"/>
            </a:pPr>
            <a:r>
              <a:rPr lang="en-US" sz="1100">
                <a:cs typeface="Calibri"/>
              </a:rPr>
              <a:t>Client/Co-Client Name</a:t>
            </a:r>
          </a:p>
          <a:p>
            <a:pPr marL="1200150" lvl="2" indent="-285750">
              <a:buFont typeface="Arial" panose="020B0604020202020204" pitchFamily="34" charset="0"/>
              <a:buChar char="•"/>
            </a:pPr>
            <a:r>
              <a:rPr lang="en-US" sz="1100">
                <a:cs typeface="Calibri"/>
              </a:rPr>
              <a:t>Full Account Number (can be provided by client if statement only includes last 4)</a:t>
            </a:r>
          </a:p>
          <a:p>
            <a:pPr marL="1657350" lvl="3" indent="-285750">
              <a:buFont typeface="Arial" panose="020B0604020202020204" pitchFamily="34" charset="0"/>
              <a:buChar char="•"/>
            </a:pPr>
            <a:r>
              <a:rPr lang="en-US" sz="1100">
                <a:cs typeface="Calibri"/>
              </a:rPr>
              <a:t>If USAA – full 16-digit account number required</a:t>
            </a:r>
          </a:p>
          <a:p>
            <a:pPr marL="1200150" lvl="2" indent="-285750">
              <a:buFont typeface="Arial" panose="020B0604020202020204" pitchFamily="34" charset="0"/>
              <a:buChar char="•"/>
            </a:pPr>
            <a:r>
              <a:rPr lang="en-US" sz="1100">
                <a:cs typeface="Calibri"/>
              </a:rPr>
              <a:t>Balance</a:t>
            </a:r>
          </a:p>
          <a:p>
            <a:pPr marL="1657350" lvl="3" indent="-285750">
              <a:buFont typeface="Arial" panose="020B0604020202020204" pitchFamily="34" charset="0"/>
              <a:buChar char="•"/>
            </a:pPr>
            <a:r>
              <a:rPr lang="en-US" sz="1100">
                <a:cs typeface="Calibri"/>
              </a:rPr>
              <a:t>If payday loan – payoff balance is required</a:t>
            </a:r>
          </a:p>
          <a:p>
            <a:pPr marL="1200150" lvl="2" indent="-285750">
              <a:buFont typeface="Arial,Sans-Serif" panose="020B0604020202020204" pitchFamily="34" charset="0"/>
              <a:buChar char="•"/>
            </a:pPr>
            <a:r>
              <a:rPr lang="en-US" sz="1100">
                <a:ea typeface="+mn-lt"/>
                <a:cs typeface="+mn-lt"/>
              </a:rPr>
              <a:t>If bank loan (not medical or revolving credit card debt), account must be opened for 30 days</a:t>
            </a:r>
          </a:p>
          <a:p>
            <a:pPr marL="1200150" lvl="2" indent="-285750">
              <a:buFont typeface="Arial,Sans-Serif" panose="020B0604020202020204" pitchFamily="34" charset="0"/>
              <a:buChar char="•"/>
            </a:pPr>
            <a:r>
              <a:rPr lang="en-US" sz="1100">
                <a:cs typeface="Calibri" panose="020F0502020204030204"/>
              </a:rPr>
              <a:t>If NOT already in litigation or legal phase</a:t>
            </a:r>
          </a:p>
          <a:p>
            <a:pPr marL="742950" lvl="1" indent="-285750">
              <a:buFont typeface="Arial" panose="020B0604020202020204" pitchFamily="34" charset="0"/>
              <a:buChar char="•"/>
            </a:pPr>
            <a:r>
              <a:rPr lang="en-US" sz="1100">
                <a:cs typeface="Calibri" panose="020F0502020204030204"/>
              </a:rPr>
              <a:t>If AE adding account – statement is preferred</a:t>
            </a:r>
          </a:p>
          <a:p>
            <a:pPr marL="1200150" lvl="2" indent="-285750">
              <a:buFont typeface="Arial" panose="020B0604020202020204" pitchFamily="34" charset="0"/>
              <a:buChar char="•"/>
            </a:pPr>
            <a:r>
              <a:rPr lang="en-US" sz="1100"/>
              <a:t>If unable to get a statement Account Executive can provide a recording from the creditor to include:</a:t>
            </a:r>
          </a:p>
          <a:p>
            <a:pPr marL="1657350" lvl="3" indent="-285750">
              <a:buFont typeface="Arial" panose="020B0604020202020204" pitchFamily="34" charset="0"/>
              <a:buChar char="•"/>
            </a:pPr>
            <a:r>
              <a:rPr lang="en-US" sz="1100">
                <a:cs typeface="Calibri"/>
              </a:rPr>
              <a:t>Creditor Name</a:t>
            </a:r>
          </a:p>
          <a:p>
            <a:pPr marL="1657350" lvl="3" indent="-285750">
              <a:buFont typeface="Arial" panose="020B0604020202020204" pitchFamily="34" charset="0"/>
              <a:buChar char="•"/>
            </a:pPr>
            <a:r>
              <a:rPr lang="en-US" sz="1100">
                <a:cs typeface="Calibri"/>
              </a:rPr>
              <a:t>Full account number </a:t>
            </a:r>
          </a:p>
          <a:p>
            <a:pPr marL="1657350" lvl="3" indent="-285750">
              <a:buFont typeface="Arial" panose="020B0604020202020204" pitchFamily="34" charset="0"/>
              <a:buChar char="•"/>
            </a:pPr>
            <a:r>
              <a:rPr lang="en-US" sz="1100">
                <a:cs typeface="Calibri"/>
              </a:rPr>
              <a:t>Balance (if payday loan – payoff balance required)</a:t>
            </a:r>
          </a:p>
          <a:p>
            <a:pPr marL="1657350" lvl="3" indent="-285750">
              <a:buFont typeface="Arial" panose="020B0604020202020204" pitchFamily="34" charset="0"/>
              <a:buChar char="•"/>
            </a:pPr>
            <a:r>
              <a:rPr lang="en-US" sz="1100">
                <a:cs typeface="Calibri"/>
              </a:rPr>
              <a:t>If bank loan (not medical or revolving credit card debt), account must be opened for 30 days</a:t>
            </a:r>
          </a:p>
          <a:p>
            <a:pPr marL="285750" indent="-285750">
              <a:buFont typeface="Arial" panose="020B0604020202020204" pitchFamily="34" charset="0"/>
              <a:buChar char="•"/>
            </a:pPr>
            <a:r>
              <a:rPr lang="en-US" sz="1100">
                <a:cs typeface="Calibri"/>
              </a:rPr>
              <a:t>IMPORTANT – the following creditors require account to be opened for 6 months (180 days) prior to enrollment</a:t>
            </a:r>
          </a:p>
        </p:txBody>
      </p:sp>
      <p:sp>
        <p:nvSpPr>
          <p:cNvPr id="8" name="TextBox 7">
            <a:extLst>
              <a:ext uri="{FF2B5EF4-FFF2-40B4-BE49-F238E27FC236}">
                <a16:creationId xmlns:a16="http://schemas.microsoft.com/office/drawing/2014/main" id="{81F078BF-D7DC-C41B-CABC-2E0FECF7714A}"/>
              </a:ext>
            </a:extLst>
          </p:cNvPr>
          <p:cNvSpPr txBox="1"/>
          <p:nvPr/>
        </p:nvSpPr>
        <p:spPr>
          <a:xfrm>
            <a:off x="6861860" y="-5694"/>
            <a:ext cx="22831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Updated 8/29/2025</a:t>
            </a:r>
            <a:endParaRPr lang="en-US" dirty="0"/>
          </a:p>
        </p:txBody>
      </p:sp>
      <p:pic>
        <p:nvPicPr>
          <p:cNvPr id="10" name="Picture 9">
            <a:extLst>
              <a:ext uri="{FF2B5EF4-FFF2-40B4-BE49-F238E27FC236}">
                <a16:creationId xmlns:a16="http://schemas.microsoft.com/office/drawing/2014/main" id="{FEE460F5-284E-D9B8-8D1C-ED6FB698BE77}"/>
              </a:ext>
            </a:extLst>
          </p:cNvPr>
          <p:cNvPicPr>
            <a:picLocks noChangeAspect="1"/>
          </p:cNvPicPr>
          <p:nvPr/>
        </p:nvPicPr>
        <p:blipFill>
          <a:blip r:embed="rId4"/>
          <a:stretch>
            <a:fillRect/>
          </a:stretch>
        </p:blipFill>
        <p:spPr>
          <a:xfrm>
            <a:off x="1795805" y="4049853"/>
            <a:ext cx="5548540" cy="1817035"/>
          </a:xfrm>
          <a:prstGeom prst="rect">
            <a:avLst/>
          </a:prstGeom>
        </p:spPr>
      </p:pic>
    </p:spTree>
    <p:extLst>
      <p:ext uri="{BB962C8B-B14F-4D97-AF65-F5344CB8AC3E}">
        <p14:creationId xmlns:p14="http://schemas.microsoft.com/office/powerpoint/2010/main" val="4099539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77C8-003C-49AC-9E7A-B4F3742C3347}"/>
              </a:ext>
            </a:extLst>
          </p:cNvPr>
          <p:cNvSpPr>
            <a:spLocks noGrp="1"/>
          </p:cNvSpPr>
          <p:nvPr>
            <p:ph type="title"/>
          </p:nvPr>
        </p:nvSpPr>
        <p:spPr>
          <a:xfrm>
            <a:off x="64726" y="-854"/>
            <a:ext cx="8854631" cy="431654"/>
          </a:xfrm>
        </p:spPr>
        <p:txBody>
          <a:bodyPr>
            <a:normAutofit/>
          </a:bodyPr>
          <a:lstStyle/>
          <a:p>
            <a:r>
              <a:rPr lang="en-US" sz="2000">
                <a:latin typeface="Arial"/>
                <a:cs typeface="Arial"/>
              </a:rPr>
              <a:t>Completing a Program Change in Calculator</a:t>
            </a:r>
            <a:endParaRPr lang="en-US" sz="2000">
              <a:latin typeface="Arial" panose="020B0604020202020204" pitchFamily="34" charset="0"/>
              <a:cs typeface="Arial" panose="020B0604020202020204" pitchFamily="34" charset="0"/>
            </a:endParaRPr>
          </a:p>
        </p:txBody>
      </p:sp>
      <p:sp>
        <p:nvSpPr>
          <p:cNvPr id="3" name="Footer Placeholder 2"/>
          <p:cNvSpPr>
            <a:spLocks noGrp="1"/>
          </p:cNvSpPr>
          <p:nvPr>
            <p:ph type="ftr" sz="quarter" idx="11"/>
          </p:nvPr>
        </p:nvSpPr>
        <p:spPr/>
        <p:txBody>
          <a:bodyPr/>
          <a:lstStyle/>
          <a:p>
            <a:r>
              <a:rPr lang="en-US"/>
              <a:t>Confidential</a:t>
            </a:r>
          </a:p>
        </p:txBody>
      </p:sp>
      <p:sp>
        <p:nvSpPr>
          <p:cNvPr id="5" name="Slide Number Placeholder 4"/>
          <p:cNvSpPr>
            <a:spLocks noGrp="1"/>
          </p:cNvSpPr>
          <p:nvPr>
            <p:ph type="sldNum" sz="quarter" idx="12"/>
          </p:nvPr>
        </p:nvSpPr>
        <p:spPr/>
        <p:txBody>
          <a:bodyPr/>
          <a:lstStyle/>
          <a:p>
            <a:fld id="{AAB8DC1C-CF51-4F7D-8E83-F954D2933D5A}" type="slidenum">
              <a:rPr lang="en-US" smtClean="0"/>
              <a:t>2</a:t>
            </a:fld>
            <a:endParaRPr lang="en-US"/>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4916" y="6404383"/>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0115940-8E32-4E7D-86BE-414C54C86E36}"/>
              </a:ext>
            </a:extLst>
          </p:cNvPr>
          <p:cNvSpPr/>
          <p:nvPr/>
        </p:nvSpPr>
        <p:spPr>
          <a:xfrm>
            <a:off x="0" y="352689"/>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73D772ED-67AA-4473-8011-B8EE1479F777}"/>
              </a:ext>
            </a:extLst>
          </p:cNvPr>
          <p:cNvSpPr/>
          <p:nvPr/>
        </p:nvSpPr>
        <p:spPr>
          <a:xfrm>
            <a:off x="507533" y="477471"/>
            <a:ext cx="8128933" cy="4451690"/>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lIns="91440" tIns="45720" rIns="91440" bIns="45720" rtlCol="0" anchor="ctr"/>
          <a:lstStyle/>
          <a:p>
            <a:pPr algn="ctr"/>
            <a:r>
              <a:rPr lang="en-US" dirty="0"/>
              <a:t>Reminders Continued</a:t>
            </a:r>
          </a:p>
          <a:p>
            <a:pPr marL="285750" indent="-285750">
              <a:buFont typeface="Arial" panose="020B0604020202020204" pitchFamily="34" charset="0"/>
              <a:buChar char="•"/>
            </a:pPr>
            <a:endParaRPr lang="en-US" sz="1200" dirty="0">
              <a:cs typeface="Calibri"/>
            </a:endParaRPr>
          </a:p>
          <a:p>
            <a:pPr marL="285750" indent="-285750">
              <a:buFont typeface="Arial" panose="020B0604020202020204" pitchFamily="34" charset="0"/>
              <a:buChar char="•"/>
            </a:pPr>
            <a:r>
              <a:rPr lang="en-US" sz="1200" dirty="0"/>
              <a:t>If there are no active settlements in place, you may only Ee accounts from the program if:</a:t>
            </a:r>
            <a:endParaRPr lang="en-US" sz="1200" dirty="0">
              <a:cs typeface="Calibri"/>
            </a:endParaRPr>
          </a:p>
          <a:p>
            <a:pPr marL="742950" lvl="1" indent="-285750">
              <a:buFont typeface="Arial" panose="020B0604020202020204" pitchFamily="34" charset="0"/>
              <a:buChar char="•"/>
            </a:pPr>
            <a:r>
              <a:rPr lang="en-US" sz="1200" dirty="0"/>
              <a:t>Minimum $7,500 total debt is still enrolled (for COA &amp; Affiliate Clients)</a:t>
            </a:r>
            <a:endParaRPr lang="en-US" sz="1200" dirty="0">
              <a:cs typeface="Calibri"/>
            </a:endParaRPr>
          </a:p>
          <a:p>
            <a:pPr marL="285750" indent="-285750">
              <a:buFont typeface="Arial" panose="020B0604020202020204" pitchFamily="34" charset="0"/>
              <a:buChar char="•"/>
            </a:pPr>
            <a:r>
              <a:rPr lang="en-US" sz="1200" dirty="0"/>
              <a:t>Significant balance changes may modify the client’s program terms</a:t>
            </a:r>
            <a:endParaRPr lang="en-US" sz="1200" dirty="0">
              <a:cs typeface="Calibri"/>
            </a:endParaRPr>
          </a:p>
          <a:p>
            <a:pPr marL="285750" indent="-285750">
              <a:buFont typeface="Arial,Sans-Serif" panose="020B0604020202020204" pitchFamily="34" charset="0"/>
              <a:buChar char="•"/>
            </a:pPr>
            <a:r>
              <a:rPr lang="en-US" sz="1200" dirty="0">
                <a:highlight>
                  <a:srgbClr val="FFFF00"/>
                </a:highlight>
                <a:ea typeface="+mn-lt"/>
                <a:cs typeface="+mn-lt"/>
              </a:rPr>
              <a:t>Client with BLP/ALC services, adding/readd/removal, disclosure required to be shared with client the BLP/ALC services.</a:t>
            </a:r>
            <a:endParaRPr lang="en-US" sz="1200" dirty="0">
              <a:ea typeface="+mn-lt"/>
              <a:cs typeface="+mn-lt"/>
            </a:endParaRPr>
          </a:p>
          <a:p>
            <a:pPr marL="285750" indent="-285750">
              <a:buFont typeface="Arial" panose="020B0604020202020204" pitchFamily="34" charset="0"/>
              <a:buChar char="•"/>
            </a:pPr>
            <a:r>
              <a:rPr lang="en-US" sz="1200" dirty="0"/>
              <a:t>Clients may modify their program terms by either:</a:t>
            </a:r>
            <a:endParaRPr lang="en-US" sz="1200" dirty="0">
              <a:cs typeface="Calibri"/>
            </a:endParaRPr>
          </a:p>
          <a:p>
            <a:pPr marL="742950" lvl="1" indent="-285750">
              <a:buFont typeface="Arial" panose="020B0604020202020204" pitchFamily="34" charset="0"/>
              <a:buChar char="•"/>
            </a:pPr>
            <a:r>
              <a:rPr lang="en-US" sz="1200" dirty="0"/>
              <a:t>Increasing their monthly draft amount and shortening their program length (preferred if adding new accounts)</a:t>
            </a:r>
            <a:endParaRPr lang="en-US" sz="1200" dirty="0">
              <a:cs typeface="Calibri"/>
            </a:endParaRPr>
          </a:p>
          <a:p>
            <a:pPr marL="742950" lvl="1" indent="-285750">
              <a:buFont typeface="Arial" panose="020B0604020202020204" pitchFamily="34" charset="0"/>
              <a:buChar char="•"/>
            </a:pPr>
            <a:r>
              <a:rPr lang="en-US" sz="1200" dirty="0"/>
              <a:t>Decreasing their monthly draft amount and extending their program length</a:t>
            </a:r>
            <a:endParaRPr lang="en-US" sz="1200" dirty="0">
              <a:cs typeface="Calibri"/>
            </a:endParaRPr>
          </a:p>
          <a:p>
            <a:pPr marL="1200150" lvl="2" indent="-285750">
              <a:buFont typeface="Arial" panose="020B0604020202020204" pitchFamily="34" charset="0"/>
              <a:buChar char="•"/>
            </a:pPr>
            <a:r>
              <a:rPr lang="en-US" sz="1200" dirty="0"/>
              <a:t>Minimum draft amount of $200.00</a:t>
            </a:r>
            <a:endParaRPr lang="en-US" sz="1200" dirty="0">
              <a:cs typeface="Calibri"/>
            </a:endParaRPr>
          </a:p>
          <a:p>
            <a:pPr marL="1200150" lvl="2" indent="-285750">
              <a:buFont typeface="Arial" panose="020B0604020202020204" pitchFamily="34" charset="0"/>
              <a:buChar char="•"/>
            </a:pPr>
            <a:r>
              <a:rPr lang="en-US" sz="1200" dirty="0"/>
              <a:t>Maximum program length of 60 months</a:t>
            </a:r>
          </a:p>
          <a:p>
            <a:pPr marL="171450" indent="-171450">
              <a:buFont typeface="Arial"/>
              <a:buChar char="•"/>
            </a:pPr>
            <a:r>
              <a:rPr lang="en-US" sz="1200" dirty="0">
                <a:ea typeface="Calibri"/>
                <a:cs typeface="Calibri"/>
              </a:rPr>
              <a:t>Affirm Exception: If a client is enrolling multiple Affirm accounts that individually do not meet the $450 requirement, we can add all the totals together and enroll as one account. We can accept the client's main phone number in place of an account number. The phone number must match what client has on their Affirm documents.</a:t>
            </a:r>
          </a:p>
          <a:p>
            <a:pPr marL="628650" lvl="1" indent="-171450">
              <a:buFont typeface="Arial"/>
              <a:buChar char="•"/>
            </a:pPr>
            <a:r>
              <a:rPr lang="en-US" sz="1200" dirty="0">
                <a:ea typeface="Calibri"/>
                <a:cs typeface="Calibri"/>
              </a:rPr>
              <a:t>If the client changes their primary contact number with Affirm that is tied to their account, they must call CS and update their contact number with us, or we will not be able to settle.</a:t>
            </a:r>
          </a:p>
          <a:p>
            <a:pPr marL="628650" lvl="1" indent="-171450">
              <a:buFont typeface="Arial"/>
              <a:buChar char="•"/>
            </a:pPr>
            <a:r>
              <a:rPr lang="en-US" sz="1200" dirty="0">
                <a:ea typeface="Calibri"/>
                <a:cs typeface="Calibri"/>
              </a:rPr>
              <a:t>When completing the "program change" recording for the Affirm account, please have client acknowledge previous bullet about changing their contact information.</a:t>
            </a:r>
          </a:p>
          <a:p>
            <a:pPr marL="171450" indent="-171450">
              <a:buFont typeface="Arial"/>
              <a:buChar char="•"/>
            </a:pPr>
            <a:r>
              <a:rPr lang="en-US" sz="1200" dirty="0"/>
              <a:t>If an OLD client is requesting a change to their enrolled creditors (removing or adding), please send an email to:</a:t>
            </a:r>
          </a:p>
          <a:p>
            <a:r>
              <a:rPr lang="en-US" sz="1200" u="sng" dirty="0">
                <a:hlinkClick r:id="rId4"/>
              </a:rPr>
              <a:t>programsuccessleadership@clearoneadvantage.com</a:t>
            </a:r>
            <a:endParaRPr lang="en-US" sz="1200" dirty="0">
              <a:ea typeface="Calibri"/>
              <a:cs typeface="Calibri"/>
            </a:endParaRPr>
          </a:p>
        </p:txBody>
      </p:sp>
      <p:graphicFrame>
        <p:nvGraphicFramePr>
          <p:cNvPr id="8" name="Diagram 7">
            <a:extLst>
              <a:ext uri="{FF2B5EF4-FFF2-40B4-BE49-F238E27FC236}">
                <a16:creationId xmlns:a16="http://schemas.microsoft.com/office/drawing/2014/main" id="{CCA71823-363D-46E9-8FC3-DFF45F223E71}"/>
              </a:ext>
            </a:extLst>
          </p:cNvPr>
          <p:cNvGraphicFramePr/>
          <p:nvPr>
            <p:extLst>
              <p:ext uri="{D42A27DB-BD31-4B8C-83A1-F6EECF244321}">
                <p14:modId xmlns:p14="http://schemas.microsoft.com/office/powerpoint/2010/main" val="1664592936"/>
              </p:ext>
            </p:extLst>
          </p:nvPr>
        </p:nvGraphicFramePr>
        <p:xfrm>
          <a:off x="755726" y="4833321"/>
          <a:ext cx="7886700" cy="197378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830154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77C8-003C-49AC-9E7A-B4F3742C3347}"/>
              </a:ext>
            </a:extLst>
          </p:cNvPr>
          <p:cNvSpPr>
            <a:spLocks noGrp="1"/>
          </p:cNvSpPr>
          <p:nvPr>
            <p:ph type="title"/>
          </p:nvPr>
        </p:nvSpPr>
        <p:spPr>
          <a:xfrm>
            <a:off x="64726" y="40522"/>
            <a:ext cx="8854631" cy="431654"/>
          </a:xfrm>
        </p:spPr>
        <p:txBody>
          <a:bodyPr>
            <a:normAutofit/>
          </a:bodyPr>
          <a:lstStyle/>
          <a:p>
            <a:r>
              <a:rPr lang="en-US" sz="2000">
                <a:latin typeface="Arial" panose="020B0604020202020204" pitchFamily="34" charset="0"/>
                <a:cs typeface="Arial" panose="020B0604020202020204" pitchFamily="34" charset="0"/>
              </a:rPr>
              <a:t>Client wishes to….</a:t>
            </a:r>
          </a:p>
        </p:txBody>
      </p:sp>
      <p:sp>
        <p:nvSpPr>
          <p:cNvPr id="3" name="Footer Placeholder 2"/>
          <p:cNvSpPr>
            <a:spLocks noGrp="1"/>
          </p:cNvSpPr>
          <p:nvPr>
            <p:ph type="ftr" sz="quarter" idx="11"/>
          </p:nvPr>
        </p:nvSpPr>
        <p:spPr/>
        <p:txBody>
          <a:bodyPr/>
          <a:lstStyle/>
          <a:p>
            <a:r>
              <a:rPr lang="en-US"/>
              <a:t>Confidential</a:t>
            </a:r>
          </a:p>
        </p:txBody>
      </p:sp>
      <p:sp>
        <p:nvSpPr>
          <p:cNvPr id="5" name="Slide Number Placeholder 4"/>
          <p:cNvSpPr>
            <a:spLocks noGrp="1"/>
          </p:cNvSpPr>
          <p:nvPr>
            <p:ph type="sldNum" sz="quarter" idx="12"/>
          </p:nvPr>
        </p:nvSpPr>
        <p:spPr>
          <a:xfrm>
            <a:off x="6861957" y="6429912"/>
            <a:ext cx="2057400" cy="365125"/>
          </a:xfrm>
        </p:spPr>
        <p:txBody>
          <a:bodyPr/>
          <a:lstStyle/>
          <a:p>
            <a:fld id="{AAB8DC1C-CF51-4F7D-8E83-F954D2933D5A}" type="slidenum">
              <a:rPr lang="en-US" smtClean="0"/>
              <a:t>3</a:t>
            </a:fld>
            <a:endParaRPr lang="en-US"/>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6809" y="74935"/>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0115940-8E32-4E7D-86BE-414C54C86E36}"/>
              </a:ext>
            </a:extLst>
          </p:cNvPr>
          <p:cNvSpPr/>
          <p:nvPr/>
        </p:nvSpPr>
        <p:spPr>
          <a:xfrm>
            <a:off x="0" y="507847"/>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Diagram 5">
            <a:extLst>
              <a:ext uri="{FF2B5EF4-FFF2-40B4-BE49-F238E27FC236}">
                <a16:creationId xmlns:a16="http://schemas.microsoft.com/office/drawing/2014/main" id="{720E4F29-F9C3-485C-84B6-22690F0E6048}"/>
              </a:ext>
            </a:extLst>
          </p:cNvPr>
          <p:cNvGraphicFramePr/>
          <p:nvPr>
            <p:extLst>
              <p:ext uri="{D42A27DB-BD31-4B8C-83A1-F6EECF244321}">
                <p14:modId xmlns:p14="http://schemas.microsoft.com/office/powerpoint/2010/main" val="1819935274"/>
              </p:ext>
            </p:extLst>
          </p:nvPr>
        </p:nvGraphicFramePr>
        <p:xfrm>
          <a:off x="3905" y="554912"/>
          <a:ext cx="9144000" cy="62493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0" name="Rectangle: Rounded Corners 9">
            <a:extLst>
              <a:ext uri="{FF2B5EF4-FFF2-40B4-BE49-F238E27FC236}">
                <a16:creationId xmlns:a16="http://schemas.microsoft.com/office/drawing/2014/main" id="{F00B18FF-D2EB-43AA-A070-7577A57F5689}"/>
              </a:ext>
            </a:extLst>
          </p:cNvPr>
          <p:cNvSpPr/>
          <p:nvPr/>
        </p:nvSpPr>
        <p:spPr>
          <a:xfrm>
            <a:off x="3257217" y="5492522"/>
            <a:ext cx="5151646" cy="12227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Please Note:</a:t>
            </a:r>
          </a:p>
          <a:p>
            <a:pPr algn="ctr"/>
            <a:r>
              <a:rPr lang="en-US" sz="1200"/>
              <a:t>If there are any reduced fees that require UMA, obtain that prior to changing the fee amount.</a:t>
            </a:r>
          </a:p>
          <a:p>
            <a:pPr algn="ctr"/>
            <a:endParaRPr lang="en-US" sz="1200"/>
          </a:p>
          <a:p>
            <a:pPr algn="ctr"/>
            <a:r>
              <a:rPr lang="en-US" sz="1200"/>
              <a:t>Once you complete all Add, Remove, Re-Add accounts, and Change account balance you can move to the next slide</a:t>
            </a:r>
          </a:p>
        </p:txBody>
      </p:sp>
    </p:spTree>
    <p:extLst>
      <p:ext uri="{BB962C8B-B14F-4D97-AF65-F5344CB8AC3E}">
        <p14:creationId xmlns:p14="http://schemas.microsoft.com/office/powerpoint/2010/main" val="4209979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77C8-003C-49AC-9E7A-B4F3742C3347}"/>
              </a:ext>
            </a:extLst>
          </p:cNvPr>
          <p:cNvSpPr>
            <a:spLocks noGrp="1"/>
          </p:cNvSpPr>
          <p:nvPr>
            <p:ph type="title"/>
          </p:nvPr>
        </p:nvSpPr>
        <p:spPr>
          <a:xfrm>
            <a:off x="64726" y="40522"/>
            <a:ext cx="8854631" cy="431654"/>
          </a:xfrm>
        </p:spPr>
        <p:txBody>
          <a:bodyPr>
            <a:normAutofit/>
          </a:bodyPr>
          <a:lstStyle/>
          <a:p>
            <a:r>
              <a:rPr lang="en-US" sz="2000">
                <a:latin typeface="Arial"/>
                <a:cs typeface="Arial"/>
              </a:rPr>
              <a:t>Finalize Program Change in Calculator</a:t>
            </a:r>
            <a:endParaRPr lang="en-US" sz="2000">
              <a:latin typeface="Arial" panose="020B0604020202020204" pitchFamily="34" charset="0"/>
              <a:cs typeface="Arial" panose="020B0604020202020204" pitchFamily="34" charset="0"/>
            </a:endParaRPr>
          </a:p>
        </p:txBody>
      </p:sp>
      <p:sp>
        <p:nvSpPr>
          <p:cNvPr id="3" name="Footer Placeholder 2"/>
          <p:cNvSpPr>
            <a:spLocks noGrp="1"/>
          </p:cNvSpPr>
          <p:nvPr>
            <p:ph type="ftr" sz="quarter" idx="11"/>
          </p:nvPr>
        </p:nvSpPr>
        <p:spPr/>
        <p:txBody>
          <a:bodyPr/>
          <a:lstStyle/>
          <a:p>
            <a:r>
              <a:rPr lang="en-US"/>
              <a:t>Confidential</a:t>
            </a:r>
          </a:p>
        </p:txBody>
      </p:sp>
      <p:sp>
        <p:nvSpPr>
          <p:cNvPr id="5" name="Slide Number Placeholder 4"/>
          <p:cNvSpPr>
            <a:spLocks noGrp="1"/>
          </p:cNvSpPr>
          <p:nvPr>
            <p:ph type="sldNum" sz="quarter" idx="12"/>
          </p:nvPr>
        </p:nvSpPr>
        <p:spPr/>
        <p:txBody>
          <a:bodyPr/>
          <a:lstStyle/>
          <a:p>
            <a:fld id="{AAB8DC1C-CF51-4F7D-8E83-F954D2933D5A}" type="slidenum">
              <a:rPr lang="en-US" smtClean="0"/>
              <a:t>4</a:t>
            </a:fld>
            <a:endParaRPr lang="en-US"/>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4916" y="6404383"/>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0115940-8E32-4E7D-86BE-414C54C86E36}"/>
              </a:ext>
            </a:extLst>
          </p:cNvPr>
          <p:cNvSpPr/>
          <p:nvPr/>
        </p:nvSpPr>
        <p:spPr>
          <a:xfrm>
            <a:off x="0" y="507847"/>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Diagram 8">
            <a:extLst>
              <a:ext uri="{FF2B5EF4-FFF2-40B4-BE49-F238E27FC236}">
                <a16:creationId xmlns:a16="http://schemas.microsoft.com/office/drawing/2014/main" id="{117D5498-7060-4CAA-92CE-45E751EC958A}"/>
              </a:ext>
            </a:extLst>
          </p:cNvPr>
          <p:cNvGraphicFramePr/>
          <p:nvPr>
            <p:extLst>
              <p:ext uri="{D42A27DB-BD31-4B8C-83A1-F6EECF244321}">
                <p14:modId xmlns:p14="http://schemas.microsoft.com/office/powerpoint/2010/main" val="2239098670"/>
              </p:ext>
            </p:extLst>
          </p:nvPr>
        </p:nvGraphicFramePr>
        <p:xfrm>
          <a:off x="107864" y="709381"/>
          <a:ext cx="8928272" cy="507063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19093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77C8-003C-49AC-9E7A-B4F3742C3347}"/>
              </a:ext>
            </a:extLst>
          </p:cNvPr>
          <p:cNvSpPr>
            <a:spLocks noGrp="1"/>
          </p:cNvSpPr>
          <p:nvPr>
            <p:ph type="title"/>
          </p:nvPr>
        </p:nvSpPr>
        <p:spPr>
          <a:xfrm>
            <a:off x="64726" y="40522"/>
            <a:ext cx="8854631" cy="431654"/>
          </a:xfrm>
        </p:spPr>
        <p:txBody>
          <a:bodyPr>
            <a:normAutofit/>
          </a:bodyPr>
          <a:lstStyle/>
          <a:p>
            <a:r>
              <a:rPr lang="en-US" sz="2000">
                <a:latin typeface="Arial"/>
                <a:cs typeface="Arial"/>
              </a:rPr>
              <a:t>Add/Remove Months in Calculator</a:t>
            </a:r>
            <a:endParaRPr lang="en-US" sz="2000">
              <a:latin typeface="Arial" panose="020B0604020202020204" pitchFamily="34" charset="0"/>
              <a:cs typeface="Arial" panose="020B0604020202020204" pitchFamily="34" charset="0"/>
            </a:endParaRPr>
          </a:p>
        </p:txBody>
      </p:sp>
      <p:sp>
        <p:nvSpPr>
          <p:cNvPr id="3" name="Footer Placeholder 2"/>
          <p:cNvSpPr>
            <a:spLocks noGrp="1"/>
          </p:cNvSpPr>
          <p:nvPr>
            <p:ph type="ftr" sz="quarter" idx="11"/>
          </p:nvPr>
        </p:nvSpPr>
        <p:spPr/>
        <p:txBody>
          <a:bodyPr/>
          <a:lstStyle/>
          <a:p>
            <a:r>
              <a:rPr lang="en-US"/>
              <a:t>Confidential</a:t>
            </a:r>
          </a:p>
        </p:txBody>
      </p:sp>
      <p:sp>
        <p:nvSpPr>
          <p:cNvPr id="5" name="Slide Number Placeholder 4"/>
          <p:cNvSpPr>
            <a:spLocks noGrp="1"/>
          </p:cNvSpPr>
          <p:nvPr>
            <p:ph type="sldNum" sz="quarter" idx="12"/>
          </p:nvPr>
        </p:nvSpPr>
        <p:spPr/>
        <p:txBody>
          <a:bodyPr/>
          <a:lstStyle/>
          <a:p>
            <a:fld id="{AAB8DC1C-CF51-4F7D-8E83-F954D2933D5A}" type="slidenum">
              <a:rPr lang="en-US" smtClean="0"/>
              <a:t>5</a:t>
            </a:fld>
            <a:endParaRPr lang="en-US"/>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4916" y="113251"/>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0115940-8E32-4E7D-86BE-414C54C86E36}"/>
              </a:ext>
            </a:extLst>
          </p:cNvPr>
          <p:cNvSpPr/>
          <p:nvPr/>
        </p:nvSpPr>
        <p:spPr>
          <a:xfrm>
            <a:off x="0" y="507847"/>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A3C6D8BC-0CA8-4BCE-A7C9-A14C32F10BED}"/>
              </a:ext>
            </a:extLst>
          </p:cNvPr>
          <p:cNvSpPr/>
          <p:nvPr/>
        </p:nvSpPr>
        <p:spPr>
          <a:xfrm>
            <a:off x="360727" y="5586924"/>
            <a:ext cx="8558630" cy="11578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100"/>
              <a:t>Refresh the Calculator</a:t>
            </a:r>
          </a:p>
          <a:p>
            <a:pPr marL="285750" indent="-285750">
              <a:buFont typeface="Arial" panose="020B0604020202020204" pitchFamily="34" charset="0"/>
              <a:buChar char="•"/>
            </a:pPr>
            <a:r>
              <a:rPr lang="en-US" sz="1100"/>
              <a:t>Scroll back to Program Change Tab</a:t>
            </a:r>
          </a:p>
          <a:p>
            <a:pPr marL="285750" indent="-285750">
              <a:buFont typeface="Arial" panose="020B0604020202020204" pitchFamily="34" charset="0"/>
              <a:buChar char="•"/>
            </a:pPr>
            <a:r>
              <a:rPr lang="en-US" sz="1100"/>
              <a:t>Verify that the drafts have been fully updated correctly by ensuring</a:t>
            </a:r>
          </a:p>
          <a:p>
            <a:pPr marL="742950" lvl="1" indent="-285750">
              <a:buFont typeface="Arial" panose="020B0604020202020204" pitchFamily="34" charset="0"/>
              <a:buChar char="•"/>
            </a:pPr>
            <a:r>
              <a:rPr lang="en-US" sz="1100"/>
              <a:t>Months to remove/add field is blank</a:t>
            </a:r>
          </a:p>
          <a:p>
            <a:pPr marL="742950" lvl="1" indent="-285750">
              <a:buFont typeface="Arial" panose="020B0604020202020204" pitchFamily="34" charset="0"/>
              <a:buChar char="•"/>
            </a:pPr>
            <a:r>
              <a:rPr lang="en-US" sz="1100"/>
              <a:t>New Monthly Draft Field amount should match current draft amount.</a:t>
            </a:r>
          </a:p>
          <a:p>
            <a:pPr marL="285750" indent="-285750">
              <a:buFont typeface="Arial" panose="020B0604020202020204" pitchFamily="34" charset="0"/>
              <a:buChar char="•"/>
            </a:pPr>
            <a:r>
              <a:rPr lang="en-US" sz="1100"/>
              <a:t>Upload any necessary docs to Client Files</a:t>
            </a:r>
          </a:p>
          <a:p>
            <a:pPr marL="285750" indent="-285750">
              <a:buFont typeface="Arial" panose="020B0604020202020204" pitchFamily="34" charset="0"/>
              <a:buChar char="•"/>
            </a:pPr>
            <a:r>
              <a:rPr lang="en-US" sz="1100"/>
              <a:t>Notate all program change info in comments on Client Page</a:t>
            </a:r>
          </a:p>
        </p:txBody>
      </p:sp>
      <p:sp>
        <p:nvSpPr>
          <p:cNvPr id="105" name="Rectangle 104">
            <a:extLst>
              <a:ext uri="{FF2B5EF4-FFF2-40B4-BE49-F238E27FC236}">
                <a16:creationId xmlns:a16="http://schemas.microsoft.com/office/drawing/2014/main" id="{4275F450-755D-75A6-B35F-1EF011F3B140}"/>
              </a:ext>
            </a:extLst>
          </p:cNvPr>
          <p:cNvSpPr/>
          <p:nvPr/>
        </p:nvSpPr>
        <p:spPr>
          <a:xfrm>
            <a:off x="64524" y="603274"/>
            <a:ext cx="4350773" cy="4816757"/>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rtl="0"/>
            <a:r>
              <a:rPr lang="en-US" sz="1400">
                <a:solidFill>
                  <a:schemeClr val="tx1"/>
                </a:solidFill>
                <a:latin typeface="Calibri"/>
                <a:ea typeface="Arial"/>
                <a:cs typeface="Arial"/>
              </a:rPr>
              <a:t>Add Months​</a:t>
            </a:r>
            <a:endParaRPr lang="en-US"/>
          </a:p>
          <a:p>
            <a:pPr marL="800100" lvl="1" indent="-342900" rtl="0">
              <a:buAutoNum type="arabicPeriod"/>
            </a:pPr>
            <a:r>
              <a:rPr lang="en-US" sz="1400">
                <a:solidFill>
                  <a:schemeClr val="tx1"/>
                </a:solidFill>
                <a:latin typeface="Calibri"/>
                <a:ea typeface="Arial"/>
                <a:cs typeface="Arial"/>
              </a:rPr>
              <a:t>Click on Schedule Draft Tab and delete any un-finalized drafts that are displaying​</a:t>
            </a:r>
          </a:p>
          <a:p>
            <a:pPr marL="800100" lvl="1" indent="-342900">
              <a:buAutoNum type="arabicPeriod"/>
            </a:pPr>
            <a:r>
              <a:rPr lang="en-US" sz="1400">
                <a:solidFill>
                  <a:schemeClr val="tx1"/>
                </a:solidFill>
                <a:latin typeface="Calibri"/>
                <a:ea typeface="Arial"/>
                <a:cs typeface="Arial"/>
              </a:rPr>
              <a:t>Select Program Draft​</a:t>
            </a:r>
            <a:endParaRPr lang="en-US" sz="1400">
              <a:solidFill>
                <a:schemeClr val="tx1"/>
              </a:solidFill>
              <a:cs typeface="Arial"/>
            </a:endParaRPr>
          </a:p>
          <a:p>
            <a:pPr marL="800100" lvl="1" indent="-342900" rtl="0">
              <a:buAutoNum type="arabicPeriod"/>
            </a:pPr>
            <a:r>
              <a:rPr lang="en-US" sz="1400">
                <a:solidFill>
                  <a:schemeClr val="tx1"/>
                </a:solidFill>
                <a:latin typeface="Calibri"/>
                <a:ea typeface="Arial"/>
                <a:cs typeface="Arial"/>
              </a:rPr>
              <a:t>Set the Draft Date/Start Date to the month immediately after the current final draft​</a:t>
            </a:r>
          </a:p>
          <a:p>
            <a:pPr marL="800100" lvl="1" indent="-342900" rtl="0">
              <a:buAutoNum type="arabicPeriod"/>
            </a:pPr>
            <a:r>
              <a:rPr lang="en-US" sz="1400">
                <a:solidFill>
                  <a:schemeClr val="tx1"/>
                </a:solidFill>
                <a:latin typeface="Calibri"/>
                <a:ea typeface="Arial"/>
                <a:cs typeface="Arial"/>
              </a:rPr>
              <a:t>Select the Number of Occurrences to the field to the number of months being added​</a:t>
            </a:r>
          </a:p>
          <a:p>
            <a:pPr marL="800100" lvl="1" indent="-342900" rtl="0">
              <a:buAutoNum type="arabicPeriod"/>
            </a:pPr>
            <a:r>
              <a:rPr lang="en-US" sz="1400">
                <a:solidFill>
                  <a:schemeClr val="tx1"/>
                </a:solidFill>
                <a:latin typeface="Calibri"/>
                <a:ea typeface="Arial"/>
                <a:cs typeface="Arial"/>
              </a:rPr>
              <a:t>Input the specific draft amount​</a:t>
            </a:r>
          </a:p>
          <a:p>
            <a:pPr marL="800100" lvl="1" indent="-342900" rtl="0">
              <a:buAutoNum type="arabicPeriod"/>
            </a:pPr>
            <a:r>
              <a:rPr lang="en-US" sz="1400">
                <a:solidFill>
                  <a:schemeClr val="tx1"/>
                </a:solidFill>
                <a:latin typeface="Calibri"/>
                <a:ea typeface="Arial"/>
                <a:cs typeface="Arial"/>
              </a:rPr>
              <a:t>If client has split drafts, repeat steps 2-5 for the second draft date/amount​</a:t>
            </a:r>
          </a:p>
          <a:p>
            <a:pPr marL="800100" lvl="1" indent="-342900" rtl="0">
              <a:buAutoNum type="arabicPeriod"/>
            </a:pPr>
            <a:r>
              <a:rPr lang="en-US" sz="1400">
                <a:solidFill>
                  <a:schemeClr val="tx1"/>
                </a:solidFill>
                <a:latin typeface="Calibri"/>
                <a:ea typeface="Arial"/>
                <a:cs typeface="Arial"/>
              </a:rPr>
              <a:t>Click Build Draft Schedule​</a:t>
            </a:r>
          </a:p>
          <a:p>
            <a:pPr marL="800100" lvl="1" indent="-342900" rtl="0">
              <a:buAutoNum type="arabicPeriod"/>
            </a:pPr>
            <a:r>
              <a:rPr lang="en-US" sz="1400">
                <a:solidFill>
                  <a:schemeClr val="tx1"/>
                </a:solidFill>
                <a:latin typeface="Calibri"/>
                <a:ea typeface="Arial"/>
                <a:cs typeface="Arial"/>
              </a:rPr>
              <a:t>Scroll Down to the Client Balance Schedule​</a:t>
            </a:r>
          </a:p>
          <a:p>
            <a:pPr marL="800100" lvl="1" indent="-342900" rtl="0">
              <a:buAutoNum type="arabicPeriod"/>
            </a:pPr>
            <a:r>
              <a:rPr lang="en-US" sz="1400">
                <a:solidFill>
                  <a:schemeClr val="tx1"/>
                </a:solidFill>
                <a:latin typeface="Calibri"/>
                <a:ea typeface="Arial"/>
                <a:cs typeface="Arial"/>
              </a:rPr>
              <a:t>Click DL Global Data &amp; Recalculate to review the changes​</a:t>
            </a:r>
          </a:p>
          <a:p>
            <a:pPr marL="800100" lvl="1" indent="-342900" rtl="0">
              <a:buAutoNum type="arabicPeriod"/>
            </a:pPr>
            <a:r>
              <a:rPr lang="en-US" sz="1400">
                <a:solidFill>
                  <a:schemeClr val="tx1"/>
                </a:solidFill>
                <a:latin typeface="Calibri"/>
                <a:ea typeface="Arial"/>
                <a:cs typeface="Arial"/>
              </a:rPr>
              <a:t>Scroll back up to Schedule Draft Tab​</a:t>
            </a:r>
          </a:p>
          <a:p>
            <a:pPr marL="800100" lvl="1" indent="-342900" rtl="0">
              <a:buAutoNum type="arabicPeriod"/>
            </a:pPr>
            <a:r>
              <a:rPr lang="en-US" sz="1400">
                <a:solidFill>
                  <a:schemeClr val="tx1"/>
                </a:solidFill>
                <a:latin typeface="Calibri"/>
                <a:ea typeface="Arial"/>
                <a:cs typeface="Arial"/>
              </a:rPr>
              <a:t>Select all and Finalize​</a:t>
            </a:r>
          </a:p>
          <a:p>
            <a:pPr marL="800100" lvl="1" indent="-342900" rtl="0">
              <a:buAutoNum type="arabicPeriod"/>
            </a:pPr>
            <a:r>
              <a:rPr lang="en-US" sz="1400">
                <a:solidFill>
                  <a:schemeClr val="tx1"/>
                </a:solidFill>
                <a:latin typeface="Calibri"/>
                <a:ea typeface="Arial"/>
                <a:cs typeface="Arial"/>
              </a:rPr>
              <a:t>Go to Historical Balance and Save Tab, and Save Balance</a:t>
            </a:r>
            <a:endParaRPr lang="en-US" sz="1400">
              <a:solidFill>
                <a:schemeClr val="tx1"/>
              </a:solidFill>
              <a:cs typeface="Calibri"/>
            </a:endParaRPr>
          </a:p>
        </p:txBody>
      </p:sp>
      <p:sp>
        <p:nvSpPr>
          <p:cNvPr id="106" name="Rectangle 105">
            <a:extLst>
              <a:ext uri="{FF2B5EF4-FFF2-40B4-BE49-F238E27FC236}">
                <a16:creationId xmlns:a16="http://schemas.microsoft.com/office/drawing/2014/main" id="{63A20AFE-E621-ED84-8BE5-6CFAA11660CE}"/>
              </a:ext>
            </a:extLst>
          </p:cNvPr>
          <p:cNvSpPr/>
          <p:nvPr/>
        </p:nvSpPr>
        <p:spPr>
          <a:xfrm>
            <a:off x="4673393" y="603273"/>
            <a:ext cx="4350773" cy="4816757"/>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1400">
                <a:solidFill>
                  <a:schemeClr val="tx1"/>
                </a:solidFill>
                <a:ea typeface="+mn-lt"/>
                <a:cs typeface="+mn-lt"/>
              </a:rPr>
              <a:t>Remove Months</a:t>
            </a:r>
            <a:endParaRPr lang="en-US"/>
          </a:p>
          <a:p>
            <a:pPr marL="800100" lvl="1" indent="-342900">
              <a:buAutoNum type="arabicPeriod"/>
            </a:pPr>
            <a:r>
              <a:rPr lang="en-US" sz="1400">
                <a:solidFill>
                  <a:schemeClr val="tx1"/>
                </a:solidFill>
                <a:ea typeface="+mn-lt"/>
                <a:cs typeface="+mn-lt"/>
              </a:rPr>
              <a:t>Go to Draft Change Tab and view all</a:t>
            </a:r>
          </a:p>
          <a:p>
            <a:pPr marL="800100" lvl="1" indent="-342900">
              <a:buAutoNum type="arabicPeriod"/>
            </a:pPr>
            <a:r>
              <a:rPr lang="en-US" sz="1400">
                <a:solidFill>
                  <a:schemeClr val="tx1"/>
                </a:solidFill>
                <a:ea typeface="+mn-lt"/>
                <a:cs typeface="+mn-lt"/>
              </a:rPr>
              <a:t>Scroll to the bottom of the Draft Change Section</a:t>
            </a:r>
          </a:p>
          <a:p>
            <a:pPr marL="800100" lvl="1" indent="-342900">
              <a:buAutoNum type="arabicPeriod"/>
            </a:pPr>
            <a:r>
              <a:rPr lang="en-US" sz="1400">
                <a:solidFill>
                  <a:schemeClr val="tx1"/>
                </a:solidFill>
                <a:ea typeface="+mn-lt"/>
                <a:cs typeface="+mn-lt"/>
              </a:rPr>
              <a:t>Select the number of drafts you need to remove beginning with the last active draft.</a:t>
            </a:r>
          </a:p>
          <a:p>
            <a:pPr marL="800100" lvl="1" indent="-342900">
              <a:buAutoNum type="arabicPeriod"/>
            </a:pPr>
            <a:r>
              <a:rPr lang="en-US" sz="1400">
                <a:solidFill>
                  <a:schemeClr val="tx1"/>
                </a:solidFill>
                <a:ea typeface="+mn-lt"/>
                <a:cs typeface="+mn-lt"/>
              </a:rPr>
              <a:t>Click the Skip Checkbox</a:t>
            </a:r>
          </a:p>
          <a:p>
            <a:pPr marL="800100" lvl="1" indent="-342900">
              <a:buAutoNum type="arabicPeriod"/>
            </a:pPr>
            <a:r>
              <a:rPr lang="en-US" sz="1400">
                <a:solidFill>
                  <a:schemeClr val="tx1"/>
                </a:solidFill>
                <a:ea typeface="+mn-lt"/>
                <a:cs typeface="+mn-lt"/>
              </a:rPr>
              <a:t>Click Update</a:t>
            </a:r>
          </a:p>
          <a:p>
            <a:pPr marL="800100" lvl="1" indent="-342900">
              <a:buAutoNum type="arabicPeriod"/>
            </a:pPr>
            <a:r>
              <a:rPr lang="en-US" sz="1400">
                <a:solidFill>
                  <a:schemeClr val="tx1"/>
                </a:solidFill>
                <a:ea typeface="+mn-lt"/>
                <a:cs typeface="+mn-lt"/>
              </a:rPr>
              <a:t>Select the drafts you are looking to skip, one more time.</a:t>
            </a:r>
          </a:p>
          <a:p>
            <a:pPr marL="800100" lvl="1" indent="-342900">
              <a:buAutoNum type="arabicPeriod"/>
            </a:pPr>
            <a:r>
              <a:rPr lang="en-US" sz="1400">
                <a:solidFill>
                  <a:schemeClr val="tx1"/>
                </a:solidFill>
                <a:ea typeface="+mn-lt"/>
                <a:cs typeface="+mn-lt"/>
              </a:rPr>
              <a:t>Click the Finalize Button</a:t>
            </a:r>
          </a:p>
          <a:p>
            <a:pPr marL="800100" lvl="1" indent="-342900">
              <a:buAutoNum type="arabicPeriod"/>
            </a:pPr>
            <a:r>
              <a:rPr lang="en-US" sz="1400">
                <a:solidFill>
                  <a:schemeClr val="tx1"/>
                </a:solidFill>
                <a:ea typeface="+mn-lt"/>
                <a:cs typeface="+mn-lt"/>
              </a:rPr>
              <a:t>Click DL Global &amp; Recalculate to review changes</a:t>
            </a:r>
          </a:p>
          <a:p>
            <a:pPr marL="800100" lvl="1" indent="-342900">
              <a:buAutoNum type="arabicPeriod"/>
            </a:pPr>
            <a:r>
              <a:rPr lang="en-US" sz="1400">
                <a:solidFill>
                  <a:schemeClr val="tx1"/>
                </a:solidFill>
                <a:ea typeface="+mn-lt"/>
                <a:cs typeface="+mn-lt"/>
              </a:rPr>
              <a:t>Ensure all draft changes have finalized</a:t>
            </a:r>
          </a:p>
          <a:p>
            <a:pPr marL="800100" lvl="1" indent="-342900">
              <a:buAutoNum type="arabicPeriod"/>
            </a:pPr>
            <a:r>
              <a:rPr lang="en-US" sz="1400">
                <a:solidFill>
                  <a:schemeClr val="tx1"/>
                </a:solidFill>
                <a:ea typeface="+mn-lt"/>
                <a:cs typeface="+mn-lt"/>
              </a:rPr>
              <a:t>Scroll up to Historical Balance Save and Save Balance</a:t>
            </a:r>
          </a:p>
          <a:p>
            <a:pPr marL="800100" lvl="1" indent="-342900">
              <a:buFontTx/>
              <a:buAutoNum type="arabicPeriod"/>
            </a:pPr>
            <a:r>
              <a:rPr lang="en-US" sz="1400" i="0" u="none" strike="noStrike">
                <a:solidFill>
                  <a:srgbClr val="000000"/>
                </a:solidFill>
                <a:effectLst/>
                <a:latin typeface="Calibri" panose="020F0502020204030204" pitchFamily="34" charset="0"/>
              </a:rPr>
              <a:t>If the client is BLP/ALC enrolled, you will need to reduce the drafts to $29.95 and schedule them for 6 months after the final draft date so they will be canceled when the program is completed.  </a:t>
            </a:r>
            <a:r>
              <a:rPr lang="en-US" sz="1400" i="0">
                <a:solidFill>
                  <a:srgbClr val="000000"/>
                </a:solidFill>
                <a:effectLst/>
                <a:latin typeface="Calibri" panose="020F0502020204030204" pitchFamily="34" charset="0"/>
              </a:rPr>
              <a:t>​</a:t>
            </a:r>
            <a:endParaRPr lang="en-US" sz="1400" i="0">
              <a:solidFill>
                <a:srgbClr val="000000"/>
              </a:solidFill>
              <a:effectLst/>
              <a:latin typeface="Arial" panose="020B0604020202020204" pitchFamily="34" charset="0"/>
            </a:endParaRPr>
          </a:p>
          <a:p>
            <a:pPr marL="800100" lvl="1" indent="-342900">
              <a:buAutoNum type="arabicPeriod"/>
            </a:pPr>
            <a:endParaRPr lang="en-US" sz="1400">
              <a:solidFill>
                <a:schemeClr val="tx1"/>
              </a:solidFill>
              <a:ea typeface="+mn-lt"/>
              <a:cs typeface="+mn-lt"/>
            </a:endParaRPr>
          </a:p>
        </p:txBody>
      </p:sp>
    </p:spTree>
    <p:extLst>
      <p:ext uri="{BB962C8B-B14F-4D97-AF65-F5344CB8AC3E}">
        <p14:creationId xmlns:p14="http://schemas.microsoft.com/office/powerpoint/2010/main" val="227536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29011-A5B2-6A85-68F9-8955B4E5FAC4}"/>
              </a:ext>
            </a:extLst>
          </p:cNvPr>
          <p:cNvSpPr>
            <a:spLocks noGrp="1"/>
          </p:cNvSpPr>
          <p:nvPr>
            <p:ph type="title"/>
          </p:nvPr>
        </p:nvSpPr>
        <p:spPr>
          <a:xfrm>
            <a:off x="628650" y="365126"/>
            <a:ext cx="7886700" cy="799795"/>
          </a:xfrm>
        </p:spPr>
        <p:txBody>
          <a:bodyPr/>
          <a:lstStyle/>
          <a:p>
            <a:r>
              <a:rPr lang="en-US"/>
              <a:t>Potential QRs	</a:t>
            </a:r>
          </a:p>
        </p:txBody>
      </p:sp>
      <p:sp>
        <p:nvSpPr>
          <p:cNvPr id="3" name="Content Placeholder 2">
            <a:extLst>
              <a:ext uri="{FF2B5EF4-FFF2-40B4-BE49-F238E27FC236}">
                <a16:creationId xmlns:a16="http://schemas.microsoft.com/office/drawing/2014/main" id="{244E3CF3-8C4B-A92B-28A9-C688DC2D770A}"/>
              </a:ext>
            </a:extLst>
          </p:cNvPr>
          <p:cNvSpPr>
            <a:spLocks noGrp="1"/>
          </p:cNvSpPr>
          <p:nvPr>
            <p:ph idx="1"/>
          </p:nvPr>
        </p:nvSpPr>
        <p:spPr>
          <a:xfrm>
            <a:off x="628650" y="1164921"/>
            <a:ext cx="7886700" cy="5012042"/>
          </a:xfrm>
        </p:spPr>
        <p:txBody>
          <a:bodyPr vert="horz" lIns="91440" tIns="45720" rIns="91440" bIns="45720" rtlCol="0" anchor="t">
            <a:normAutofit/>
          </a:bodyPr>
          <a:lstStyle/>
          <a:p>
            <a:r>
              <a:rPr lang="en-US">
                <a:ea typeface="+mn-lt"/>
                <a:cs typeface="+mn-lt"/>
              </a:rPr>
              <a:t>**(COA/AM) Adding Account Script</a:t>
            </a:r>
            <a:endParaRPr lang="en-US"/>
          </a:p>
          <a:p>
            <a:r>
              <a:rPr lang="en-US">
                <a:ea typeface="+mn-lt"/>
                <a:cs typeface="+mn-lt"/>
              </a:rPr>
              <a:t>**(COA/AM) Account Pause/Resume Confirmation</a:t>
            </a:r>
            <a:endParaRPr lang="en-US">
              <a:cs typeface="Calibri"/>
            </a:endParaRPr>
          </a:p>
          <a:p>
            <a:r>
              <a:rPr lang="en-US">
                <a:ea typeface="+mn-lt"/>
                <a:cs typeface="+mn-lt"/>
              </a:rPr>
              <a:t>**(COA/AM) Add/Remove Account Confirmation</a:t>
            </a:r>
            <a:endParaRPr lang="en-US"/>
          </a:p>
          <a:p>
            <a:r>
              <a:rPr lang="en-US">
                <a:ea typeface="+mn-lt"/>
                <a:cs typeface="+mn-lt"/>
              </a:rPr>
              <a:t>**(COA/AM) Account Pause/Resume Confirmation</a:t>
            </a:r>
            <a:endParaRPr lang="en-US"/>
          </a:p>
          <a:p>
            <a:r>
              <a:rPr lang="en-US">
                <a:ea typeface="+mn-lt"/>
                <a:cs typeface="+mn-lt"/>
              </a:rPr>
              <a:t>**(COA/AM) BLP Account Removal</a:t>
            </a:r>
            <a:endParaRPr lang="en-US"/>
          </a:p>
          <a:p>
            <a:r>
              <a:rPr lang="en-US">
                <a:ea typeface="+mn-lt"/>
                <a:cs typeface="+mn-lt"/>
              </a:rPr>
              <a:t>**(COA/AM) BLP Account Add</a:t>
            </a:r>
            <a:endParaRPr lang="en-US"/>
          </a:p>
          <a:p>
            <a:r>
              <a:rPr lang="en-US">
                <a:ea typeface="+mn-lt"/>
                <a:cs typeface="+mn-lt"/>
              </a:rPr>
              <a:t>**(COA/AM) Change Balance of Account</a:t>
            </a:r>
            <a:endParaRPr lang="en-US"/>
          </a:p>
          <a:p>
            <a:r>
              <a:rPr lang="en-US">
                <a:ea typeface="+mn-lt"/>
                <a:cs typeface="+mn-lt"/>
              </a:rPr>
              <a:t>(COA/AM) Account Remove Rebuttal 1</a:t>
            </a:r>
            <a:endParaRPr lang="en-US"/>
          </a:p>
          <a:p>
            <a:r>
              <a:rPr lang="en-US">
                <a:ea typeface="+mn-lt"/>
                <a:cs typeface="+mn-lt"/>
              </a:rPr>
              <a:t>(COA/AM) Account Remove Rebuttal 2</a:t>
            </a:r>
            <a:endParaRPr lang="en-US"/>
          </a:p>
          <a:p>
            <a:r>
              <a:rPr lang="en-US">
                <a:ea typeface="+mn-lt"/>
                <a:cs typeface="+mn-lt"/>
              </a:rPr>
              <a:t>**(COA/AM) Remove Account Script</a:t>
            </a:r>
            <a:endParaRPr lang="en-US"/>
          </a:p>
          <a:p>
            <a:r>
              <a:rPr lang="en-US">
                <a:ea typeface="+mn-lt"/>
                <a:cs typeface="+mn-lt"/>
              </a:rPr>
              <a:t>**(COA) RFSS Script</a:t>
            </a:r>
            <a:endParaRPr lang="en-US">
              <a:cs typeface="Calibri"/>
            </a:endParaRPr>
          </a:p>
          <a:p>
            <a:r>
              <a:rPr lang="en-US">
                <a:ea typeface="+mn-lt"/>
                <a:cs typeface="+mn-lt"/>
              </a:rPr>
              <a:t>**(COA/AM) Adding Account -Statement Needed</a:t>
            </a:r>
          </a:p>
        </p:txBody>
      </p:sp>
      <p:sp>
        <p:nvSpPr>
          <p:cNvPr id="4" name="Footer Placeholder 3">
            <a:extLst>
              <a:ext uri="{FF2B5EF4-FFF2-40B4-BE49-F238E27FC236}">
                <a16:creationId xmlns:a16="http://schemas.microsoft.com/office/drawing/2014/main" id="{EDDFB447-755E-6BD4-78A6-A84A66A40F85}"/>
              </a:ext>
            </a:extLst>
          </p:cNvPr>
          <p:cNvSpPr>
            <a:spLocks noGrp="1"/>
          </p:cNvSpPr>
          <p:nvPr>
            <p:ph type="ftr" sz="quarter" idx="11"/>
          </p:nvPr>
        </p:nvSpPr>
        <p:spPr/>
        <p:txBody>
          <a:bodyPr/>
          <a:lstStyle/>
          <a:p>
            <a:r>
              <a:rPr lang="en-US"/>
              <a:t>Confidential</a:t>
            </a:r>
          </a:p>
        </p:txBody>
      </p:sp>
      <p:sp>
        <p:nvSpPr>
          <p:cNvPr id="5" name="Slide Number Placeholder 4">
            <a:extLst>
              <a:ext uri="{FF2B5EF4-FFF2-40B4-BE49-F238E27FC236}">
                <a16:creationId xmlns:a16="http://schemas.microsoft.com/office/drawing/2014/main" id="{FCF30005-35BF-8341-2130-BBDFFE9062BE}"/>
              </a:ext>
            </a:extLst>
          </p:cNvPr>
          <p:cNvSpPr>
            <a:spLocks noGrp="1"/>
          </p:cNvSpPr>
          <p:nvPr>
            <p:ph type="sldNum" sz="quarter" idx="12"/>
          </p:nvPr>
        </p:nvSpPr>
        <p:spPr/>
        <p:txBody>
          <a:bodyPr/>
          <a:lstStyle/>
          <a:p>
            <a:fld id="{AAB8DC1C-CF51-4F7D-8E83-F954D2933D5A}" type="slidenum">
              <a:rPr lang="en-US" smtClean="0"/>
              <a:t>6</a:t>
            </a:fld>
            <a:endParaRPr lang="en-US"/>
          </a:p>
        </p:txBody>
      </p:sp>
    </p:spTree>
    <p:extLst>
      <p:ext uri="{BB962C8B-B14F-4D97-AF65-F5344CB8AC3E}">
        <p14:creationId xmlns:p14="http://schemas.microsoft.com/office/powerpoint/2010/main" val="33516362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99DC55F4-8034-4279-A768-3BC59612D256}" vid="{D2D9A7DC-B5CD-4C3A-A780-7E5258CB9CD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fca21091-4343-4232-a795-e59481497cb5" xsi:nil="true"/>
    <lcf76f155ced4ddcb4097134ff3c332f xmlns="dfbadaf6-90cf-41d3-a0ba-bbd98d259036">
      <Terms xmlns="http://schemas.microsoft.com/office/infopath/2007/PartnerControls"/>
    </lcf76f155ced4ddcb4097134ff3c332f>
    <MediaLengthInSeconds xmlns="dfbadaf6-90cf-41d3-a0ba-bbd98d259036" xsi:nil="true"/>
    <SharedWithUsers xmlns="fca21091-4343-4232-a795-e59481497cb5">
      <UserInfo>
        <DisplayName/>
        <AccountId xsi:nil="true"/>
        <AccountType/>
      </UserInfo>
    </SharedWithUsers>
    <_Flow_SignoffStatus xmlns="dfbadaf6-90cf-41d3-a0ba-bbd98d259036"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563EA4EAC53434282EAA3F21CEC1BE7" ma:contentTypeVersion="29" ma:contentTypeDescription="Create a new document." ma:contentTypeScope="" ma:versionID="dab868ee6726c59ccc8963be21ce14c7">
  <xsd:schema xmlns:xsd="http://www.w3.org/2001/XMLSchema" xmlns:xs="http://www.w3.org/2001/XMLSchema" xmlns:p="http://schemas.microsoft.com/office/2006/metadata/properties" xmlns:ns1="http://schemas.microsoft.com/sharepoint/v3" xmlns:ns2="dfbadaf6-90cf-41d3-a0ba-bbd98d259036" xmlns:ns3="fca21091-4343-4232-a795-e59481497cb5" targetNamespace="http://schemas.microsoft.com/office/2006/metadata/properties" ma:root="true" ma:fieldsID="533221d39a40b5582d4a43f41012e827" ns1:_="" ns2:_="" ns3:_="">
    <xsd:import namespace="http://schemas.microsoft.com/sharepoint/v3"/>
    <xsd:import namespace="dfbadaf6-90cf-41d3-a0ba-bbd98d259036"/>
    <xsd:import namespace="fca21091-4343-4232-a795-e59481497cb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AutoTags" minOccurs="0"/>
                <xsd:element ref="ns1:_ip_UnifiedCompliancePolicyProperties" minOccurs="0"/>
                <xsd:element ref="ns1:_ip_UnifiedCompliancePolicyUIAction"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ObjectDetectorVersions" minOccurs="0"/>
                <xsd:element ref="ns2:_Flow_SignoffStatu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7" nillable="true" ma:displayName="Unified Compliance Policy Properties" ma:hidden="true" ma:internalName="_ip_UnifiedCompliancePolicyProperties">
      <xsd:simpleType>
        <xsd:restriction base="dms:Note"/>
      </xsd:simpleType>
    </xsd:element>
    <xsd:element name="_ip_UnifiedCompliancePolicyUIAction" ma:index="1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fbadaf6-90cf-41d3-a0ba-bbd98d25903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3f4aff2b-04e6-48f0-83c9-56fafe2014f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_Flow_SignoffStatus" ma:index="26" nillable="true" ma:displayName="Sign-off status" ma:internalName="Sign_x002d_off_x0020_status">
      <xsd:simpleType>
        <xsd:restriction base="dms:Text"/>
      </xsd:simpleType>
    </xsd:element>
    <xsd:element name="MediaServiceLocation" ma:index="27" nillable="true" ma:displayName="Location" ma:indexed="true" ma:internalName="MediaServiceLocation"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ca21091-4343-4232-a795-e59481497cb5"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d36b9b6e-086a-4dd3-8773-df145aa506ae}" ma:internalName="TaxCatchAll" ma:showField="CatchAllData" ma:web="fca21091-4343-4232-a795-e59481497cb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AC1D25B-C9D7-4A85-9CA8-F1FE7C31EA43}">
  <ds:schemaRefs>
    <ds:schemaRef ds:uri="http://schemas.microsoft.com/office/2006/metadata/properties"/>
    <ds:schemaRef ds:uri="http://schemas.microsoft.com/sharepoint/v3"/>
    <ds:schemaRef ds:uri="http://purl.org/dc/dcmitype/"/>
    <ds:schemaRef ds:uri="http://www.w3.org/XML/1998/namespace"/>
    <ds:schemaRef ds:uri="http://schemas.openxmlformats.org/package/2006/metadata/core-properties"/>
    <ds:schemaRef ds:uri="http://schemas.microsoft.com/office/infopath/2007/PartnerControls"/>
    <ds:schemaRef ds:uri="http://schemas.microsoft.com/office/2006/documentManagement/types"/>
    <ds:schemaRef ds:uri="http://purl.org/dc/terms/"/>
    <ds:schemaRef ds:uri="fca21091-4343-4232-a795-e59481497cb5"/>
    <ds:schemaRef ds:uri="dfbadaf6-90cf-41d3-a0ba-bbd98d259036"/>
    <ds:schemaRef ds:uri="http://purl.org/dc/elements/1.1/"/>
  </ds:schemaRefs>
</ds:datastoreItem>
</file>

<file path=customXml/itemProps2.xml><?xml version="1.0" encoding="utf-8"?>
<ds:datastoreItem xmlns:ds="http://schemas.openxmlformats.org/officeDocument/2006/customXml" ds:itemID="{6CBA5092-7189-4DD9-B469-74F2EB4767BE}">
  <ds:schemaRefs>
    <ds:schemaRef ds:uri="http://schemas.microsoft.com/sharepoint/v3/contenttype/forms"/>
  </ds:schemaRefs>
</ds:datastoreItem>
</file>

<file path=customXml/itemProps3.xml><?xml version="1.0" encoding="utf-8"?>
<ds:datastoreItem xmlns:ds="http://schemas.openxmlformats.org/officeDocument/2006/customXml" ds:itemID="{CE46B105-9465-4928-8F21-54361DB1EF6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fbadaf6-90cf-41d3-a0ba-bbd98d259036"/>
    <ds:schemaRef ds:uri="fca21091-4343-4232-a795-e59481497c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COA ppt template</Template>
  <TotalTime>1</TotalTime>
  <Words>1417</Words>
  <Application>Microsoft Office PowerPoint</Application>
  <PresentationFormat>On-screen Show (4:3)</PresentationFormat>
  <Paragraphs>152</Paragraphs>
  <Slides>6</Slides>
  <Notes>5</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Completing a Program Change in Calculator</vt:lpstr>
      <vt:lpstr>Completing a Program Change in Calculator</vt:lpstr>
      <vt:lpstr>Client wishes to….</vt:lpstr>
      <vt:lpstr>Finalize Program Change in Calculator</vt:lpstr>
      <vt:lpstr>Add/Remove Months in Calculator</vt:lpstr>
      <vt:lpstr>Potential QRs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Lending Tree Insights</dc:title>
  <dc:creator>Brandon Homuth</dc:creator>
  <cp:lastModifiedBy>Samantha Shumaker</cp:lastModifiedBy>
  <cp:revision>15</cp:revision>
  <cp:lastPrinted>2020-12-17T16:31:33Z</cp:lastPrinted>
  <dcterms:created xsi:type="dcterms:W3CDTF">2020-07-08T17:20:15Z</dcterms:created>
  <dcterms:modified xsi:type="dcterms:W3CDTF">2026-02-12T20:23:10Z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0x010100E563EA4EAC53434282EAA3F21CEC1BE7</vt:lpwstr>
  </property>
  <property fmtid="{D5CDD505-2E9C-101B-9397-08002B2CF9AE}" pid="3" name="MediaServiceImageTags">
    <vt:lpwstr/>
  </property>
  <property fmtid="{D5CDD505-2E9C-101B-9397-08002B2CF9AE}" pid="4" name="ComplianceAssetId">
    <vt:lpwstr/>
  </property>
  <property fmtid="{D5CDD505-2E9C-101B-9397-08002B2CF9AE}" pid="5" name="_ExtendedDescription">
    <vt:lpwstr/>
  </property>
  <property fmtid="{D5CDD505-2E9C-101B-9397-08002B2CF9AE}" pid="6" name="TriggerFlowInfo">
    <vt:lpwstr/>
  </property>
</Properties>
</file>