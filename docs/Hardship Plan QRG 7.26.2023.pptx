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B8D7DB-155A-7FA3-122C-77A728AD483E}" v="3" dt="2026-02-10T20:50:31.834"/>
    <p1510:client id="{AE54A6CD-D953-0ACF-CE58-B0E2E15403F9}" v="2" dt="2026-02-10T20:50:57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clearoneadvantage365.sharepoint.com/:w:/r/sites/COACustomerService/_layouts/15/Doc.aspx?sourcedoc=%7BDB342374-E648-416A-B049-48C1DFB85303%7D&amp;file=UMA%20Format.docx&amp;action=default&amp;mobileredirect=true&amp;DefaultItemOpen=1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clearoneadvantage365.sharepoint.com/:w:/r/sites/COACustomerService/_layouts/15/Doc.aspx?sourcedoc=%7BDB342374-E648-416A-B049-48C1DFB85303%7D&amp;file=UMA%20Format.docx&amp;action=default&amp;mobileredirect=true&amp;DefaultItemOpen=1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75F069-2336-463D-A6BE-03BB39858B1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B1BF5B-2F2B-4FCE-8895-E92BC227A3E1}">
      <dgm:prSet phldrT="[Text]" custT="1"/>
      <dgm:spPr/>
      <dgm:t>
        <a:bodyPr/>
        <a:lstStyle/>
        <a:p>
          <a:r>
            <a:rPr lang="en-US" sz="1100"/>
            <a:t>Advise</a:t>
          </a:r>
          <a:r>
            <a:rPr lang="en-US" sz="1100" baseline="0"/>
            <a:t> the client the plan will need UM approval.</a:t>
          </a:r>
          <a:endParaRPr lang="en-US" sz="1100"/>
        </a:p>
      </dgm:t>
    </dgm:pt>
    <dgm:pt modelId="{892293B5-F3F1-4285-97F3-3A434ECC71BB}" type="parTrans" cxnId="{70AF75EC-D540-4F2D-B2D3-C435CE141251}">
      <dgm:prSet/>
      <dgm:spPr/>
      <dgm:t>
        <a:bodyPr/>
        <a:lstStyle/>
        <a:p>
          <a:endParaRPr lang="en-US"/>
        </a:p>
      </dgm:t>
    </dgm:pt>
    <dgm:pt modelId="{7A314F58-A076-4E28-A2ED-553874C20506}" type="sibTrans" cxnId="{70AF75EC-D540-4F2D-B2D3-C435CE141251}">
      <dgm:prSet/>
      <dgm:spPr/>
      <dgm:t>
        <a:bodyPr/>
        <a:lstStyle/>
        <a:p>
          <a:endParaRPr lang="en-US"/>
        </a:p>
      </dgm:t>
    </dgm:pt>
    <dgm:pt modelId="{462099EE-20BD-40D2-9DD8-308DE6840F4F}">
      <dgm:prSet phldrT="[Text]" custT="1"/>
      <dgm:spPr/>
      <dgm:t>
        <a:bodyPr/>
        <a:lstStyle/>
        <a:p>
          <a:r>
            <a:rPr lang="en-US" sz="1100"/>
            <a:t>Plan consist of 50% drafts for 6 months and extend program by 3 months to accommodate</a:t>
          </a:r>
        </a:p>
      </dgm:t>
    </dgm:pt>
    <dgm:pt modelId="{F175D520-439E-4329-96AB-DE6ACF6A0149}" type="parTrans" cxnId="{90ABB70E-C0FA-44EB-BD47-459489593977}">
      <dgm:prSet/>
      <dgm:spPr/>
      <dgm:t>
        <a:bodyPr/>
        <a:lstStyle/>
        <a:p>
          <a:endParaRPr lang="en-US"/>
        </a:p>
      </dgm:t>
    </dgm:pt>
    <dgm:pt modelId="{E7581632-E0D5-4B5F-9CDA-16E5C4CECB7B}" type="sibTrans" cxnId="{90ABB70E-C0FA-44EB-BD47-459489593977}">
      <dgm:prSet/>
      <dgm:spPr/>
      <dgm:t>
        <a:bodyPr/>
        <a:lstStyle/>
        <a:p>
          <a:endParaRPr lang="en-US"/>
        </a:p>
      </dgm:t>
    </dgm:pt>
    <dgm:pt modelId="{CC896648-D729-45E8-85EC-D8CFF54E514A}">
      <dgm:prSet phldrT="[Text]" custT="1"/>
      <dgm:spPr/>
      <dgm:t>
        <a:bodyPr/>
        <a:lstStyle/>
        <a:p>
          <a:r>
            <a:rPr lang="en-US" sz="1100"/>
            <a:t>Advise that you will seek UMA for their Hardship Plan request and will be in contact within 2 business days to advise</a:t>
          </a:r>
        </a:p>
      </dgm:t>
    </dgm:pt>
    <dgm:pt modelId="{4CF694F3-C842-468C-8A04-64FFEBFE6E3D}" type="parTrans" cxnId="{ED6DE6B0-1DF8-444E-A356-F660814CD33E}">
      <dgm:prSet/>
      <dgm:spPr/>
      <dgm:t>
        <a:bodyPr/>
        <a:lstStyle/>
        <a:p>
          <a:endParaRPr lang="en-US"/>
        </a:p>
      </dgm:t>
    </dgm:pt>
    <dgm:pt modelId="{A2817FC9-E980-4AEE-994F-F8AF8649515B}" type="sibTrans" cxnId="{ED6DE6B0-1DF8-444E-A356-F660814CD33E}">
      <dgm:prSet/>
      <dgm:spPr/>
      <dgm:t>
        <a:bodyPr/>
        <a:lstStyle/>
        <a:p>
          <a:endParaRPr lang="en-US"/>
        </a:p>
      </dgm:t>
    </dgm:pt>
    <dgm:pt modelId="{9ABAF4F3-8E99-472B-B89C-5D9031F38CB2}">
      <dgm:prSet phldrT="[Text]" custT="1"/>
      <dgm:spPr/>
      <dgm:t>
        <a:bodyPr/>
        <a:lstStyle/>
        <a:p>
          <a:pPr>
            <a:buFont typeface="+mj-lt"/>
            <a:buAutoNum type="alphaLcPeriod"/>
          </a:pPr>
          <a:r>
            <a:rPr lang="en-US" sz="1100"/>
            <a:t>Prepare an email to your UM and CC your TL</a:t>
          </a:r>
        </a:p>
      </dgm:t>
    </dgm:pt>
    <dgm:pt modelId="{223C3BBB-25A7-417C-A458-ADBB2EE41C9B}" type="parTrans" cxnId="{18392B7C-8AD2-467D-99DC-49564BF3B86C}">
      <dgm:prSet/>
      <dgm:spPr/>
      <dgm:t>
        <a:bodyPr/>
        <a:lstStyle/>
        <a:p>
          <a:endParaRPr lang="en-US"/>
        </a:p>
      </dgm:t>
    </dgm:pt>
    <dgm:pt modelId="{D3E8EA13-8343-4793-B77F-C4F07FA843DF}" type="sibTrans" cxnId="{18392B7C-8AD2-467D-99DC-49564BF3B86C}">
      <dgm:prSet/>
      <dgm:spPr/>
      <dgm:t>
        <a:bodyPr/>
        <a:lstStyle/>
        <a:p>
          <a:endParaRPr lang="en-US"/>
        </a:p>
      </dgm:t>
    </dgm:pt>
    <dgm:pt modelId="{92994F75-CB08-4406-A199-90E17E50B6B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>
              <a:solidFill>
                <a:schemeClr val="bg1"/>
              </a:solidFill>
            </a:rPr>
            <a:t>Include client’s QB link</a:t>
          </a:r>
          <a:endParaRPr lang="en-US" sz="1100"/>
        </a:p>
      </dgm:t>
    </dgm:pt>
    <dgm:pt modelId="{E7FF0711-04C0-4981-A836-F492F80E83B4}" type="parTrans" cxnId="{8B55A0C3-FB6C-4482-A2E4-7E72DD9751F9}">
      <dgm:prSet/>
      <dgm:spPr/>
      <dgm:t>
        <a:bodyPr/>
        <a:lstStyle/>
        <a:p>
          <a:endParaRPr lang="en-US"/>
        </a:p>
      </dgm:t>
    </dgm:pt>
    <dgm:pt modelId="{A975B09D-1300-4320-8ECC-9129BF9DACF9}" type="sibTrans" cxnId="{8B55A0C3-FB6C-4482-A2E4-7E72DD9751F9}">
      <dgm:prSet/>
      <dgm:spPr/>
      <dgm:t>
        <a:bodyPr/>
        <a:lstStyle/>
        <a:p>
          <a:endParaRPr lang="en-US"/>
        </a:p>
      </dgm:t>
    </dgm:pt>
    <dgm:pt modelId="{B5982050-6C90-4510-BD4C-47212433258F}">
      <dgm:prSet custT="1"/>
      <dgm:spPr/>
      <dgm:t>
        <a:bodyPr/>
        <a:lstStyle/>
        <a:p>
          <a:pPr>
            <a:buFont typeface="+mj-lt"/>
            <a:buAutoNum type="alphaLcPeriod"/>
          </a:pPr>
          <a:r>
            <a:rPr lang="en-US" sz="1100">
              <a:solidFill>
                <a:schemeClr val="bg1"/>
              </a:solidFill>
            </a:rPr>
            <a:t>If the request is approved </a:t>
          </a:r>
          <a:r>
            <a:rPr lang="en-US" sz="1100"/>
            <a:t>Call the client to advise and confirm that they would like to proceed with the Hardship Plan</a:t>
          </a:r>
          <a:endParaRPr lang="en-US" sz="1100">
            <a:solidFill>
              <a:schemeClr val="bg1"/>
            </a:solidFill>
          </a:endParaRPr>
        </a:p>
      </dgm:t>
    </dgm:pt>
    <dgm:pt modelId="{6D22864F-F10C-46DA-9BBD-B5C868CAD291}" type="parTrans" cxnId="{7542DAE4-9035-4C60-8EEE-1B5A30BD27CB}">
      <dgm:prSet/>
      <dgm:spPr/>
      <dgm:t>
        <a:bodyPr/>
        <a:lstStyle/>
        <a:p>
          <a:endParaRPr lang="en-US"/>
        </a:p>
      </dgm:t>
    </dgm:pt>
    <dgm:pt modelId="{3A73135D-6076-491E-B738-2F0C05FE41E8}" type="sibTrans" cxnId="{7542DAE4-9035-4C60-8EEE-1B5A30BD27CB}">
      <dgm:prSet/>
      <dgm:spPr/>
      <dgm:t>
        <a:bodyPr/>
        <a:lstStyle/>
        <a:p>
          <a:endParaRPr lang="en-US"/>
        </a:p>
      </dgm:t>
    </dgm:pt>
    <dgm:pt modelId="{B441AE38-4AAE-4469-B374-F1416744A4E9}">
      <dgm:prSet custT="1"/>
      <dgm:spPr/>
      <dgm:t>
        <a:bodyPr/>
        <a:lstStyle/>
        <a:p>
          <a:pPr>
            <a:buFont typeface="+mj-lt"/>
            <a:buAutoNum type="alphaLcPeriod"/>
          </a:pPr>
          <a:r>
            <a:rPr lang="en-US" sz="1100"/>
            <a:t>Once confirmed, update the </a:t>
          </a:r>
          <a:r>
            <a:rPr lang="en-US" sz="1100" i="1"/>
            <a:t>Calculator</a:t>
          </a:r>
          <a:r>
            <a:rPr lang="en-US" sz="1100"/>
            <a:t> to match the approved terms</a:t>
          </a:r>
          <a:endParaRPr lang="en-US" sz="1100">
            <a:solidFill>
              <a:schemeClr val="bg1"/>
            </a:solidFill>
          </a:endParaRPr>
        </a:p>
      </dgm:t>
    </dgm:pt>
    <dgm:pt modelId="{BDF4906F-BFF5-4544-9023-AA24CBF63371}" type="parTrans" cxnId="{D18BC463-94B3-4666-A692-EB75DBFF6A05}">
      <dgm:prSet/>
      <dgm:spPr/>
      <dgm:t>
        <a:bodyPr/>
        <a:lstStyle/>
        <a:p>
          <a:endParaRPr lang="en-US"/>
        </a:p>
      </dgm:t>
    </dgm:pt>
    <dgm:pt modelId="{E11D40F5-9F0E-4A67-A080-994918A88718}" type="sibTrans" cxnId="{D18BC463-94B3-4666-A692-EB75DBFF6A05}">
      <dgm:prSet/>
      <dgm:spPr/>
      <dgm:t>
        <a:bodyPr/>
        <a:lstStyle/>
        <a:p>
          <a:endParaRPr lang="en-US"/>
        </a:p>
      </dgm:t>
    </dgm:pt>
    <dgm:pt modelId="{28A28ADA-1A19-49A7-9794-442CF173C28A}">
      <dgm:prSet custT="1"/>
      <dgm:spPr/>
      <dgm:t>
        <a:bodyPr/>
        <a:lstStyle/>
        <a:p>
          <a:pPr>
            <a:buFont typeface="+mj-lt"/>
            <a:buAutoNum type="alphaLcPeriod"/>
          </a:pPr>
          <a:r>
            <a:rPr lang="en-US" sz="1100"/>
            <a:t>Create an </a:t>
          </a:r>
          <a:r>
            <a:rPr lang="en-US" sz="1100" i="1"/>
            <a:t>Alert</a:t>
          </a:r>
          <a:r>
            <a:rPr lang="en-US" sz="1100"/>
            <a:t> on the clients account “Hardship Plan reducing client’s regular drafts by 50% in affect from (start date) to (end date)”</a:t>
          </a:r>
          <a:endParaRPr lang="en-US" sz="1100">
            <a:solidFill>
              <a:schemeClr val="bg1"/>
            </a:solidFill>
          </a:endParaRPr>
        </a:p>
      </dgm:t>
    </dgm:pt>
    <dgm:pt modelId="{18725BF6-CC5B-464A-9C94-C45D24F8FB4F}" type="parTrans" cxnId="{18AFC9CF-92AB-4A71-AF3E-5E4FBE1EA61A}">
      <dgm:prSet/>
      <dgm:spPr/>
      <dgm:t>
        <a:bodyPr/>
        <a:lstStyle/>
        <a:p>
          <a:endParaRPr lang="en-US"/>
        </a:p>
      </dgm:t>
    </dgm:pt>
    <dgm:pt modelId="{C78896B4-A216-4F5D-99A2-40F138E20250}" type="sibTrans" cxnId="{18AFC9CF-92AB-4A71-AF3E-5E4FBE1EA61A}">
      <dgm:prSet/>
      <dgm:spPr/>
      <dgm:t>
        <a:bodyPr/>
        <a:lstStyle/>
        <a:p>
          <a:endParaRPr lang="en-US"/>
        </a:p>
      </dgm:t>
    </dgm:pt>
    <dgm:pt modelId="{8891DB0F-561A-4500-A790-211CECE2C821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100"/>
            <a:t>If the request is denied, call the client to advise and inquire how they would like to proceed</a:t>
          </a:r>
        </a:p>
      </dgm:t>
    </dgm:pt>
    <dgm:pt modelId="{3E53A3D2-62AE-45BB-B524-6CF89A69129C}" type="parTrans" cxnId="{515E58AE-9F35-4931-AF52-2A823673871C}">
      <dgm:prSet/>
      <dgm:spPr/>
      <dgm:t>
        <a:bodyPr/>
        <a:lstStyle/>
        <a:p>
          <a:endParaRPr lang="en-US"/>
        </a:p>
      </dgm:t>
    </dgm:pt>
    <dgm:pt modelId="{6F9E9D39-AD4A-4924-BD8B-28C51A720E37}" type="sibTrans" cxnId="{515E58AE-9F35-4931-AF52-2A823673871C}">
      <dgm:prSet/>
      <dgm:spPr/>
      <dgm:t>
        <a:bodyPr/>
        <a:lstStyle/>
        <a:p>
          <a:endParaRPr lang="en-US"/>
        </a:p>
      </dgm:t>
    </dgm:pt>
    <dgm:pt modelId="{538693D6-F51E-4A45-BB3A-20BFE0717270}">
      <dgm:prSet phldr="0"/>
      <dgm:spPr/>
      <dgm:t>
        <a:bodyPr/>
        <a:lstStyle/>
        <a:p>
          <a:r>
            <a:rPr lang="en-US" sz="1100"/>
            <a:t>Subject: (Client name) UMA - Hardship Plan”</a:t>
          </a:r>
          <a:endParaRPr lang="en-US"/>
        </a:p>
      </dgm:t>
    </dgm:pt>
    <dgm:pt modelId="{C5730E26-DFB2-4822-BA02-845A65B6FECF}" type="parTrans" cxnId="{57721421-BC26-4260-AB25-75D6201A1A87}">
      <dgm:prSet/>
      <dgm:spPr/>
    </dgm:pt>
    <dgm:pt modelId="{A43AB9DA-CFA7-4E67-8FF4-9ED21BD3B450}" type="sibTrans" cxnId="{57721421-BC26-4260-AB25-75D6201A1A87}">
      <dgm:prSet/>
      <dgm:spPr/>
      <dgm:t>
        <a:bodyPr/>
        <a:lstStyle/>
        <a:p>
          <a:endParaRPr lang="en-US"/>
        </a:p>
      </dgm:t>
    </dgm:pt>
    <dgm:pt modelId="{82E427B3-622D-41C8-A775-C589453BD40B}">
      <dgm:prSet phldr="0"/>
      <dgm:spPr/>
      <dgm:t>
        <a:bodyPr/>
        <a:lstStyle/>
        <a:p>
          <a:pPr>
            <a:buFont typeface="+mj-lt"/>
            <a:buAutoNum type="alphaLcPeriod"/>
          </a:pPr>
          <a:endParaRPr lang="en-US" sz="1100"/>
        </a:p>
        <a:p>
          <a:pPr rtl="0">
            <a:buFont typeface="+mj-lt"/>
            <a:buAutoNum type="alphaLcPeriod"/>
          </a:pPr>
          <a:r>
            <a:rPr lang="en-US" sz="1100"/>
            <a:t>Fill Out</a:t>
          </a:r>
          <a:r>
            <a:rPr lang="en-US" sz="1100">
              <a:hlinkClick xmlns:r="http://schemas.openxmlformats.org/officeDocument/2006/relationships" r:id="rId1"/>
            </a:rPr>
            <a:t> </a:t>
          </a:r>
          <a:r>
            <a:rPr lang="en-US" sz="1100">
              <a:solidFill>
                <a:schemeClr val="tx1"/>
              </a:solidFill>
              <a:hlinkClick xmlns:r="http://schemas.openxmlformats.org/officeDocument/2006/relationships" r:id="rId1"/>
            </a:rPr>
            <a:t>UMA Format</a:t>
          </a:r>
          <a:r>
            <a:rPr lang="en-US" sz="1100">
              <a:solidFill>
                <a:schemeClr val="tx1"/>
              </a:solidFill>
              <a:latin typeface="Calibri Light" panose="020F0302020204030204"/>
            </a:rPr>
            <a:t> </a:t>
          </a:r>
          <a:r>
            <a:rPr lang="en-US" sz="1100">
              <a:solidFill>
                <a:schemeClr val="bg1"/>
              </a:solidFill>
            </a:rPr>
            <a:t> for the body of the email</a:t>
          </a:r>
          <a:endParaRPr lang="en-US"/>
        </a:p>
      </dgm:t>
    </dgm:pt>
    <dgm:pt modelId="{1533AB95-A387-4956-BB19-BAD2EDB3DF69}" type="parTrans" cxnId="{D87512C2-E9B9-44B0-AD27-3ABCFA71F7F9}">
      <dgm:prSet/>
      <dgm:spPr/>
    </dgm:pt>
    <dgm:pt modelId="{0080CFF7-7B79-4652-98A2-2276793375E1}" type="sibTrans" cxnId="{D87512C2-E9B9-44B0-AD27-3ABCFA71F7F9}">
      <dgm:prSet/>
      <dgm:spPr/>
      <dgm:t>
        <a:bodyPr/>
        <a:lstStyle/>
        <a:p>
          <a:endParaRPr lang="en-US"/>
        </a:p>
      </dgm:t>
    </dgm:pt>
    <dgm:pt modelId="{5E86AD39-BB08-4804-9967-E30E5DE9BAB7}">
      <dgm:prSet phldr="0"/>
      <dgm:spPr/>
      <dgm:t>
        <a:bodyPr/>
        <a:lstStyle/>
        <a:p>
          <a:endParaRPr lang="en-US"/>
        </a:p>
      </dgm:t>
    </dgm:pt>
    <dgm:pt modelId="{187B1D15-3EB4-4726-8D21-820883686A52}" type="parTrans" cxnId="{03E87576-55C8-4BDB-8B0E-FD8CF5E26198}">
      <dgm:prSet/>
      <dgm:spPr/>
    </dgm:pt>
    <dgm:pt modelId="{2A39C0FB-1728-4AF4-9CBF-2668126C982E}" type="sibTrans" cxnId="{03E87576-55C8-4BDB-8B0E-FD8CF5E26198}">
      <dgm:prSet/>
      <dgm:spPr/>
      <dgm:t>
        <a:bodyPr/>
        <a:lstStyle/>
        <a:p>
          <a:endParaRPr lang="en-US"/>
        </a:p>
      </dgm:t>
    </dgm:pt>
    <dgm:pt modelId="{1EA75BAA-16B9-4A85-BDDD-A8B491B5B8C1}">
      <dgm:prSet phldr="0"/>
      <dgm:spPr/>
      <dgm:t>
        <a:bodyPr/>
        <a:lstStyle/>
        <a:p>
          <a:r>
            <a:rPr lang="en-US" sz="1100">
              <a:solidFill>
                <a:schemeClr val="bg1"/>
              </a:solidFill>
            </a:rPr>
            <a:t>Include the client’s new hardship in detail </a:t>
          </a:r>
          <a:endParaRPr lang="en-US"/>
        </a:p>
      </dgm:t>
    </dgm:pt>
    <dgm:pt modelId="{119E9577-8AD7-4785-BA0B-41B9444D61FE}" type="parTrans" cxnId="{87F0A622-C8BF-4116-A434-9E1B199F9024}">
      <dgm:prSet/>
      <dgm:spPr/>
    </dgm:pt>
    <dgm:pt modelId="{377F740B-118E-4E7E-AC6B-F26597EF4D3A}" type="sibTrans" cxnId="{87F0A622-C8BF-4116-A434-9E1B199F9024}">
      <dgm:prSet/>
      <dgm:spPr/>
      <dgm:t>
        <a:bodyPr/>
        <a:lstStyle/>
        <a:p>
          <a:endParaRPr lang="en-US"/>
        </a:p>
      </dgm:t>
    </dgm:pt>
    <dgm:pt modelId="{BC06CA79-B829-41FC-A173-3994D78876DB}">
      <dgm:prSet phldr="0"/>
      <dgm:spPr/>
      <dgm:t>
        <a:bodyPr/>
        <a:lstStyle/>
        <a:p>
          <a:r>
            <a:rPr lang="en-US" sz="1100">
              <a:solidFill>
                <a:schemeClr val="bg1"/>
              </a:solidFill>
            </a:rPr>
            <a:t>Advise client is seeking our Hardship plan</a:t>
          </a:r>
          <a:endParaRPr lang="en-US"/>
        </a:p>
      </dgm:t>
    </dgm:pt>
    <dgm:pt modelId="{EE66DC70-235E-4914-B75A-09BCD7C1EB6A}" type="parTrans" cxnId="{5BFBCBA9-CB21-4244-B6DF-BD48B90021F3}">
      <dgm:prSet/>
      <dgm:spPr/>
    </dgm:pt>
    <dgm:pt modelId="{417779A5-FC97-4F6B-8E60-C016328E365E}" type="sibTrans" cxnId="{5BFBCBA9-CB21-4244-B6DF-BD48B90021F3}">
      <dgm:prSet/>
      <dgm:spPr/>
      <dgm:t>
        <a:bodyPr/>
        <a:lstStyle/>
        <a:p>
          <a:endParaRPr lang="en-US"/>
        </a:p>
      </dgm:t>
    </dgm:pt>
    <dgm:pt modelId="{D937B837-D04C-4ADA-A88B-2CCD4C55DE75}" type="pres">
      <dgm:prSet presAssocID="{9E75F069-2336-463D-A6BE-03BB39858B1E}" presName="diagram" presStyleCnt="0">
        <dgm:presLayoutVars>
          <dgm:dir val="rev"/>
          <dgm:resizeHandles val="exact"/>
        </dgm:presLayoutVars>
      </dgm:prSet>
      <dgm:spPr/>
    </dgm:pt>
    <dgm:pt modelId="{7526840F-E834-42D8-929C-64E56F51ABAB}" type="pres">
      <dgm:prSet presAssocID="{44B1BF5B-2F2B-4FCE-8895-E92BC227A3E1}" presName="node" presStyleLbl="node1" presStyleIdx="0" presStyleCnt="14">
        <dgm:presLayoutVars>
          <dgm:bulletEnabled val="1"/>
        </dgm:presLayoutVars>
      </dgm:prSet>
      <dgm:spPr/>
    </dgm:pt>
    <dgm:pt modelId="{323B70D9-DD30-4129-BE03-D4ADF082F3FD}" type="pres">
      <dgm:prSet presAssocID="{7A314F58-A076-4E28-A2ED-553874C20506}" presName="sibTrans" presStyleLbl="sibTrans2D1" presStyleIdx="0" presStyleCnt="13"/>
      <dgm:spPr/>
    </dgm:pt>
    <dgm:pt modelId="{D75FA64C-2806-4677-8CCC-1FD62A8B76C1}" type="pres">
      <dgm:prSet presAssocID="{7A314F58-A076-4E28-A2ED-553874C20506}" presName="connectorText" presStyleLbl="sibTrans2D1" presStyleIdx="0" presStyleCnt="13"/>
      <dgm:spPr/>
    </dgm:pt>
    <dgm:pt modelId="{F0065BA7-37F6-443F-9ADD-4DD40A91788A}" type="pres">
      <dgm:prSet presAssocID="{462099EE-20BD-40D2-9DD8-308DE6840F4F}" presName="node" presStyleLbl="node1" presStyleIdx="1" presStyleCnt="14">
        <dgm:presLayoutVars>
          <dgm:bulletEnabled val="1"/>
        </dgm:presLayoutVars>
      </dgm:prSet>
      <dgm:spPr/>
    </dgm:pt>
    <dgm:pt modelId="{ADC76DF4-BC2A-433D-A556-F8B9545C8C43}" type="pres">
      <dgm:prSet presAssocID="{E7581632-E0D5-4B5F-9CDA-16E5C4CECB7B}" presName="sibTrans" presStyleLbl="sibTrans2D1" presStyleIdx="1" presStyleCnt="13"/>
      <dgm:spPr/>
    </dgm:pt>
    <dgm:pt modelId="{5F5ECF51-13FC-4B17-86DF-440D16937BC9}" type="pres">
      <dgm:prSet presAssocID="{E7581632-E0D5-4B5F-9CDA-16E5C4CECB7B}" presName="connectorText" presStyleLbl="sibTrans2D1" presStyleIdx="1" presStyleCnt="13"/>
      <dgm:spPr/>
    </dgm:pt>
    <dgm:pt modelId="{D4745C2B-D251-4338-B225-FC34553C553A}" type="pres">
      <dgm:prSet presAssocID="{CC896648-D729-45E8-85EC-D8CFF54E514A}" presName="node" presStyleLbl="node1" presStyleIdx="2" presStyleCnt="14">
        <dgm:presLayoutVars>
          <dgm:bulletEnabled val="1"/>
        </dgm:presLayoutVars>
      </dgm:prSet>
      <dgm:spPr/>
    </dgm:pt>
    <dgm:pt modelId="{995BC792-57EA-4854-8ED9-D3AABA72B609}" type="pres">
      <dgm:prSet presAssocID="{A2817FC9-E980-4AEE-994F-F8AF8649515B}" presName="sibTrans" presStyleLbl="sibTrans2D1" presStyleIdx="2" presStyleCnt="13"/>
      <dgm:spPr/>
    </dgm:pt>
    <dgm:pt modelId="{AE6A626F-7C90-4549-8552-290628057641}" type="pres">
      <dgm:prSet presAssocID="{A2817FC9-E980-4AEE-994F-F8AF8649515B}" presName="connectorText" presStyleLbl="sibTrans2D1" presStyleIdx="2" presStyleCnt="13"/>
      <dgm:spPr/>
    </dgm:pt>
    <dgm:pt modelId="{4FEE62AA-3F1F-4D1F-8CD9-A353B0D90FDA}" type="pres">
      <dgm:prSet presAssocID="{9ABAF4F3-8E99-472B-B89C-5D9031F38CB2}" presName="node" presStyleLbl="node1" presStyleIdx="3" presStyleCnt="14">
        <dgm:presLayoutVars>
          <dgm:bulletEnabled val="1"/>
        </dgm:presLayoutVars>
      </dgm:prSet>
      <dgm:spPr/>
    </dgm:pt>
    <dgm:pt modelId="{EDFB1A3F-1696-4C0F-B65F-FBF0DBF96CF8}" type="pres">
      <dgm:prSet presAssocID="{D3E8EA13-8343-4793-B77F-C4F07FA843DF}" presName="sibTrans" presStyleLbl="sibTrans2D1" presStyleIdx="3" presStyleCnt="13"/>
      <dgm:spPr/>
    </dgm:pt>
    <dgm:pt modelId="{7CF59BB0-7700-40EE-A14F-D4D17D8B9D92}" type="pres">
      <dgm:prSet presAssocID="{D3E8EA13-8343-4793-B77F-C4F07FA843DF}" presName="connectorText" presStyleLbl="sibTrans2D1" presStyleIdx="3" presStyleCnt="13"/>
      <dgm:spPr/>
    </dgm:pt>
    <dgm:pt modelId="{498F34E7-0925-4D17-8997-42600FF84D8F}" type="pres">
      <dgm:prSet presAssocID="{538693D6-F51E-4A45-BB3A-20BFE0717270}" presName="node" presStyleLbl="node1" presStyleIdx="4" presStyleCnt="14">
        <dgm:presLayoutVars>
          <dgm:bulletEnabled val="1"/>
        </dgm:presLayoutVars>
      </dgm:prSet>
      <dgm:spPr/>
    </dgm:pt>
    <dgm:pt modelId="{BE60E028-5B68-42ED-8FA0-FA4DDEE5C8E3}" type="pres">
      <dgm:prSet presAssocID="{A43AB9DA-CFA7-4E67-8FF4-9ED21BD3B450}" presName="sibTrans" presStyleLbl="sibTrans2D1" presStyleIdx="4" presStyleCnt="13"/>
      <dgm:spPr/>
    </dgm:pt>
    <dgm:pt modelId="{A023F789-D0C1-4181-AF2F-CBB1D8795775}" type="pres">
      <dgm:prSet presAssocID="{A43AB9DA-CFA7-4E67-8FF4-9ED21BD3B450}" presName="connectorText" presStyleLbl="sibTrans2D1" presStyleIdx="4" presStyleCnt="13"/>
      <dgm:spPr/>
    </dgm:pt>
    <dgm:pt modelId="{E94CD669-5FB6-4F84-9E2B-35EB7F407FE8}" type="pres">
      <dgm:prSet presAssocID="{82E427B3-622D-41C8-A775-C589453BD40B}" presName="node" presStyleLbl="node1" presStyleIdx="5" presStyleCnt="14">
        <dgm:presLayoutVars>
          <dgm:bulletEnabled val="1"/>
        </dgm:presLayoutVars>
      </dgm:prSet>
      <dgm:spPr/>
    </dgm:pt>
    <dgm:pt modelId="{BB066A12-C972-4406-A420-507B753BB53C}" type="pres">
      <dgm:prSet presAssocID="{0080CFF7-7B79-4652-98A2-2276793375E1}" presName="sibTrans" presStyleLbl="sibTrans2D1" presStyleIdx="5" presStyleCnt="13"/>
      <dgm:spPr/>
    </dgm:pt>
    <dgm:pt modelId="{BF482D3D-D9AE-42FB-83A5-5A3A9C8B1DC3}" type="pres">
      <dgm:prSet presAssocID="{0080CFF7-7B79-4652-98A2-2276793375E1}" presName="connectorText" presStyleLbl="sibTrans2D1" presStyleIdx="5" presStyleCnt="13"/>
      <dgm:spPr/>
    </dgm:pt>
    <dgm:pt modelId="{0D054251-3619-4218-913E-C7E6464EB90B}" type="pres">
      <dgm:prSet presAssocID="{5E86AD39-BB08-4804-9967-E30E5DE9BAB7}" presName="node" presStyleLbl="node1" presStyleIdx="6" presStyleCnt="14">
        <dgm:presLayoutVars>
          <dgm:bulletEnabled val="1"/>
        </dgm:presLayoutVars>
      </dgm:prSet>
      <dgm:spPr/>
    </dgm:pt>
    <dgm:pt modelId="{4CFA7467-9033-4CE6-B089-5E67C7D0C0B0}" type="pres">
      <dgm:prSet presAssocID="{2A39C0FB-1728-4AF4-9CBF-2668126C982E}" presName="sibTrans" presStyleLbl="sibTrans2D1" presStyleIdx="6" presStyleCnt="13"/>
      <dgm:spPr/>
    </dgm:pt>
    <dgm:pt modelId="{4874E505-2782-4021-8CFC-240929AD2E3B}" type="pres">
      <dgm:prSet presAssocID="{2A39C0FB-1728-4AF4-9CBF-2668126C982E}" presName="connectorText" presStyleLbl="sibTrans2D1" presStyleIdx="6" presStyleCnt="13"/>
      <dgm:spPr/>
    </dgm:pt>
    <dgm:pt modelId="{A573154A-CDC7-458E-9CE4-C903168AD616}" type="pres">
      <dgm:prSet presAssocID="{92994F75-CB08-4406-A199-90E17E50B6B6}" presName="node" presStyleLbl="node1" presStyleIdx="7" presStyleCnt="14">
        <dgm:presLayoutVars>
          <dgm:bulletEnabled val="1"/>
        </dgm:presLayoutVars>
      </dgm:prSet>
      <dgm:spPr/>
    </dgm:pt>
    <dgm:pt modelId="{10362915-6677-4D39-AF53-C7CF349B7926}" type="pres">
      <dgm:prSet presAssocID="{A975B09D-1300-4320-8ECC-9129BF9DACF9}" presName="sibTrans" presStyleLbl="sibTrans2D1" presStyleIdx="7" presStyleCnt="13"/>
      <dgm:spPr/>
    </dgm:pt>
    <dgm:pt modelId="{3DA6ABD3-0D26-4223-B5A2-A75E794E7952}" type="pres">
      <dgm:prSet presAssocID="{A975B09D-1300-4320-8ECC-9129BF9DACF9}" presName="connectorText" presStyleLbl="sibTrans2D1" presStyleIdx="7" presStyleCnt="13"/>
      <dgm:spPr/>
    </dgm:pt>
    <dgm:pt modelId="{D06F3D76-9AF6-40B9-8449-6A78ABD98F36}" type="pres">
      <dgm:prSet presAssocID="{1EA75BAA-16B9-4A85-BDDD-A8B491B5B8C1}" presName="node" presStyleLbl="node1" presStyleIdx="8" presStyleCnt="14">
        <dgm:presLayoutVars>
          <dgm:bulletEnabled val="1"/>
        </dgm:presLayoutVars>
      </dgm:prSet>
      <dgm:spPr/>
    </dgm:pt>
    <dgm:pt modelId="{A3534BE9-DF09-4120-AB1B-1976070E5D80}" type="pres">
      <dgm:prSet presAssocID="{377F740B-118E-4E7E-AC6B-F26597EF4D3A}" presName="sibTrans" presStyleLbl="sibTrans2D1" presStyleIdx="8" presStyleCnt="13"/>
      <dgm:spPr/>
    </dgm:pt>
    <dgm:pt modelId="{65EE3B1E-4414-4149-ABEA-38A3DE3C086E}" type="pres">
      <dgm:prSet presAssocID="{377F740B-118E-4E7E-AC6B-F26597EF4D3A}" presName="connectorText" presStyleLbl="sibTrans2D1" presStyleIdx="8" presStyleCnt="13"/>
      <dgm:spPr/>
    </dgm:pt>
    <dgm:pt modelId="{6A6A6E8C-2A52-45A0-9FAD-503681E0EC4D}" type="pres">
      <dgm:prSet presAssocID="{BC06CA79-B829-41FC-A173-3994D78876DB}" presName="node" presStyleLbl="node1" presStyleIdx="9" presStyleCnt="14">
        <dgm:presLayoutVars>
          <dgm:bulletEnabled val="1"/>
        </dgm:presLayoutVars>
      </dgm:prSet>
      <dgm:spPr/>
    </dgm:pt>
    <dgm:pt modelId="{63AFBEE2-617A-4E68-996F-1118C0EFB9B3}" type="pres">
      <dgm:prSet presAssocID="{417779A5-FC97-4F6B-8E60-C016328E365E}" presName="sibTrans" presStyleLbl="sibTrans2D1" presStyleIdx="9" presStyleCnt="13"/>
      <dgm:spPr/>
    </dgm:pt>
    <dgm:pt modelId="{2C04CB00-F84F-47F9-8BE7-B558F12E9B57}" type="pres">
      <dgm:prSet presAssocID="{417779A5-FC97-4F6B-8E60-C016328E365E}" presName="connectorText" presStyleLbl="sibTrans2D1" presStyleIdx="9" presStyleCnt="13"/>
      <dgm:spPr/>
    </dgm:pt>
    <dgm:pt modelId="{AC1D1287-A542-466F-9BD2-6AAC1381E73C}" type="pres">
      <dgm:prSet presAssocID="{B5982050-6C90-4510-BD4C-47212433258F}" presName="node" presStyleLbl="node1" presStyleIdx="10" presStyleCnt="14">
        <dgm:presLayoutVars>
          <dgm:bulletEnabled val="1"/>
        </dgm:presLayoutVars>
      </dgm:prSet>
      <dgm:spPr/>
    </dgm:pt>
    <dgm:pt modelId="{C7ADC7B0-600D-4080-B71B-E8775FDB8D51}" type="pres">
      <dgm:prSet presAssocID="{3A73135D-6076-491E-B738-2F0C05FE41E8}" presName="sibTrans" presStyleLbl="sibTrans2D1" presStyleIdx="10" presStyleCnt="13" custAng="21589056" custLinFactNeighborX="5483" custLinFactNeighborY="12024"/>
      <dgm:spPr/>
    </dgm:pt>
    <dgm:pt modelId="{57411427-2C1D-4DF9-8964-8367AE06A10E}" type="pres">
      <dgm:prSet presAssocID="{3A73135D-6076-491E-B738-2F0C05FE41E8}" presName="connectorText" presStyleLbl="sibTrans2D1" presStyleIdx="10" presStyleCnt="13"/>
      <dgm:spPr/>
    </dgm:pt>
    <dgm:pt modelId="{F1BB4479-2EAE-4667-9260-2684FE4FA5E3}" type="pres">
      <dgm:prSet presAssocID="{8891DB0F-561A-4500-A790-211CECE2C821}" presName="node" presStyleLbl="node1" presStyleIdx="11" presStyleCnt="14" custAng="0" custLinFactX="-52046" custLinFactY="90113" custLinFactNeighborX="-100000" custLinFactNeighborY="100000">
        <dgm:presLayoutVars>
          <dgm:bulletEnabled val="1"/>
        </dgm:presLayoutVars>
      </dgm:prSet>
      <dgm:spPr/>
    </dgm:pt>
    <dgm:pt modelId="{3172A2B6-35E9-48D4-8C90-0F66E849D11A}" type="pres">
      <dgm:prSet presAssocID="{6F9E9D39-AD4A-4924-BD8B-28C51A720E37}" presName="sibTrans" presStyleLbl="sibTrans2D1" presStyleIdx="11" presStyleCnt="13" custAng="1953525" custScaleX="239518" custLinFactY="-100000" custLinFactNeighborX="22211" custLinFactNeighborY="-100793"/>
      <dgm:spPr/>
    </dgm:pt>
    <dgm:pt modelId="{D966B38C-F644-4A4B-8988-36235BFF16B8}" type="pres">
      <dgm:prSet presAssocID="{6F9E9D39-AD4A-4924-BD8B-28C51A720E37}" presName="connectorText" presStyleLbl="sibTrans2D1" presStyleIdx="11" presStyleCnt="13"/>
      <dgm:spPr/>
    </dgm:pt>
    <dgm:pt modelId="{A4B33763-8AA8-40F8-B1BC-8DEA4FEB71A1}" type="pres">
      <dgm:prSet presAssocID="{B441AE38-4AAE-4469-B374-F1416744A4E9}" presName="node" presStyleLbl="node1" presStyleIdx="12" presStyleCnt="14" custLinFactNeighborX="-11116" custLinFactNeighborY="60195">
        <dgm:presLayoutVars>
          <dgm:bulletEnabled val="1"/>
        </dgm:presLayoutVars>
      </dgm:prSet>
      <dgm:spPr/>
    </dgm:pt>
    <dgm:pt modelId="{AD0C01F1-C6B2-4568-9551-7E4D28DD3D79}" type="pres">
      <dgm:prSet presAssocID="{E11D40F5-9F0E-4A67-A080-994918A88718}" presName="sibTrans" presStyleLbl="sibTrans2D1" presStyleIdx="12" presStyleCnt="13" custAng="285513" custLinFactNeighborX="3747" custLinFactNeighborY="8031"/>
      <dgm:spPr/>
    </dgm:pt>
    <dgm:pt modelId="{6BA3E1B3-0549-4D68-8BD0-84CA1BCACE98}" type="pres">
      <dgm:prSet presAssocID="{E11D40F5-9F0E-4A67-A080-994918A88718}" presName="connectorText" presStyleLbl="sibTrans2D1" presStyleIdx="12" presStyleCnt="13"/>
      <dgm:spPr/>
    </dgm:pt>
    <dgm:pt modelId="{1BEFA18D-2060-47C7-AB22-7E9EA04DD808}" type="pres">
      <dgm:prSet presAssocID="{28A28ADA-1A19-49A7-9794-442CF173C28A}" presName="node" presStyleLbl="node1" presStyleIdx="13" presStyleCnt="14" custLinFactNeighborX="6700" custLinFactNeighborY="-12523">
        <dgm:presLayoutVars>
          <dgm:bulletEnabled val="1"/>
        </dgm:presLayoutVars>
      </dgm:prSet>
      <dgm:spPr/>
    </dgm:pt>
  </dgm:ptLst>
  <dgm:cxnLst>
    <dgm:cxn modelId="{C4E16300-7D01-4609-B120-2A147C3BBC20}" type="presOf" srcId="{A43AB9DA-CFA7-4E67-8FF4-9ED21BD3B450}" destId="{BE60E028-5B68-42ED-8FA0-FA4DDEE5C8E3}" srcOrd="0" destOrd="0" presId="urn:microsoft.com/office/officeart/2005/8/layout/process5"/>
    <dgm:cxn modelId="{CF412501-4C1E-41B8-B6E9-A9321446123A}" type="presOf" srcId="{0080CFF7-7B79-4652-98A2-2276793375E1}" destId="{BF482D3D-D9AE-42FB-83A5-5A3A9C8B1DC3}" srcOrd="1" destOrd="0" presId="urn:microsoft.com/office/officeart/2005/8/layout/process5"/>
    <dgm:cxn modelId="{BEBFAA03-44A8-4763-8A99-7EC37B425065}" type="presOf" srcId="{9ABAF4F3-8E99-472B-B89C-5D9031F38CB2}" destId="{4FEE62AA-3F1F-4D1F-8CD9-A353B0D90FDA}" srcOrd="0" destOrd="0" presId="urn:microsoft.com/office/officeart/2005/8/layout/process5"/>
    <dgm:cxn modelId="{5EEB2A07-BDC9-46A3-B97D-4DD350683A8C}" type="presOf" srcId="{417779A5-FC97-4F6B-8E60-C016328E365E}" destId="{2C04CB00-F84F-47F9-8BE7-B558F12E9B57}" srcOrd="1" destOrd="0" presId="urn:microsoft.com/office/officeart/2005/8/layout/process5"/>
    <dgm:cxn modelId="{90ABB70E-C0FA-44EB-BD47-459489593977}" srcId="{9E75F069-2336-463D-A6BE-03BB39858B1E}" destId="{462099EE-20BD-40D2-9DD8-308DE6840F4F}" srcOrd="1" destOrd="0" parTransId="{F175D520-439E-4329-96AB-DE6ACF6A0149}" sibTransId="{E7581632-E0D5-4B5F-9CDA-16E5C4CECB7B}"/>
    <dgm:cxn modelId="{7272C914-E717-4558-BDBE-F4DD33C1FE82}" type="presOf" srcId="{E11D40F5-9F0E-4A67-A080-994918A88718}" destId="{6BA3E1B3-0549-4D68-8BD0-84CA1BCACE98}" srcOrd="1" destOrd="0" presId="urn:microsoft.com/office/officeart/2005/8/layout/process5"/>
    <dgm:cxn modelId="{FD01D01A-2EC2-4D54-B7B3-40E8EE8C0AB6}" type="presOf" srcId="{5E86AD39-BB08-4804-9967-E30E5DE9BAB7}" destId="{0D054251-3619-4218-913E-C7E6464EB90B}" srcOrd="0" destOrd="0" presId="urn:microsoft.com/office/officeart/2005/8/layout/process5"/>
    <dgm:cxn modelId="{57721421-BC26-4260-AB25-75D6201A1A87}" srcId="{9E75F069-2336-463D-A6BE-03BB39858B1E}" destId="{538693D6-F51E-4A45-BB3A-20BFE0717270}" srcOrd="4" destOrd="0" parTransId="{C5730E26-DFB2-4822-BA02-845A65B6FECF}" sibTransId="{A43AB9DA-CFA7-4E67-8FF4-9ED21BD3B450}"/>
    <dgm:cxn modelId="{99974421-C402-463E-96D5-CA023119B9C2}" type="presOf" srcId="{6F9E9D39-AD4A-4924-BD8B-28C51A720E37}" destId="{D966B38C-F644-4A4B-8988-36235BFF16B8}" srcOrd="1" destOrd="0" presId="urn:microsoft.com/office/officeart/2005/8/layout/process5"/>
    <dgm:cxn modelId="{87F0A622-C8BF-4116-A434-9E1B199F9024}" srcId="{9E75F069-2336-463D-A6BE-03BB39858B1E}" destId="{1EA75BAA-16B9-4A85-BDDD-A8B491B5B8C1}" srcOrd="8" destOrd="0" parTransId="{119E9577-8AD7-4785-BA0B-41B9444D61FE}" sibTransId="{377F740B-118E-4E7E-AC6B-F26597EF4D3A}"/>
    <dgm:cxn modelId="{F5FEDC23-432D-491F-8DB8-381F9C11B734}" type="presOf" srcId="{D3E8EA13-8343-4793-B77F-C4F07FA843DF}" destId="{7CF59BB0-7700-40EE-A14F-D4D17D8B9D92}" srcOrd="1" destOrd="0" presId="urn:microsoft.com/office/officeart/2005/8/layout/process5"/>
    <dgm:cxn modelId="{60379C2C-16CD-4600-8200-B503485C4932}" type="presOf" srcId="{6F9E9D39-AD4A-4924-BD8B-28C51A720E37}" destId="{3172A2B6-35E9-48D4-8C90-0F66E849D11A}" srcOrd="0" destOrd="0" presId="urn:microsoft.com/office/officeart/2005/8/layout/process5"/>
    <dgm:cxn modelId="{BCED6838-6399-4FB4-8A3A-BDFDA8DB3592}" type="presOf" srcId="{44B1BF5B-2F2B-4FCE-8895-E92BC227A3E1}" destId="{7526840F-E834-42D8-929C-64E56F51ABAB}" srcOrd="0" destOrd="0" presId="urn:microsoft.com/office/officeart/2005/8/layout/process5"/>
    <dgm:cxn modelId="{5E219D38-BE29-4817-A119-D536F0920863}" type="presOf" srcId="{E11D40F5-9F0E-4A67-A080-994918A88718}" destId="{AD0C01F1-C6B2-4568-9551-7E4D28DD3D79}" srcOrd="0" destOrd="0" presId="urn:microsoft.com/office/officeart/2005/8/layout/process5"/>
    <dgm:cxn modelId="{E9FCFC5B-FA51-4AA0-BD15-29E8B9AB66D7}" type="presOf" srcId="{B441AE38-4AAE-4469-B374-F1416744A4E9}" destId="{A4B33763-8AA8-40F8-B1BC-8DEA4FEB71A1}" srcOrd="0" destOrd="0" presId="urn:microsoft.com/office/officeart/2005/8/layout/process5"/>
    <dgm:cxn modelId="{A349EF5D-771A-4FA4-8A26-C854D8B47271}" type="presOf" srcId="{28A28ADA-1A19-49A7-9794-442CF173C28A}" destId="{1BEFA18D-2060-47C7-AB22-7E9EA04DD808}" srcOrd="0" destOrd="0" presId="urn:microsoft.com/office/officeart/2005/8/layout/process5"/>
    <dgm:cxn modelId="{D18BC463-94B3-4666-A692-EB75DBFF6A05}" srcId="{9E75F069-2336-463D-A6BE-03BB39858B1E}" destId="{B441AE38-4AAE-4469-B374-F1416744A4E9}" srcOrd="12" destOrd="0" parTransId="{BDF4906F-BFF5-4544-9023-AA24CBF63371}" sibTransId="{E11D40F5-9F0E-4A67-A080-994918A88718}"/>
    <dgm:cxn modelId="{CBB51449-D3EE-42B3-B8C2-5A52492BE637}" type="presOf" srcId="{377F740B-118E-4E7E-AC6B-F26597EF4D3A}" destId="{65EE3B1E-4414-4149-ABEA-38A3DE3C086E}" srcOrd="1" destOrd="0" presId="urn:microsoft.com/office/officeart/2005/8/layout/process5"/>
    <dgm:cxn modelId="{3232036C-168E-44E4-A0F6-94DD8A693B23}" type="presOf" srcId="{CC896648-D729-45E8-85EC-D8CFF54E514A}" destId="{D4745C2B-D251-4338-B225-FC34553C553A}" srcOrd="0" destOrd="0" presId="urn:microsoft.com/office/officeart/2005/8/layout/process5"/>
    <dgm:cxn modelId="{84FF4570-1C0F-49A1-B19E-29F061836E54}" type="presOf" srcId="{538693D6-F51E-4A45-BB3A-20BFE0717270}" destId="{498F34E7-0925-4D17-8997-42600FF84D8F}" srcOrd="0" destOrd="0" presId="urn:microsoft.com/office/officeart/2005/8/layout/process5"/>
    <dgm:cxn modelId="{03E87576-55C8-4BDB-8B0E-FD8CF5E26198}" srcId="{9E75F069-2336-463D-A6BE-03BB39858B1E}" destId="{5E86AD39-BB08-4804-9967-E30E5DE9BAB7}" srcOrd="6" destOrd="0" parTransId="{187B1D15-3EB4-4726-8D21-820883686A52}" sibTransId="{2A39C0FB-1728-4AF4-9CBF-2668126C982E}"/>
    <dgm:cxn modelId="{A3D7A057-38CC-4436-872F-875596CCEE66}" type="presOf" srcId="{3A73135D-6076-491E-B738-2F0C05FE41E8}" destId="{C7ADC7B0-600D-4080-B71B-E8775FDB8D51}" srcOrd="0" destOrd="0" presId="urn:microsoft.com/office/officeart/2005/8/layout/process5"/>
    <dgm:cxn modelId="{A0EA945A-FBBF-464B-9989-54FD86830F99}" type="presOf" srcId="{0080CFF7-7B79-4652-98A2-2276793375E1}" destId="{BB066A12-C972-4406-A420-507B753BB53C}" srcOrd="0" destOrd="0" presId="urn:microsoft.com/office/officeart/2005/8/layout/process5"/>
    <dgm:cxn modelId="{18392B7C-8AD2-467D-99DC-49564BF3B86C}" srcId="{9E75F069-2336-463D-A6BE-03BB39858B1E}" destId="{9ABAF4F3-8E99-472B-B89C-5D9031F38CB2}" srcOrd="3" destOrd="0" parTransId="{223C3BBB-25A7-417C-A458-ADBB2EE41C9B}" sibTransId="{D3E8EA13-8343-4793-B77F-C4F07FA843DF}"/>
    <dgm:cxn modelId="{950CA283-2BFD-4F07-89FC-BD6F5FCE8F06}" type="presOf" srcId="{417779A5-FC97-4F6B-8E60-C016328E365E}" destId="{63AFBEE2-617A-4E68-996F-1118C0EFB9B3}" srcOrd="0" destOrd="0" presId="urn:microsoft.com/office/officeart/2005/8/layout/process5"/>
    <dgm:cxn modelId="{2E6B418B-FA20-441B-9156-3C44C0F3A2E9}" type="presOf" srcId="{A43AB9DA-CFA7-4E67-8FF4-9ED21BD3B450}" destId="{A023F789-D0C1-4181-AF2F-CBB1D8795775}" srcOrd="1" destOrd="0" presId="urn:microsoft.com/office/officeart/2005/8/layout/process5"/>
    <dgm:cxn modelId="{CB7B6E8F-5F8A-4C55-A7B1-850CF3A9AC7D}" type="presOf" srcId="{A2817FC9-E980-4AEE-994F-F8AF8649515B}" destId="{995BC792-57EA-4854-8ED9-D3AABA72B609}" srcOrd="0" destOrd="0" presId="urn:microsoft.com/office/officeart/2005/8/layout/process5"/>
    <dgm:cxn modelId="{0DC7F096-4F48-4B0D-A18C-8754C5C1FFB4}" type="presOf" srcId="{D3E8EA13-8343-4793-B77F-C4F07FA843DF}" destId="{EDFB1A3F-1696-4C0F-B65F-FBF0DBF96CF8}" srcOrd="0" destOrd="0" presId="urn:microsoft.com/office/officeart/2005/8/layout/process5"/>
    <dgm:cxn modelId="{F9313DA0-1A02-4871-8E3C-15B99062C112}" type="presOf" srcId="{92994F75-CB08-4406-A199-90E17E50B6B6}" destId="{A573154A-CDC7-458E-9CE4-C903168AD616}" srcOrd="0" destOrd="0" presId="urn:microsoft.com/office/officeart/2005/8/layout/process5"/>
    <dgm:cxn modelId="{4044DDA1-A9B1-4F59-B907-28CB8A4CA667}" type="presOf" srcId="{1EA75BAA-16B9-4A85-BDDD-A8B491B5B8C1}" destId="{D06F3D76-9AF6-40B9-8449-6A78ABD98F36}" srcOrd="0" destOrd="0" presId="urn:microsoft.com/office/officeart/2005/8/layout/process5"/>
    <dgm:cxn modelId="{0D942CA9-ED73-4E64-856B-FF4A70CB49D2}" type="presOf" srcId="{377F740B-118E-4E7E-AC6B-F26597EF4D3A}" destId="{A3534BE9-DF09-4120-AB1B-1976070E5D80}" srcOrd="0" destOrd="0" presId="urn:microsoft.com/office/officeart/2005/8/layout/process5"/>
    <dgm:cxn modelId="{5BFBCBA9-CB21-4244-B6DF-BD48B90021F3}" srcId="{9E75F069-2336-463D-A6BE-03BB39858B1E}" destId="{BC06CA79-B829-41FC-A173-3994D78876DB}" srcOrd="9" destOrd="0" parTransId="{EE66DC70-235E-4914-B75A-09BCD7C1EB6A}" sibTransId="{417779A5-FC97-4F6B-8E60-C016328E365E}"/>
    <dgm:cxn modelId="{515E58AE-9F35-4931-AF52-2A823673871C}" srcId="{9E75F069-2336-463D-A6BE-03BB39858B1E}" destId="{8891DB0F-561A-4500-A790-211CECE2C821}" srcOrd="11" destOrd="0" parTransId="{3E53A3D2-62AE-45BB-B524-6CF89A69129C}" sibTransId="{6F9E9D39-AD4A-4924-BD8B-28C51A720E37}"/>
    <dgm:cxn modelId="{ED6DE6B0-1DF8-444E-A356-F660814CD33E}" srcId="{9E75F069-2336-463D-A6BE-03BB39858B1E}" destId="{CC896648-D729-45E8-85EC-D8CFF54E514A}" srcOrd="2" destOrd="0" parTransId="{4CF694F3-C842-468C-8A04-64FFEBFE6E3D}" sibTransId="{A2817FC9-E980-4AEE-994F-F8AF8649515B}"/>
    <dgm:cxn modelId="{A76DF7B3-3E2D-47BD-855C-31112FBD0697}" type="presOf" srcId="{8891DB0F-561A-4500-A790-211CECE2C821}" destId="{F1BB4479-2EAE-4667-9260-2684FE4FA5E3}" srcOrd="0" destOrd="0" presId="urn:microsoft.com/office/officeart/2005/8/layout/process5"/>
    <dgm:cxn modelId="{B2B7EDB5-E905-4F30-BC73-753CADFDFEF5}" type="presOf" srcId="{82E427B3-622D-41C8-A775-C589453BD40B}" destId="{E94CD669-5FB6-4F84-9E2B-35EB7F407FE8}" srcOrd="0" destOrd="0" presId="urn:microsoft.com/office/officeart/2005/8/layout/process5"/>
    <dgm:cxn modelId="{D87512C2-E9B9-44B0-AD27-3ABCFA71F7F9}" srcId="{9E75F069-2336-463D-A6BE-03BB39858B1E}" destId="{82E427B3-622D-41C8-A775-C589453BD40B}" srcOrd="5" destOrd="0" parTransId="{1533AB95-A387-4956-BB19-BAD2EDB3DF69}" sibTransId="{0080CFF7-7B79-4652-98A2-2276793375E1}"/>
    <dgm:cxn modelId="{8B55A0C3-FB6C-4482-A2E4-7E72DD9751F9}" srcId="{9E75F069-2336-463D-A6BE-03BB39858B1E}" destId="{92994F75-CB08-4406-A199-90E17E50B6B6}" srcOrd="7" destOrd="0" parTransId="{E7FF0711-04C0-4981-A836-F492F80E83B4}" sibTransId="{A975B09D-1300-4320-8ECC-9129BF9DACF9}"/>
    <dgm:cxn modelId="{9108B7C4-AECA-49D8-BC71-6F9A4D8897EF}" type="presOf" srcId="{2A39C0FB-1728-4AF4-9CBF-2668126C982E}" destId="{4CFA7467-9033-4CE6-B089-5E67C7D0C0B0}" srcOrd="0" destOrd="0" presId="urn:microsoft.com/office/officeart/2005/8/layout/process5"/>
    <dgm:cxn modelId="{B76837C6-5515-4EAF-8DE8-AF0CBC512BEC}" type="presOf" srcId="{9E75F069-2336-463D-A6BE-03BB39858B1E}" destId="{D937B837-D04C-4ADA-A88B-2CCD4C55DE75}" srcOrd="0" destOrd="0" presId="urn:microsoft.com/office/officeart/2005/8/layout/process5"/>
    <dgm:cxn modelId="{9D680EC7-5A92-4F97-83C5-06A3EDA5E7A9}" type="presOf" srcId="{A975B09D-1300-4320-8ECC-9129BF9DACF9}" destId="{10362915-6677-4D39-AF53-C7CF349B7926}" srcOrd="0" destOrd="0" presId="urn:microsoft.com/office/officeart/2005/8/layout/process5"/>
    <dgm:cxn modelId="{8792D4C9-0435-42C6-95FC-E4EB80855853}" type="presOf" srcId="{B5982050-6C90-4510-BD4C-47212433258F}" destId="{AC1D1287-A542-466F-9BD2-6AAC1381E73C}" srcOrd="0" destOrd="0" presId="urn:microsoft.com/office/officeart/2005/8/layout/process5"/>
    <dgm:cxn modelId="{18AFC9CF-92AB-4A71-AF3E-5E4FBE1EA61A}" srcId="{9E75F069-2336-463D-A6BE-03BB39858B1E}" destId="{28A28ADA-1A19-49A7-9794-442CF173C28A}" srcOrd="13" destOrd="0" parTransId="{18725BF6-CC5B-464A-9C94-C45D24F8FB4F}" sibTransId="{C78896B4-A216-4F5D-99A2-40F138E20250}"/>
    <dgm:cxn modelId="{3AEA4ED3-7108-4EE5-9DA7-795CD22B5534}" type="presOf" srcId="{E7581632-E0D5-4B5F-9CDA-16E5C4CECB7B}" destId="{5F5ECF51-13FC-4B17-86DF-440D16937BC9}" srcOrd="1" destOrd="0" presId="urn:microsoft.com/office/officeart/2005/8/layout/process5"/>
    <dgm:cxn modelId="{6677A2D3-D25D-4F41-9E31-3DAABD4DBAD9}" type="presOf" srcId="{E7581632-E0D5-4B5F-9CDA-16E5C4CECB7B}" destId="{ADC76DF4-BC2A-433D-A556-F8B9545C8C43}" srcOrd="0" destOrd="0" presId="urn:microsoft.com/office/officeart/2005/8/layout/process5"/>
    <dgm:cxn modelId="{8335FDDB-C27C-4313-8441-4B9F1AC6BB7A}" type="presOf" srcId="{462099EE-20BD-40D2-9DD8-308DE6840F4F}" destId="{F0065BA7-37F6-443F-9ADD-4DD40A91788A}" srcOrd="0" destOrd="0" presId="urn:microsoft.com/office/officeart/2005/8/layout/process5"/>
    <dgm:cxn modelId="{9A99DDDD-86A9-4E07-99DE-A8D95F0DDE2B}" type="presOf" srcId="{3A73135D-6076-491E-B738-2F0C05FE41E8}" destId="{57411427-2C1D-4DF9-8964-8367AE06A10E}" srcOrd="1" destOrd="0" presId="urn:microsoft.com/office/officeart/2005/8/layout/process5"/>
    <dgm:cxn modelId="{7542DAE4-9035-4C60-8EEE-1B5A30BD27CB}" srcId="{9E75F069-2336-463D-A6BE-03BB39858B1E}" destId="{B5982050-6C90-4510-BD4C-47212433258F}" srcOrd="10" destOrd="0" parTransId="{6D22864F-F10C-46DA-9BBD-B5C868CAD291}" sibTransId="{3A73135D-6076-491E-B738-2F0C05FE41E8}"/>
    <dgm:cxn modelId="{73510EEC-1086-46A2-969C-91230BD5AA57}" type="presOf" srcId="{A2817FC9-E980-4AEE-994F-F8AF8649515B}" destId="{AE6A626F-7C90-4549-8552-290628057641}" srcOrd="1" destOrd="0" presId="urn:microsoft.com/office/officeart/2005/8/layout/process5"/>
    <dgm:cxn modelId="{70AF75EC-D540-4F2D-B2D3-C435CE141251}" srcId="{9E75F069-2336-463D-A6BE-03BB39858B1E}" destId="{44B1BF5B-2F2B-4FCE-8895-E92BC227A3E1}" srcOrd="0" destOrd="0" parTransId="{892293B5-F3F1-4285-97F3-3A434ECC71BB}" sibTransId="{7A314F58-A076-4E28-A2ED-553874C20506}"/>
    <dgm:cxn modelId="{3421D2ED-6DD1-4F91-9BA8-2AD822BD4AAF}" type="presOf" srcId="{A975B09D-1300-4320-8ECC-9129BF9DACF9}" destId="{3DA6ABD3-0D26-4223-B5A2-A75E794E7952}" srcOrd="1" destOrd="0" presId="urn:microsoft.com/office/officeart/2005/8/layout/process5"/>
    <dgm:cxn modelId="{9E5217EE-80C0-4805-B55B-3D64CF858009}" type="presOf" srcId="{2A39C0FB-1728-4AF4-9CBF-2668126C982E}" destId="{4874E505-2782-4021-8CFC-240929AD2E3B}" srcOrd="1" destOrd="0" presId="urn:microsoft.com/office/officeart/2005/8/layout/process5"/>
    <dgm:cxn modelId="{32CA38FE-8278-4B33-965A-840A02D66424}" type="presOf" srcId="{BC06CA79-B829-41FC-A173-3994D78876DB}" destId="{6A6A6E8C-2A52-45A0-9FAD-503681E0EC4D}" srcOrd="0" destOrd="0" presId="urn:microsoft.com/office/officeart/2005/8/layout/process5"/>
    <dgm:cxn modelId="{03DCDFFE-309B-4A03-950E-B0FF369EA247}" type="presOf" srcId="{7A314F58-A076-4E28-A2ED-553874C20506}" destId="{323B70D9-DD30-4129-BE03-D4ADF082F3FD}" srcOrd="0" destOrd="0" presId="urn:microsoft.com/office/officeart/2005/8/layout/process5"/>
    <dgm:cxn modelId="{034EDBFF-7048-4BC7-B11B-4D6D4B57C812}" type="presOf" srcId="{7A314F58-A076-4E28-A2ED-553874C20506}" destId="{D75FA64C-2806-4677-8CCC-1FD62A8B76C1}" srcOrd="1" destOrd="0" presId="urn:microsoft.com/office/officeart/2005/8/layout/process5"/>
    <dgm:cxn modelId="{35A22FED-C712-45D8-890B-B85A642223AF}" type="presParOf" srcId="{D937B837-D04C-4ADA-A88B-2CCD4C55DE75}" destId="{7526840F-E834-42D8-929C-64E56F51ABAB}" srcOrd="0" destOrd="0" presId="urn:microsoft.com/office/officeart/2005/8/layout/process5"/>
    <dgm:cxn modelId="{14B0EE08-44E2-45F8-9F17-4E73C26310BC}" type="presParOf" srcId="{D937B837-D04C-4ADA-A88B-2CCD4C55DE75}" destId="{323B70D9-DD30-4129-BE03-D4ADF082F3FD}" srcOrd="1" destOrd="0" presId="urn:microsoft.com/office/officeart/2005/8/layout/process5"/>
    <dgm:cxn modelId="{236D6204-7F4B-4FCE-BA4D-B653DAE21AA3}" type="presParOf" srcId="{323B70D9-DD30-4129-BE03-D4ADF082F3FD}" destId="{D75FA64C-2806-4677-8CCC-1FD62A8B76C1}" srcOrd="0" destOrd="0" presId="urn:microsoft.com/office/officeart/2005/8/layout/process5"/>
    <dgm:cxn modelId="{FB8C205F-9DBF-4F16-BA28-328A237A09D5}" type="presParOf" srcId="{D937B837-D04C-4ADA-A88B-2CCD4C55DE75}" destId="{F0065BA7-37F6-443F-9ADD-4DD40A91788A}" srcOrd="2" destOrd="0" presId="urn:microsoft.com/office/officeart/2005/8/layout/process5"/>
    <dgm:cxn modelId="{CEFE406B-F606-4A3E-9C10-40D8C6C1D630}" type="presParOf" srcId="{D937B837-D04C-4ADA-A88B-2CCD4C55DE75}" destId="{ADC76DF4-BC2A-433D-A556-F8B9545C8C43}" srcOrd="3" destOrd="0" presId="urn:microsoft.com/office/officeart/2005/8/layout/process5"/>
    <dgm:cxn modelId="{255F3C85-AB6B-481F-B77F-4FE7DA4A91F5}" type="presParOf" srcId="{ADC76DF4-BC2A-433D-A556-F8B9545C8C43}" destId="{5F5ECF51-13FC-4B17-86DF-440D16937BC9}" srcOrd="0" destOrd="0" presId="urn:microsoft.com/office/officeart/2005/8/layout/process5"/>
    <dgm:cxn modelId="{B1A87B9F-8018-4E6A-9E8E-7FBCA4D73CF6}" type="presParOf" srcId="{D937B837-D04C-4ADA-A88B-2CCD4C55DE75}" destId="{D4745C2B-D251-4338-B225-FC34553C553A}" srcOrd="4" destOrd="0" presId="urn:microsoft.com/office/officeart/2005/8/layout/process5"/>
    <dgm:cxn modelId="{A1F1C0E4-1D84-4759-927F-EF32939DC60E}" type="presParOf" srcId="{D937B837-D04C-4ADA-A88B-2CCD4C55DE75}" destId="{995BC792-57EA-4854-8ED9-D3AABA72B609}" srcOrd="5" destOrd="0" presId="urn:microsoft.com/office/officeart/2005/8/layout/process5"/>
    <dgm:cxn modelId="{31A548E2-B791-4A42-B847-5E8DB264B74C}" type="presParOf" srcId="{995BC792-57EA-4854-8ED9-D3AABA72B609}" destId="{AE6A626F-7C90-4549-8552-290628057641}" srcOrd="0" destOrd="0" presId="urn:microsoft.com/office/officeart/2005/8/layout/process5"/>
    <dgm:cxn modelId="{E4AB5A6F-134E-48CD-8E96-66C7779DB3F8}" type="presParOf" srcId="{D937B837-D04C-4ADA-A88B-2CCD4C55DE75}" destId="{4FEE62AA-3F1F-4D1F-8CD9-A353B0D90FDA}" srcOrd="6" destOrd="0" presId="urn:microsoft.com/office/officeart/2005/8/layout/process5"/>
    <dgm:cxn modelId="{5F9E8659-B570-4F5E-9DE8-E61D96217031}" type="presParOf" srcId="{D937B837-D04C-4ADA-A88B-2CCD4C55DE75}" destId="{EDFB1A3F-1696-4C0F-B65F-FBF0DBF96CF8}" srcOrd="7" destOrd="0" presId="urn:microsoft.com/office/officeart/2005/8/layout/process5"/>
    <dgm:cxn modelId="{CB89F872-6EDB-4EDB-9CFD-24EC7A5564F0}" type="presParOf" srcId="{EDFB1A3F-1696-4C0F-B65F-FBF0DBF96CF8}" destId="{7CF59BB0-7700-40EE-A14F-D4D17D8B9D92}" srcOrd="0" destOrd="0" presId="urn:microsoft.com/office/officeart/2005/8/layout/process5"/>
    <dgm:cxn modelId="{5C644379-C257-46E3-9E3A-C24B29123DCC}" type="presParOf" srcId="{D937B837-D04C-4ADA-A88B-2CCD4C55DE75}" destId="{498F34E7-0925-4D17-8997-42600FF84D8F}" srcOrd="8" destOrd="0" presId="urn:microsoft.com/office/officeart/2005/8/layout/process5"/>
    <dgm:cxn modelId="{66826FB6-3ABA-4F68-8549-CFCF357D7044}" type="presParOf" srcId="{D937B837-D04C-4ADA-A88B-2CCD4C55DE75}" destId="{BE60E028-5B68-42ED-8FA0-FA4DDEE5C8E3}" srcOrd="9" destOrd="0" presId="urn:microsoft.com/office/officeart/2005/8/layout/process5"/>
    <dgm:cxn modelId="{172036DD-A475-441E-B817-0D3B2245D9B1}" type="presParOf" srcId="{BE60E028-5B68-42ED-8FA0-FA4DDEE5C8E3}" destId="{A023F789-D0C1-4181-AF2F-CBB1D8795775}" srcOrd="0" destOrd="0" presId="urn:microsoft.com/office/officeart/2005/8/layout/process5"/>
    <dgm:cxn modelId="{A61F4A63-EBD1-4C42-AD07-5AAC0917E663}" type="presParOf" srcId="{D937B837-D04C-4ADA-A88B-2CCD4C55DE75}" destId="{E94CD669-5FB6-4F84-9E2B-35EB7F407FE8}" srcOrd="10" destOrd="0" presId="urn:microsoft.com/office/officeart/2005/8/layout/process5"/>
    <dgm:cxn modelId="{21573EA7-D4BD-4E15-97B7-3B53AFDF4893}" type="presParOf" srcId="{D937B837-D04C-4ADA-A88B-2CCD4C55DE75}" destId="{BB066A12-C972-4406-A420-507B753BB53C}" srcOrd="11" destOrd="0" presId="urn:microsoft.com/office/officeart/2005/8/layout/process5"/>
    <dgm:cxn modelId="{CB0F5CC1-E8FE-4C29-B88D-59E4F87D695D}" type="presParOf" srcId="{BB066A12-C972-4406-A420-507B753BB53C}" destId="{BF482D3D-D9AE-42FB-83A5-5A3A9C8B1DC3}" srcOrd="0" destOrd="0" presId="urn:microsoft.com/office/officeart/2005/8/layout/process5"/>
    <dgm:cxn modelId="{678CEFB0-8634-4504-B182-8498E5F6C3EE}" type="presParOf" srcId="{D937B837-D04C-4ADA-A88B-2CCD4C55DE75}" destId="{0D054251-3619-4218-913E-C7E6464EB90B}" srcOrd="12" destOrd="0" presId="urn:microsoft.com/office/officeart/2005/8/layout/process5"/>
    <dgm:cxn modelId="{C92E6ED7-B836-4F0A-BFA5-6F32D8326E8A}" type="presParOf" srcId="{D937B837-D04C-4ADA-A88B-2CCD4C55DE75}" destId="{4CFA7467-9033-4CE6-B089-5E67C7D0C0B0}" srcOrd="13" destOrd="0" presId="urn:microsoft.com/office/officeart/2005/8/layout/process5"/>
    <dgm:cxn modelId="{8E823BFB-3530-4C20-BE38-BA68EB09DC35}" type="presParOf" srcId="{4CFA7467-9033-4CE6-B089-5E67C7D0C0B0}" destId="{4874E505-2782-4021-8CFC-240929AD2E3B}" srcOrd="0" destOrd="0" presId="urn:microsoft.com/office/officeart/2005/8/layout/process5"/>
    <dgm:cxn modelId="{D32B48D6-D86B-4D92-A135-252FA1D110C6}" type="presParOf" srcId="{D937B837-D04C-4ADA-A88B-2CCD4C55DE75}" destId="{A573154A-CDC7-458E-9CE4-C903168AD616}" srcOrd="14" destOrd="0" presId="urn:microsoft.com/office/officeart/2005/8/layout/process5"/>
    <dgm:cxn modelId="{38485E2A-B154-4087-BACC-04AD6449BC9E}" type="presParOf" srcId="{D937B837-D04C-4ADA-A88B-2CCD4C55DE75}" destId="{10362915-6677-4D39-AF53-C7CF349B7926}" srcOrd="15" destOrd="0" presId="urn:microsoft.com/office/officeart/2005/8/layout/process5"/>
    <dgm:cxn modelId="{9BBF0445-9065-40A4-AA5A-63FE69C5CB50}" type="presParOf" srcId="{10362915-6677-4D39-AF53-C7CF349B7926}" destId="{3DA6ABD3-0D26-4223-B5A2-A75E794E7952}" srcOrd="0" destOrd="0" presId="urn:microsoft.com/office/officeart/2005/8/layout/process5"/>
    <dgm:cxn modelId="{F765FDD9-8D7F-425C-9C93-004ADB5BE744}" type="presParOf" srcId="{D937B837-D04C-4ADA-A88B-2CCD4C55DE75}" destId="{D06F3D76-9AF6-40B9-8449-6A78ABD98F36}" srcOrd="16" destOrd="0" presId="urn:microsoft.com/office/officeart/2005/8/layout/process5"/>
    <dgm:cxn modelId="{048B8B4C-5EF0-47DA-97D1-528D71BBC97B}" type="presParOf" srcId="{D937B837-D04C-4ADA-A88B-2CCD4C55DE75}" destId="{A3534BE9-DF09-4120-AB1B-1976070E5D80}" srcOrd="17" destOrd="0" presId="urn:microsoft.com/office/officeart/2005/8/layout/process5"/>
    <dgm:cxn modelId="{B0B03C89-81B6-412A-A4F0-313EBFC35B3C}" type="presParOf" srcId="{A3534BE9-DF09-4120-AB1B-1976070E5D80}" destId="{65EE3B1E-4414-4149-ABEA-38A3DE3C086E}" srcOrd="0" destOrd="0" presId="urn:microsoft.com/office/officeart/2005/8/layout/process5"/>
    <dgm:cxn modelId="{E18EBE17-42BF-49B0-BB37-BF78AA25DDB3}" type="presParOf" srcId="{D937B837-D04C-4ADA-A88B-2CCD4C55DE75}" destId="{6A6A6E8C-2A52-45A0-9FAD-503681E0EC4D}" srcOrd="18" destOrd="0" presId="urn:microsoft.com/office/officeart/2005/8/layout/process5"/>
    <dgm:cxn modelId="{02E250F3-D6A7-490A-A48E-BB561134C656}" type="presParOf" srcId="{D937B837-D04C-4ADA-A88B-2CCD4C55DE75}" destId="{63AFBEE2-617A-4E68-996F-1118C0EFB9B3}" srcOrd="19" destOrd="0" presId="urn:microsoft.com/office/officeart/2005/8/layout/process5"/>
    <dgm:cxn modelId="{FFD6F2FA-A71E-4213-81CE-DE3A1D2992A0}" type="presParOf" srcId="{63AFBEE2-617A-4E68-996F-1118C0EFB9B3}" destId="{2C04CB00-F84F-47F9-8BE7-B558F12E9B57}" srcOrd="0" destOrd="0" presId="urn:microsoft.com/office/officeart/2005/8/layout/process5"/>
    <dgm:cxn modelId="{3D3865D9-D2C4-4723-806E-C6DACC87EFFF}" type="presParOf" srcId="{D937B837-D04C-4ADA-A88B-2CCD4C55DE75}" destId="{AC1D1287-A542-466F-9BD2-6AAC1381E73C}" srcOrd="20" destOrd="0" presId="urn:microsoft.com/office/officeart/2005/8/layout/process5"/>
    <dgm:cxn modelId="{598CE8DD-75F1-4870-A013-319DB62D8DBD}" type="presParOf" srcId="{D937B837-D04C-4ADA-A88B-2CCD4C55DE75}" destId="{C7ADC7B0-600D-4080-B71B-E8775FDB8D51}" srcOrd="21" destOrd="0" presId="urn:microsoft.com/office/officeart/2005/8/layout/process5"/>
    <dgm:cxn modelId="{E76C0D11-BE6C-414F-9D93-A7391C99E72E}" type="presParOf" srcId="{C7ADC7B0-600D-4080-B71B-E8775FDB8D51}" destId="{57411427-2C1D-4DF9-8964-8367AE06A10E}" srcOrd="0" destOrd="0" presId="urn:microsoft.com/office/officeart/2005/8/layout/process5"/>
    <dgm:cxn modelId="{10008EAC-716C-4C40-BA6D-D7923A124A4D}" type="presParOf" srcId="{D937B837-D04C-4ADA-A88B-2CCD4C55DE75}" destId="{F1BB4479-2EAE-4667-9260-2684FE4FA5E3}" srcOrd="22" destOrd="0" presId="urn:microsoft.com/office/officeart/2005/8/layout/process5"/>
    <dgm:cxn modelId="{8DCDC80A-EF25-4BEB-9B6B-6B86E00E97CD}" type="presParOf" srcId="{D937B837-D04C-4ADA-A88B-2CCD4C55DE75}" destId="{3172A2B6-35E9-48D4-8C90-0F66E849D11A}" srcOrd="23" destOrd="0" presId="urn:microsoft.com/office/officeart/2005/8/layout/process5"/>
    <dgm:cxn modelId="{CC742906-A4E9-4C90-A97C-0D4061165CFE}" type="presParOf" srcId="{3172A2B6-35E9-48D4-8C90-0F66E849D11A}" destId="{D966B38C-F644-4A4B-8988-36235BFF16B8}" srcOrd="0" destOrd="0" presId="urn:microsoft.com/office/officeart/2005/8/layout/process5"/>
    <dgm:cxn modelId="{B47C5A52-91E0-46F5-91DA-C247D90CE965}" type="presParOf" srcId="{D937B837-D04C-4ADA-A88B-2CCD4C55DE75}" destId="{A4B33763-8AA8-40F8-B1BC-8DEA4FEB71A1}" srcOrd="24" destOrd="0" presId="urn:microsoft.com/office/officeart/2005/8/layout/process5"/>
    <dgm:cxn modelId="{9483AA5C-E94C-43B7-84EF-FEBB34933A0E}" type="presParOf" srcId="{D937B837-D04C-4ADA-A88B-2CCD4C55DE75}" destId="{AD0C01F1-C6B2-4568-9551-7E4D28DD3D79}" srcOrd="25" destOrd="0" presId="urn:microsoft.com/office/officeart/2005/8/layout/process5"/>
    <dgm:cxn modelId="{07A16B43-3C69-47CD-82A8-BA8B61BE1E16}" type="presParOf" srcId="{AD0C01F1-C6B2-4568-9551-7E4D28DD3D79}" destId="{6BA3E1B3-0549-4D68-8BD0-84CA1BCACE98}" srcOrd="0" destOrd="0" presId="urn:microsoft.com/office/officeart/2005/8/layout/process5"/>
    <dgm:cxn modelId="{DFFA1232-B8CE-4B23-8881-97D590C3EBFE}" type="presParOf" srcId="{D937B837-D04C-4ADA-A88B-2CCD4C55DE75}" destId="{1BEFA18D-2060-47C7-AB22-7E9EA04DD808}" srcOrd="2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6840F-E834-42D8-929C-64E56F51ABAB}">
      <dsp:nvSpPr>
        <dsp:cNvPr id="0" name=""/>
        <dsp:cNvSpPr/>
      </dsp:nvSpPr>
      <dsp:spPr>
        <a:xfrm>
          <a:off x="6562724" y="73434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Advise</a:t>
          </a:r>
          <a:r>
            <a:rPr lang="en-US" sz="1100" kern="1200" baseline="0"/>
            <a:t> the client the plan will need UM approval.</a:t>
          </a:r>
          <a:endParaRPr lang="en-US" sz="1100" kern="1200"/>
        </a:p>
      </dsp:txBody>
      <dsp:txXfrm>
        <a:off x="6590168" y="100878"/>
        <a:ext cx="1506815" cy="882133"/>
      </dsp:txXfrm>
    </dsp:sp>
    <dsp:sp modelId="{323B70D9-DD30-4129-BE03-D4ADF082F3FD}">
      <dsp:nvSpPr>
        <dsp:cNvPr id="0" name=""/>
        <dsp:cNvSpPr/>
      </dsp:nvSpPr>
      <dsp:spPr>
        <a:xfrm rot="10800000">
          <a:off x="6094214" y="348294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6193538" y="425754"/>
        <a:ext cx="231757" cy="232382"/>
      </dsp:txXfrm>
    </dsp:sp>
    <dsp:sp modelId="{F0065BA7-37F6-443F-9ADD-4DD40A91788A}">
      <dsp:nvSpPr>
        <dsp:cNvPr id="0" name=""/>
        <dsp:cNvSpPr/>
      </dsp:nvSpPr>
      <dsp:spPr>
        <a:xfrm>
          <a:off x="4376340" y="73434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Plan consist of 50% drafts for 6 months and extend program by 3 months to accommodate</a:t>
          </a:r>
        </a:p>
      </dsp:txBody>
      <dsp:txXfrm>
        <a:off x="4403784" y="100878"/>
        <a:ext cx="1506815" cy="882133"/>
      </dsp:txXfrm>
    </dsp:sp>
    <dsp:sp modelId="{ADC76DF4-BC2A-433D-A556-F8B9545C8C43}">
      <dsp:nvSpPr>
        <dsp:cNvPr id="0" name=""/>
        <dsp:cNvSpPr/>
      </dsp:nvSpPr>
      <dsp:spPr>
        <a:xfrm rot="10800000">
          <a:off x="3907829" y="348294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4007153" y="425754"/>
        <a:ext cx="231757" cy="232382"/>
      </dsp:txXfrm>
    </dsp:sp>
    <dsp:sp modelId="{D4745C2B-D251-4338-B225-FC34553C553A}">
      <dsp:nvSpPr>
        <dsp:cNvPr id="0" name=""/>
        <dsp:cNvSpPr/>
      </dsp:nvSpPr>
      <dsp:spPr>
        <a:xfrm>
          <a:off x="2189956" y="73434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Advise that you will seek UMA for their Hardship Plan request and will be in contact within 2 business days to advise</a:t>
          </a:r>
        </a:p>
      </dsp:txBody>
      <dsp:txXfrm>
        <a:off x="2217400" y="100878"/>
        <a:ext cx="1506815" cy="882133"/>
      </dsp:txXfrm>
    </dsp:sp>
    <dsp:sp modelId="{995BC792-57EA-4854-8ED9-D3AABA72B609}">
      <dsp:nvSpPr>
        <dsp:cNvPr id="0" name=""/>
        <dsp:cNvSpPr/>
      </dsp:nvSpPr>
      <dsp:spPr>
        <a:xfrm rot="10800000">
          <a:off x="1721445" y="348294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1820769" y="425754"/>
        <a:ext cx="231757" cy="232382"/>
      </dsp:txXfrm>
    </dsp:sp>
    <dsp:sp modelId="{4FEE62AA-3F1F-4D1F-8CD9-A353B0D90FDA}">
      <dsp:nvSpPr>
        <dsp:cNvPr id="0" name=""/>
        <dsp:cNvSpPr/>
      </dsp:nvSpPr>
      <dsp:spPr>
        <a:xfrm>
          <a:off x="3571" y="73434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100" kern="1200"/>
            <a:t>Prepare an email to your UM and CC your TL</a:t>
          </a:r>
        </a:p>
      </dsp:txBody>
      <dsp:txXfrm>
        <a:off x="31015" y="100878"/>
        <a:ext cx="1506815" cy="882133"/>
      </dsp:txXfrm>
    </dsp:sp>
    <dsp:sp modelId="{EDFB1A3F-1696-4C0F-B65F-FBF0DBF96CF8}">
      <dsp:nvSpPr>
        <dsp:cNvPr id="0" name=""/>
        <dsp:cNvSpPr/>
      </dsp:nvSpPr>
      <dsp:spPr>
        <a:xfrm rot="5400000">
          <a:off x="618882" y="111977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668232" y="1147885"/>
        <a:ext cx="232382" cy="231757"/>
      </dsp:txXfrm>
    </dsp:sp>
    <dsp:sp modelId="{498F34E7-0925-4D17-8997-42600FF84D8F}">
      <dsp:nvSpPr>
        <dsp:cNvPr id="0" name=""/>
        <dsp:cNvSpPr/>
      </dsp:nvSpPr>
      <dsp:spPr>
        <a:xfrm>
          <a:off x="3571" y="1635137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Subject: (Client name) UMA - Hardship Plan”</a:t>
          </a:r>
        </a:p>
      </dsp:txBody>
      <dsp:txXfrm>
        <a:off x="31015" y="1662581"/>
        <a:ext cx="1506815" cy="882133"/>
      </dsp:txXfrm>
    </dsp:sp>
    <dsp:sp modelId="{BE60E028-5B68-42ED-8FA0-FA4DDEE5C8E3}">
      <dsp:nvSpPr>
        <dsp:cNvPr id="0" name=""/>
        <dsp:cNvSpPr/>
      </dsp:nvSpPr>
      <dsp:spPr>
        <a:xfrm>
          <a:off x="1702704" y="1909997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702704" y="1987457"/>
        <a:ext cx="231757" cy="232382"/>
      </dsp:txXfrm>
    </dsp:sp>
    <dsp:sp modelId="{E94CD669-5FB6-4F84-9E2B-35EB7F407FE8}">
      <dsp:nvSpPr>
        <dsp:cNvPr id="0" name=""/>
        <dsp:cNvSpPr/>
      </dsp:nvSpPr>
      <dsp:spPr>
        <a:xfrm>
          <a:off x="2189956" y="1635137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endParaRPr lang="en-US" sz="1200" kern="1200"/>
        </a:p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kern="1200"/>
            <a:t>Fill Out</a:t>
          </a:r>
          <a:r>
            <a:rPr lang="en-US" sz="1200" kern="1200">
              <a:hlinkClick xmlns:r="http://schemas.openxmlformats.org/officeDocument/2006/relationships" r:id="rId1"/>
            </a:rPr>
            <a:t> </a:t>
          </a:r>
          <a:r>
            <a:rPr lang="en-US" sz="1200" kern="1200">
              <a:solidFill>
                <a:schemeClr val="tx1"/>
              </a:solidFill>
              <a:hlinkClick xmlns:r="http://schemas.openxmlformats.org/officeDocument/2006/relationships" r:id="rId1"/>
            </a:rPr>
            <a:t>UMA Format</a:t>
          </a:r>
          <a:r>
            <a:rPr lang="en-US" sz="1200" kern="1200">
              <a:solidFill>
                <a:schemeClr val="tx1"/>
              </a:solidFill>
              <a:latin typeface="Calibri Light" panose="020F0302020204030204"/>
            </a:rPr>
            <a:t> </a:t>
          </a:r>
          <a:r>
            <a:rPr lang="en-US" sz="1200" kern="1200">
              <a:solidFill>
                <a:schemeClr val="bg1"/>
              </a:solidFill>
            </a:rPr>
            <a:t> for the body of the email</a:t>
          </a:r>
          <a:endParaRPr lang="en-US" sz="1200" kern="1200"/>
        </a:p>
      </dsp:txBody>
      <dsp:txXfrm>
        <a:off x="2217400" y="1662581"/>
        <a:ext cx="1506815" cy="882133"/>
      </dsp:txXfrm>
    </dsp:sp>
    <dsp:sp modelId="{BB066A12-C972-4406-A420-507B753BB53C}">
      <dsp:nvSpPr>
        <dsp:cNvPr id="0" name=""/>
        <dsp:cNvSpPr/>
      </dsp:nvSpPr>
      <dsp:spPr>
        <a:xfrm>
          <a:off x="3889089" y="1909997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889089" y="1987457"/>
        <a:ext cx="231757" cy="232382"/>
      </dsp:txXfrm>
    </dsp:sp>
    <dsp:sp modelId="{0D054251-3619-4218-913E-C7E6464EB90B}">
      <dsp:nvSpPr>
        <dsp:cNvPr id="0" name=""/>
        <dsp:cNvSpPr/>
      </dsp:nvSpPr>
      <dsp:spPr>
        <a:xfrm>
          <a:off x="4376340" y="1635137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403784" y="1662581"/>
        <a:ext cx="1506815" cy="882133"/>
      </dsp:txXfrm>
    </dsp:sp>
    <dsp:sp modelId="{4CFA7467-9033-4CE6-B089-5E67C7D0C0B0}">
      <dsp:nvSpPr>
        <dsp:cNvPr id="0" name=""/>
        <dsp:cNvSpPr/>
      </dsp:nvSpPr>
      <dsp:spPr>
        <a:xfrm>
          <a:off x="6075473" y="1909997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075473" y="1987457"/>
        <a:ext cx="231757" cy="232382"/>
      </dsp:txXfrm>
    </dsp:sp>
    <dsp:sp modelId="{A573154A-CDC7-458E-9CE4-C903168AD616}">
      <dsp:nvSpPr>
        <dsp:cNvPr id="0" name=""/>
        <dsp:cNvSpPr/>
      </dsp:nvSpPr>
      <dsp:spPr>
        <a:xfrm>
          <a:off x="6562724" y="1635137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>
              <a:solidFill>
                <a:schemeClr val="bg1"/>
              </a:solidFill>
            </a:rPr>
            <a:t>Include client’s QB link</a:t>
          </a:r>
          <a:endParaRPr lang="en-US" sz="1100" kern="1200"/>
        </a:p>
      </dsp:txBody>
      <dsp:txXfrm>
        <a:off x="6590168" y="1662581"/>
        <a:ext cx="1506815" cy="882133"/>
      </dsp:txXfrm>
    </dsp:sp>
    <dsp:sp modelId="{10362915-6677-4D39-AF53-C7CF349B7926}">
      <dsp:nvSpPr>
        <dsp:cNvPr id="0" name=""/>
        <dsp:cNvSpPr/>
      </dsp:nvSpPr>
      <dsp:spPr>
        <a:xfrm rot="5400000">
          <a:off x="7178036" y="2681479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227386" y="2709589"/>
        <a:ext cx="232382" cy="231757"/>
      </dsp:txXfrm>
    </dsp:sp>
    <dsp:sp modelId="{D06F3D76-9AF6-40B9-8449-6A78ABD98F36}">
      <dsp:nvSpPr>
        <dsp:cNvPr id="0" name=""/>
        <dsp:cNvSpPr/>
      </dsp:nvSpPr>
      <dsp:spPr>
        <a:xfrm>
          <a:off x="6562724" y="3196841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chemeClr val="bg1"/>
              </a:solidFill>
            </a:rPr>
            <a:t>Include the client’s new hardship in detail </a:t>
          </a:r>
          <a:endParaRPr lang="en-US" sz="1200" kern="1200"/>
        </a:p>
      </dsp:txBody>
      <dsp:txXfrm>
        <a:off x="6590168" y="3224285"/>
        <a:ext cx="1506815" cy="882133"/>
      </dsp:txXfrm>
    </dsp:sp>
    <dsp:sp modelId="{A3534BE9-DF09-4120-AB1B-1976070E5D80}">
      <dsp:nvSpPr>
        <dsp:cNvPr id="0" name=""/>
        <dsp:cNvSpPr/>
      </dsp:nvSpPr>
      <dsp:spPr>
        <a:xfrm rot="10800000">
          <a:off x="6094214" y="3471700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6193538" y="3549160"/>
        <a:ext cx="231757" cy="232382"/>
      </dsp:txXfrm>
    </dsp:sp>
    <dsp:sp modelId="{6A6A6E8C-2A52-45A0-9FAD-503681E0EC4D}">
      <dsp:nvSpPr>
        <dsp:cNvPr id="0" name=""/>
        <dsp:cNvSpPr/>
      </dsp:nvSpPr>
      <dsp:spPr>
        <a:xfrm>
          <a:off x="4376340" y="3196841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chemeClr val="bg1"/>
              </a:solidFill>
            </a:rPr>
            <a:t>Advise client is seeking our Hardship plan</a:t>
          </a:r>
          <a:endParaRPr lang="en-US" sz="1200" kern="1200"/>
        </a:p>
      </dsp:txBody>
      <dsp:txXfrm>
        <a:off x="4403784" y="3224285"/>
        <a:ext cx="1506815" cy="882133"/>
      </dsp:txXfrm>
    </dsp:sp>
    <dsp:sp modelId="{63AFBEE2-617A-4E68-996F-1118C0EFB9B3}">
      <dsp:nvSpPr>
        <dsp:cNvPr id="0" name=""/>
        <dsp:cNvSpPr/>
      </dsp:nvSpPr>
      <dsp:spPr>
        <a:xfrm rot="10800000">
          <a:off x="3907829" y="3471700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4007153" y="3549160"/>
        <a:ext cx="231757" cy="232382"/>
      </dsp:txXfrm>
    </dsp:sp>
    <dsp:sp modelId="{AC1D1287-A542-466F-9BD2-6AAC1381E73C}">
      <dsp:nvSpPr>
        <dsp:cNvPr id="0" name=""/>
        <dsp:cNvSpPr/>
      </dsp:nvSpPr>
      <dsp:spPr>
        <a:xfrm>
          <a:off x="2189956" y="3196841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100" kern="1200">
              <a:solidFill>
                <a:schemeClr val="bg1"/>
              </a:solidFill>
            </a:rPr>
            <a:t>If the request is approved </a:t>
          </a:r>
          <a:r>
            <a:rPr lang="en-US" sz="1100" kern="1200"/>
            <a:t>Call the client to advise and confirm that they would like to proceed with the Hardship Plan</a:t>
          </a:r>
          <a:endParaRPr lang="en-US" sz="1100" kern="1200">
            <a:solidFill>
              <a:schemeClr val="bg1"/>
            </a:solidFill>
          </a:endParaRPr>
        </a:p>
      </dsp:txBody>
      <dsp:txXfrm>
        <a:off x="2217400" y="3224285"/>
        <a:ext cx="1506815" cy="882133"/>
      </dsp:txXfrm>
    </dsp:sp>
    <dsp:sp modelId="{C7ADC7B0-600D-4080-B71B-E8775FDB8D51}">
      <dsp:nvSpPr>
        <dsp:cNvPr id="0" name=""/>
        <dsp:cNvSpPr/>
      </dsp:nvSpPr>
      <dsp:spPr>
        <a:xfrm rot="8584237">
          <a:off x="1614543" y="4325367"/>
          <a:ext cx="618439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1719079" y="4367921"/>
        <a:ext cx="502248" cy="232382"/>
      </dsp:txXfrm>
    </dsp:sp>
    <dsp:sp modelId="{F1BB4479-2EAE-4667-9260-2684FE4FA5E3}">
      <dsp:nvSpPr>
        <dsp:cNvPr id="0" name=""/>
        <dsp:cNvSpPr/>
      </dsp:nvSpPr>
      <dsp:spPr>
        <a:xfrm>
          <a:off x="0" y="4831979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100" kern="1200"/>
            <a:t>If the request is denied, call the client to advise and inquire how they would like to proceed</a:t>
          </a:r>
        </a:p>
      </dsp:txBody>
      <dsp:txXfrm>
        <a:off x="27444" y="4859423"/>
        <a:ext cx="1506815" cy="882133"/>
      </dsp:txXfrm>
    </dsp:sp>
    <dsp:sp modelId="{3172A2B6-35E9-48D4-8C90-0F66E849D11A}">
      <dsp:nvSpPr>
        <dsp:cNvPr id="0" name=""/>
        <dsp:cNvSpPr/>
      </dsp:nvSpPr>
      <dsp:spPr>
        <a:xfrm rot="1953525">
          <a:off x="788847" y="4329162"/>
          <a:ext cx="0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788847" y="4406622"/>
        <a:ext cx="1" cy="232382"/>
      </dsp:txXfrm>
    </dsp:sp>
    <dsp:sp modelId="{A4B33763-8AA8-40F8-B1BC-8DEA4FEB71A1}">
      <dsp:nvSpPr>
        <dsp:cNvPr id="0" name=""/>
        <dsp:cNvSpPr/>
      </dsp:nvSpPr>
      <dsp:spPr>
        <a:xfrm>
          <a:off x="0" y="4831979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100" kern="1200"/>
            <a:t>Once confirmed, update the </a:t>
          </a:r>
          <a:r>
            <a:rPr lang="en-US" sz="1100" i="1" kern="1200"/>
            <a:t>Calculator</a:t>
          </a:r>
          <a:r>
            <a:rPr lang="en-US" sz="1100" kern="1200"/>
            <a:t> to match the approved terms</a:t>
          </a:r>
          <a:endParaRPr lang="en-US" sz="1100" kern="1200">
            <a:solidFill>
              <a:schemeClr val="bg1"/>
            </a:solidFill>
          </a:endParaRPr>
        </a:p>
      </dsp:txBody>
      <dsp:txXfrm>
        <a:off x="27444" y="4859423"/>
        <a:ext cx="1506815" cy="882133"/>
      </dsp:txXfrm>
    </dsp:sp>
    <dsp:sp modelId="{AD0C01F1-C6B2-4568-9551-7E4D28DD3D79}">
      <dsp:nvSpPr>
        <dsp:cNvPr id="0" name=""/>
        <dsp:cNvSpPr/>
      </dsp:nvSpPr>
      <dsp:spPr>
        <a:xfrm rot="346">
          <a:off x="1736872" y="5043468"/>
          <a:ext cx="389770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736872" y="5120922"/>
        <a:ext cx="273579" cy="232382"/>
      </dsp:txXfrm>
    </dsp:sp>
    <dsp:sp modelId="{1BEFA18D-2060-47C7-AB22-7E9EA04DD808}">
      <dsp:nvSpPr>
        <dsp:cNvPr id="0" name=""/>
        <dsp:cNvSpPr/>
      </dsp:nvSpPr>
      <dsp:spPr>
        <a:xfrm>
          <a:off x="2294590" y="4641201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100" kern="1200"/>
            <a:t>Create an </a:t>
          </a:r>
          <a:r>
            <a:rPr lang="en-US" sz="1100" i="1" kern="1200"/>
            <a:t>Alert</a:t>
          </a:r>
          <a:r>
            <a:rPr lang="en-US" sz="1100" kern="1200"/>
            <a:t> on the clients account “Hardship Plan reducing client’s regular drafts by 50% in affect from (start date) to (end date)”</a:t>
          </a:r>
          <a:endParaRPr lang="en-US" sz="1100" kern="1200">
            <a:solidFill>
              <a:schemeClr val="bg1"/>
            </a:solidFill>
          </a:endParaRPr>
        </a:p>
      </dsp:txBody>
      <dsp:txXfrm>
        <a:off x="2322034" y="4668645"/>
        <a:ext cx="1506815" cy="882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4A7C-D95E-4327-8215-E2FEF6E0F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6A7A03-3C8F-4438-9C2F-6A36168CD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49B57-B548-4558-8641-215A3667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1C656-6DF0-4D88-A771-BDE25605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563F3-DDE6-4A0C-8034-BEDB18A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921B-D562-4BA8-8FD3-E56642E6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9450F-0409-4AFA-B9C8-3CA570D55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2C405-2918-4D9D-A2F2-427CBDF4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8C59-C39F-4540-A104-B7D171CE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0C5EB-6EAC-4DAC-A29F-72517591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80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5360-F395-4363-87BF-F37CB080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D1086-7F84-4E7B-96E3-3F397B31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BC719-129E-4DED-895E-AE4CCD5D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FB879-7BCE-4250-B0D1-CC16F75B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6BFFA-161A-4C61-98E1-9FC7B248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3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2B69-AD16-4DFF-B92D-81ED481D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7F9D0-391B-47F1-94DD-59B9FCFD8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B3DC9-93CF-4A81-BE88-74570B0F2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5B9FB-E750-42E3-8947-A91EB9ED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E9D87-4F39-472B-811A-F3B4A3D2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C7770-D081-41C7-9C4C-3185A98C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5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18CB-BF1C-4163-9410-7A5B458C8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83E26-29A9-4865-A44F-3E4EF32B0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F000F-4FE1-4D33-9932-91CC58184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54649-A888-4F39-A2A0-A358969AF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B4C66-9CE9-4176-931A-DB4FDFF1B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8CBC7-1252-4CDA-B54F-45965785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87A87-7604-418D-A785-145EC28B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9F950-64FE-4056-95AB-383B96CA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9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4EE8-1BF1-446C-8DE3-914AE565B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07517-27A8-4049-8A64-0630B43D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93813-A257-40F6-9F3B-CAE1F3CA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E6B0C-8F66-40B4-886E-74109A9E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9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93BA5-6C56-4AA1-ADA4-EC6507D2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2EF88-4F68-4921-B900-2E748851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9B7EA-DEAE-4946-A170-D901F174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36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F73C-FC84-4A0C-B9BA-AD44C68C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FD672-C0A6-4286-AE4E-D118EEB70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04E12-60C0-4B59-A582-B3EA7663F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3F643-6AF7-4742-825D-B65D9A319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252D8-36EB-4659-A6F5-9954F7766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66AC4-8B5C-4417-8750-7FC492BF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7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C58A-48A9-47EA-9652-906A9497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8A108-4274-4FF0-9327-5FAC76F37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8FC76-00BF-409C-94DB-5CD47F5E0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FAA5E-E75A-4381-9BFF-1DA79B678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D61BB-43B8-4BFF-AA05-6C9F627F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4A8AF-DD3B-4007-904E-0955B6381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4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BD00-0360-4F57-8A68-CBE404BD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AAEF4-41EF-448F-B6FF-56F728AF1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AB4EB-D93D-4F72-B761-885609F1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B76DB-C59F-4815-8778-D22BA8D9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A31A7-46FD-4D2C-AB8C-4F448FEB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8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7ADA4F-670B-4712-A326-EEAC3DBE7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99CEA-1347-48D9-BB5F-0606C182A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1136A-05AF-4074-8289-4785CF11D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31E8E-D632-4CFC-997C-5015F955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6CDDD-5FCE-4921-B89A-B435B1B8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8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DDC65-3F49-4606-A77D-BE69BFB06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5FD0-1B90-4F4E-9D8D-20C8A1122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BEB2B-E4E2-42D9-9D86-DD213061F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650EA-349E-458E-BDC8-A7CEF65C170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1A31-2B62-4721-AE5A-D77049EAB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B883A-1DC3-4FEC-B3CA-CA16299D6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CBDFF-2944-4329-BB57-47F8977F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8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clearoneadvantage365.sharepoint.com/:w:/r/sites/COACustomerService/_layouts/15/Doc.aspx?sourcedoc=%7B96658157-C6CE-491C-9F60-A7E34EB2CA59%7D&amp;file=Hardship%20Plan1%207.24.23.docx&amp;action=default&amp;mobileredirect=true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38B82F-E6B4-4BD9-A109-309849B5FAB1}"/>
              </a:ext>
            </a:extLst>
          </p:cNvPr>
          <p:cNvSpPr txBox="1"/>
          <p:nvPr/>
        </p:nvSpPr>
        <p:spPr>
          <a:xfrm>
            <a:off x="2067339" y="0"/>
            <a:ext cx="817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Hardship Plan QRG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C26DF0B-EDF7-432E-BAA6-35393F4817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47379"/>
              </p:ext>
            </p:extLst>
          </p:nvPr>
        </p:nvGraphicFramePr>
        <p:xfrm>
          <a:off x="2101847" y="543766"/>
          <a:ext cx="8128000" cy="5769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4DBA6E9-F081-47B4-A30B-08CA3F12FAA2}"/>
              </a:ext>
            </a:extLst>
          </p:cNvPr>
          <p:cNvSpPr txBox="1"/>
          <p:nvPr/>
        </p:nvSpPr>
        <p:spPr>
          <a:xfrm>
            <a:off x="5087062" y="6488668"/>
            <a:ext cx="213714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>
                <a:hlinkClick r:id="rId7"/>
              </a:rPr>
              <a:t>Hardship Plan Doc</a:t>
            </a:r>
          </a:p>
        </p:txBody>
      </p:sp>
    </p:spTree>
    <p:extLst>
      <p:ext uri="{BB962C8B-B14F-4D97-AF65-F5344CB8AC3E}">
        <p14:creationId xmlns:p14="http://schemas.microsoft.com/office/powerpoint/2010/main" val="2497762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ba60f6f6a5a461cc86ef43a54944f406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b5a149f786f57a5eff8787dfd2abb0bb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0A1493-5CEB-4C2B-B883-4C9B63C928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4151A5-05B4-46A3-B4F4-6D5C8B132119}">
  <ds:schemaRefs>
    <ds:schemaRef ds:uri="dfbadaf6-90cf-41d3-a0ba-bbd98d259036"/>
    <ds:schemaRef ds:uri="fca21091-4343-4232-a795-e59481497cb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BA66F5F-9DB3-474F-BCA2-8F7523A2E7AA}">
  <ds:schemaRefs>
    <ds:schemaRef ds:uri="dfbadaf6-90cf-41d3-a0ba-bbd98d259036"/>
    <ds:schemaRef ds:uri="fca21091-4343-4232-a795-e59481497c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Samaya Smith</dc:creator>
  <cp:revision>12</cp:revision>
  <dcterms:created xsi:type="dcterms:W3CDTF">2021-09-22T14:52:14Z</dcterms:created>
  <dcterms:modified xsi:type="dcterms:W3CDTF">2026-02-12T20:13:01Z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