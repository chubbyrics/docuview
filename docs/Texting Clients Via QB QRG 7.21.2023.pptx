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1965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9E2140-B4DE-AA7A-3C4B-72432867EC48}" v="1" dt="2025-04-10T13:22:07.2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6357" autoAdjust="0"/>
  </p:normalViewPr>
  <p:slideViewPr>
    <p:cSldViewPr snapToGrid="0">
      <p:cViewPr varScale="1">
        <p:scale>
          <a:sx n="106" d="100"/>
          <a:sy n="106" d="100"/>
        </p:scale>
        <p:origin x="1140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51794E-0FE0-4C03-BECB-FEF0CAAD48C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8E390E-9EB2-4815-A496-32276558C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044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Sending a text message is easy. Go to the client QuickBase Page and click the “send a text message” link.</a:t>
            </a:r>
          </a:p>
          <a:p>
            <a:pPr lvl="0"/>
            <a:r>
              <a:rPr lang="en-US" dirty="0"/>
              <a:t>From there you can choose the phone number you are sending to and either create your own message or copy and paste the one from the guide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If a client you are working with requests a follow up at a certain time, OR if you need to contact a creditor at a certain time, you can set a Promise Keeper (PK) for yourself. That PK will pop up on your screen at the time that you put it in (once you are available).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18EA0-D2EF-4C38-A8B1-0D8C28DF25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547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533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035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732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190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2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938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333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595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015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688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350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813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77C8-003C-49AC-9E7A-B4F3742C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26" y="40522"/>
            <a:ext cx="8854631" cy="431654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How send a Text Message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1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115940-8E32-4E7D-86BE-414C54C86E36}"/>
              </a:ext>
            </a:extLst>
          </p:cNvPr>
          <p:cNvSpPr/>
          <p:nvPr/>
        </p:nvSpPr>
        <p:spPr>
          <a:xfrm>
            <a:off x="0" y="507847"/>
            <a:ext cx="9144000" cy="45719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F405190-2CB5-4F50-8F9F-B5DEBA50F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67" y="4119629"/>
            <a:ext cx="3553538" cy="1717718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1EC216BF-C3F8-4CD3-AF24-993966640681}"/>
              </a:ext>
            </a:extLst>
          </p:cNvPr>
          <p:cNvSpPr/>
          <p:nvPr/>
        </p:nvSpPr>
        <p:spPr>
          <a:xfrm>
            <a:off x="1693411" y="4822280"/>
            <a:ext cx="325925" cy="2983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071317F-2082-48DE-991B-2E65CDD1B250}"/>
              </a:ext>
            </a:extLst>
          </p:cNvPr>
          <p:cNvSpPr/>
          <p:nvPr/>
        </p:nvSpPr>
        <p:spPr>
          <a:xfrm>
            <a:off x="2487773" y="4198666"/>
            <a:ext cx="325925" cy="2983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2323CE0-76B8-4E9F-8EF9-B5E9C617A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225" y="4105526"/>
            <a:ext cx="3571390" cy="1731822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078FBCE9-AE7A-4D95-82E9-FF0BE57CF635}"/>
              </a:ext>
            </a:extLst>
          </p:cNvPr>
          <p:cNvSpPr/>
          <p:nvPr/>
        </p:nvSpPr>
        <p:spPr>
          <a:xfrm>
            <a:off x="5963070" y="5485059"/>
            <a:ext cx="325925" cy="2983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0FC4019-3CD8-4C38-AD4D-66FE6CEE551B}"/>
              </a:ext>
            </a:extLst>
          </p:cNvPr>
          <p:cNvSpPr/>
          <p:nvPr/>
        </p:nvSpPr>
        <p:spPr>
          <a:xfrm>
            <a:off x="5963070" y="4496979"/>
            <a:ext cx="325925" cy="2983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9245D47B-B992-4B44-9AED-239D8305EC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794323"/>
            <a:ext cx="9144000" cy="2985902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B3A28D90-0ED7-4419-B260-55F8B2E1DBE8}"/>
              </a:ext>
            </a:extLst>
          </p:cNvPr>
          <p:cNvSpPr/>
          <p:nvPr/>
        </p:nvSpPr>
        <p:spPr>
          <a:xfrm>
            <a:off x="4246075" y="3429000"/>
            <a:ext cx="325925" cy="2983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E8FD8AB-45EA-418F-9DF9-0041D575CA32}"/>
              </a:ext>
            </a:extLst>
          </p:cNvPr>
          <p:cNvSpPr/>
          <p:nvPr/>
        </p:nvSpPr>
        <p:spPr>
          <a:xfrm>
            <a:off x="3143250" y="3578156"/>
            <a:ext cx="1200150" cy="20206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728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fca21091-4343-4232-a795-e59481497cb5" xsi:nil="true"/>
    <lcf76f155ced4ddcb4097134ff3c332f xmlns="dfbadaf6-90cf-41d3-a0ba-bbd98d259036">
      <Terms xmlns="http://schemas.microsoft.com/office/infopath/2007/PartnerControls"/>
    </lcf76f155ced4ddcb4097134ff3c332f>
    <_Flow_SignoffStatus xmlns="dfbadaf6-90cf-41d3-a0ba-bbd98d25903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3EA4EAC53434282EAA3F21CEC1BE7" ma:contentTypeVersion="29" ma:contentTypeDescription="Create a new document." ma:contentTypeScope="" ma:versionID="d1e6db6382f9bf0a238767834c1ba2e8">
  <xsd:schema xmlns:xsd="http://www.w3.org/2001/XMLSchema" xmlns:xs="http://www.w3.org/2001/XMLSchema" xmlns:p="http://schemas.microsoft.com/office/2006/metadata/properties" xmlns:ns1="http://schemas.microsoft.com/sharepoint/v3" xmlns:ns2="dfbadaf6-90cf-41d3-a0ba-bbd98d259036" xmlns:ns3="fca21091-4343-4232-a795-e59481497cb5" targetNamespace="http://schemas.microsoft.com/office/2006/metadata/properties" ma:root="true" ma:fieldsID="0d55a77fe706b52e8d7bff5f40b8e9f5" ns1:_="" ns2:_="" ns3:_="">
    <xsd:import namespace="http://schemas.microsoft.com/sharepoint/v3"/>
    <xsd:import namespace="dfbadaf6-90cf-41d3-a0ba-bbd98d259036"/>
    <xsd:import namespace="fca21091-4343-4232-a795-e59481497c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_Flow_SignoffStatu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badaf6-90cf-41d3-a0ba-bbd98d2590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f4aff2b-04e6-48f0-83c9-56fafe2014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6" nillable="true" ma:displayName="Sign-off status" ma:internalName="Sign_x002d_off_x0020_status">
      <xsd:simpleType>
        <xsd:restriction base="dms:Text"/>
      </xsd:simpleType>
    </xsd:element>
    <xsd:element name="MediaServiceLocation" ma:index="27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a21091-4343-4232-a795-e59481497cb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36b9b6e-086a-4dd3-8773-df145aa506ae}" ma:internalName="TaxCatchAll" ma:showField="CatchAllData" ma:web="fca21091-4343-4232-a795-e59481497c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F0638CE-AD40-4888-8158-84503CEC658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5839D8B-A70D-4A39-B170-5142AFA9ED1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fca21091-4343-4232-a795-e59481497cb5"/>
    <ds:schemaRef ds:uri="dfbadaf6-90cf-41d3-a0ba-bbd98d259036"/>
  </ds:schemaRefs>
</ds:datastoreItem>
</file>

<file path=customXml/itemProps3.xml><?xml version="1.0" encoding="utf-8"?>
<ds:datastoreItem xmlns:ds="http://schemas.openxmlformats.org/officeDocument/2006/customXml" ds:itemID="{A8677327-2621-4977-AFA4-E5D45AAFA7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fbadaf6-90cf-41d3-a0ba-bbd98d259036"/>
    <ds:schemaRef ds:uri="fca21091-4343-4232-a795-e59481497c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</TotalTime>
  <Words>127</Words>
  <Application>Microsoft Office PowerPoint</Application>
  <PresentationFormat>On-screen Show (4:3)</PresentationFormat>
  <Paragraphs>13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How send a Text Message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Cancel without OFC and without Active SIFS</dc:title>
  <dc:creator>Christina Borrello</dc:creator>
  <cp:lastModifiedBy>Christina Borrello</cp:lastModifiedBy>
  <cp:revision>11</cp:revision>
  <dcterms:created xsi:type="dcterms:W3CDTF">2021-09-02T18:42:54Z</dcterms:created>
  <dcterms:modified xsi:type="dcterms:W3CDTF">2026-02-12T20:26:26Z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0x010100E563EA4EAC53434282EAA3F21CEC1BE7</vt:lpwstr>
  </property>
  <property fmtid="{D5CDD505-2E9C-101B-9397-08002B2CF9AE}" pid="3" name="MediaServiceImageTags">
    <vt:lpwstr/>
  </property>
</Properties>
</file>