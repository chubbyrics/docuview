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53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3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780"/>
    </p:cViewPr>
  </p:sorterViewPr>
  <p:notesViewPr>
    <p:cSldViewPr snapToGrid="0">
      <p:cViewPr varScale="1">
        <p:scale>
          <a:sx n="82" d="100"/>
          <a:sy n="82" d="100"/>
        </p:scale>
        <p:origin x="381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Drivers include macro factors: holiday seasonality, </a:t>
            </a:r>
            <a:r>
              <a:rPr lang="en-US" dirty="0" err="1"/>
              <a:t>covid</a:t>
            </a:r>
            <a:r>
              <a:rPr lang="en-US" dirty="0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View Paid in Full Creditor Payments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390401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B67DE4-2BA8-46FC-9945-E72977940A4A}"/>
              </a:ext>
            </a:extLst>
          </p:cNvPr>
          <p:cNvSpPr txBox="1"/>
          <p:nvPr/>
        </p:nvSpPr>
        <p:spPr>
          <a:xfrm>
            <a:off x="0" y="452898"/>
            <a:ext cx="345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View the specific creditor page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76DE19-5D86-4408-87DF-88210637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0941"/>
            <a:ext cx="9144000" cy="17584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8EECA8-00BF-4157-A7D2-C2AE06F4A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0492"/>
            <a:ext cx="9144000" cy="222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22A931-D444-4EC0-A1D2-AB9D23302A95}"/>
              </a:ext>
            </a:extLst>
          </p:cNvPr>
          <p:cNvSpPr txBox="1"/>
          <p:nvPr/>
        </p:nvSpPr>
        <p:spPr>
          <a:xfrm>
            <a:off x="0" y="1120166"/>
            <a:ext cx="345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2. Select Creditor Detail/Comments tab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805981-030F-4AE1-9A91-86EA977D4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65931"/>
            <a:ext cx="2915057" cy="333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A30881F-FA88-44F1-BE47-8247CCFDF220}"/>
              </a:ext>
            </a:extLst>
          </p:cNvPr>
          <p:cNvSpPr txBox="1"/>
          <p:nvPr/>
        </p:nvSpPr>
        <p:spPr>
          <a:xfrm>
            <a:off x="0" y="3303778"/>
            <a:ext cx="7130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3. Scroll all the way down to the bottom and Click the “Creditor Payments (Popup) link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06CBDF4-13C7-4704-BEC4-36465CA69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11941"/>
            <a:ext cx="9144000" cy="25460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853F45C-D0C1-49D4-BAEF-7F86CAA166D6}"/>
              </a:ext>
            </a:extLst>
          </p:cNvPr>
          <p:cNvSpPr txBox="1"/>
          <p:nvPr/>
        </p:nvSpPr>
        <p:spPr>
          <a:xfrm>
            <a:off x="0" y="3955475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4. From there you can view the Active Payments table that shows every payment that cleared Global to the creditor.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76BD06-409C-4CF3-BF6F-E1FC05FB7EF6}"/>
              </a:ext>
            </a:extLst>
          </p:cNvPr>
          <p:cNvSpPr/>
          <p:nvPr/>
        </p:nvSpPr>
        <p:spPr>
          <a:xfrm>
            <a:off x="167780" y="840492"/>
            <a:ext cx="184558" cy="2097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BE20247-3087-446E-93FA-C231B03288F3}"/>
              </a:ext>
            </a:extLst>
          </p:cNvPr>
          <p:cNvSpPr/>
          <p:nvPr/>
        </p:nvSpPr>
        <p:spPr>
          <a:xfrm>
            <a:off x="1838586" y="2959859"/>
            <a:ext cx="1173061" cy="2435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F03AC1B-31B9-4BB5-AB5B-6979961DD8D0}"/>
              </a:ext>
            </a:extLst>
          </p:cNvPr>
          <p:cNvSpPr/>
          <p:nvPr/>
        </p:nvSpPr>
        <p:spPr>
          <a:xfrm>
            <a:off x="1134260" y="3690420"/>
            <a:ext cx="1408652" cy="3046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CAA796-4EA8-438F-A725-4215A7FFCD81}"/>
              </a:ext>
            </a:extLst>
          </p:cNvPr>
          <p:cNvSpPr/>
          <p:nvPr/>
        </p:nvSpPr>
        <p:spPr>
          <a:xfrm>
            <a:off x="0" y="4311941"/>
            <a:ext cx="662730" cy="1922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39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9A6B10-F5D9-4CDC-AAB9-1E0AF5E87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C1D25B-C9D7-4A85-9CA8-F1FE7C31EA43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49a14083-d019-4b24-adc6-cf652797b544"/>
    <ds:schemaRef ds:uri="5b24465e-2bcf-4362-9b4d-3bbeb5c65673"/>
    <ds:schemaRef ds:uri="http://www.w3.org/XML/1998/namespace"/>
    <ds:schemaRef ds:uri="http://purl.org/dc/dcmitype/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3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TotalTime>36821</TotalTime>
  <Words>133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How to View Paid in Full Creditor Payments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lastModifiedBy>Christina Borrello</cp:lastModifiedBy>
  <cp:revision>542</cp:revision>
  <cp:lastPrinted>2020-12-17T16:31:33Z</cp:lastPrinted>
  <dcterms:created xsi:type="dcterms:W3CDTF">2020-07-08T17:20:15Z</dcterms:created>
  <dcterms:modified xsi:type="dcterms:W3CDTF">2026-02-12T20:27:48Z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</Properties>
</file>