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revisionInfo.xml" ContentType="application/vnd.ms-powerpoint.revisioninfo+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99" r:id="rId4"/>
  </p:sldMasterIdLst>
  <p:sldIdLst>
    <p:sldId id="258" r:id="rId5"/>
    <p:sldId id="259" r:id="rId6"/>
    <p:sldId id="257" r:id="rId7"/>
    <p:sldId id="260" r:id="rId8"/>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53BCDA1A-0A1D-DCDE-328D-DCA3A8B8EA2E}" name="Christina Borrello" initials="CB" userId="S::cborrello@clearoneadvantage.com::920200ae-9917-4322-a251-f102818e0e63" providerId="AD"/>
</p188:authorLst>
</file>

<file path=ppt/commentAuthors.xml><?xml version="1.0" encoding="utf-8"?>
<p:cmAuthorLst xmlns:a="http://schemas.openxmlformats.org/drawingml/2006/main" xmlns:r="http://schemas.openxmlformats.org/officeDocument/2006/relationships" xmlns:p="http://schemas.openxmlformats.org/presentationml/2006/main">
  <p:cmAuthor id="1" name="Nick Kosmas" initials="NK" lastIdx="5" clrIdx="0">
    <p:extLst>
      <p:ext uri="{19B8F6BF-5375-455C-9EA6-DF929625EA0E}">
        <p15:presenceInfo xmlns:p15="http://schemas.microsoft.com/office/powerpoint/2012/main" userId="Nick Kosmas" providerId="None"/>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14D00CA1-F3DF-8377-59D6-79118E933070}" v="3" dt="2026-01-19T21:29:09.412"/>
    <p1510:client id="{5BC028F7-B8B4-7A54-0F19-4956CC70899E}" v="13" dt="2026-01-20T23:40:25.369"/>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slideViewPr>
    <p:cSldViewPr snapToGrid="0">
      <p:cViewPr>
        <p:scale>
          <a:sx n="1" d="2"/>
          <a:sy n="1" d="2"/>
        </p:scale>
        <p:origin x="0" y="0"/>
      </p:cViewPr>
      <p:guideLst/>
    </p:cSldViewPr>
  </p:slide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tableStyles" Target="tableStyles.xml"/><Relationship Id="rId3" Type="http://schemas.openxmlformats.org/officeDocument/2006/relationships/customXml" Target="../customXml/item3.xml"/><Relationship Id="rId7" Type="http://schemas.openxmlformats.org/officeDocument/2006/relationships/slide" Target="slides/slide3.xml"/><Relationship Id="rId12" Type="http://schemas.openxmlformats.org/officeDocument/2006/relationships/theme" Target="theme/theme1.xml"/><Relationship Id="rId2" Type="http://schemas.openxmlformats.org/officeDocument/2006/relationships/customXml" Target="../customXml/item2.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viewProps" Target="viewProps.xml"/><Relationship Id="rId5" Type="http://schemas.openxmlformats.org/officeDocument/2006/relationships/slide" Target="slides/slide1.xml"/><Relationship Id="rId15" Type="http://schemas.microsoft.com/office/2018/10/relationships/authors" Target="authors.xml"/><Relationship Id="rId10"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commentAuthors" Target="commentAuthors.xml"/><Relationship Id="rId14" Type="http://schemas.microsoft.com/office/2015/10/relationships/revisionInfo" Target="revisionInfo.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7" name="Rectangle 6"/>
          <p:cNvSpPr/>
          <p:nvPr/>
        </p:nvSpPr>
        <p:spPr>
          <a:xfrm>
            <a:off x="446534" y="3085765"/>
            <a:ext cx="11262866" cy="330480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ctrTitle"/>
          </p:nvPr>
        </p:nvSpPr>
        <p:spPr>
          <a:xfrm>
            <a:off x="581191" y="1020431"/>
            <a:ext cx="10993549" cy="1475013"/>
          </a:xfrm>
          <a:effectLst/>
        </p:spPr>
        <p:txBody>
          <a:bodyPr anchor="b">
            <a:normAutofit/>
          </a:bodyPr>
          <a:lstStyle>
            <a:lvl1pPr>
              <a:defRPr sz="3600">
                <a:solidFill>
                  <a:schemeClr val="accent1"/>
                </a:solidFill>
              </a:defRPr>
            </a:lvl1pPr>
          </a:lstStyle>
          <a:p>
            <a:r>
              <a:rPr lang="en-US"/>
              <a:t>Click to edit Master title style</a:t>
            </a:r>
          </a:p>
        </p:txBody>
      </p:sp>
      <p:sp>
        <p:nvSpPr>
          <p:cNvPr id="3" name="Subtitle 2"/>
          <p:cNvSpPr>
            <a:spLocks noGrp="1"/>
          </p:cNvSpPr>
          <p:nvPr>
            <p:ph type="subTitle" idx="1"/>
          </p:nvPr>
        </p:nvSpPr>
        <p:spPr>
          <a:xfrm>
            <a:off x="581194" y="2495445"/>
            <a:ext cx="10993546" cy="590321"/>
          </a:xfrm>
        </p:spPr>
        <p:txBody>
          <a:bodyPr anchor="t">
            <a:normAutofit/>
          </a:bodyPr>
          <a:lstStyle>
            <a:lvl1pPr marL="0" indent="0" algn="l">
              <a:buNone/>
              <a:defRPr sz="1600" cap="all">
                <a:solidFill>
                  <a:schemeClr val="accent2"/>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a:xfrm>
            <a:off x="7605951" y="5956137"/>
            <a:ext cx="2844800" cy="365125"/>
          </a:xfrm>
        </p:spPr>
        <p:txBody>
          <a:bodyPr/>
          <a:lstStyle>
            <a:lvl1pPr>
              <a:defRPr>
                <a:solidFill>
                  <a:schemeClr val="accent1">
                    <a:lumMod val="75000"/>
                    <a:lumOff val="25000"/>
                  </a:schemeClr>
                </a:solidFill>
              </a:defRPr>
            </a:lvl1pPr>
          </a:lstStyle>
          <a:p>
            <a:fld id="{02AC24A9-CCB6-4F8D-B8DB-C2F3692CFA5A}" type="datetimeFigureOut">
              <a:rPr lang="en-US" smtClean="0"/>
              <a:t>2/12/2026</a:t>
            </a:fld>
            <a:endParaRPr lang="en-US"/>
          </a:p>
        </p:txBody>
      </p:sp>
      <p:sp>
        <p:nvSpPr>
          <p:cNvPr id="5" name="Footer Placeholder 4"/>
          <p:cNvSpPr>
            <a:spLocks noGrp="1"/>
          </p:cNvSpPr>
          <p:nvPr>
            <p:ph type="ftr" sz="quarter" idx="11"/>
          </p:nvPr>
        </p:nvSpPr>
        <p:spPr>
          <a:xfrm>
            <a:off x="581192" y="5951811"/>
            <a:ext cx="6917210" cy="365125"/>
          </a:xfrm>
        </p:spPr>
        <p:txBody>
          <a:bodyPr/>
          <a:lstStyle>
            <a:lvl1pPr>
              <a:defRPr>
                <a:solidFill>
                  <a:schemeClr val="accent1">
                    <a:lumMod val="75000"/>
                    <a:lumOff val="25000"/>
                  </a:schemeClr>
                </a:solidFill>
              </a:defRPr>
            </a:lvl1pPr>
          </a:lstStyle>
          <a:p>
            <a:endParaRPr lang="en-US"/>
          </a:p>
        </p:txBody>
      </p:sp>
      <p:sp>
        <p:nvSpPr>
          <p:cNvPr id="6" name="Slide Number Placeholder 5"/>
          <p:cNvSpPr>
            <a:spLocks noGrp="1"/>
          </p:cNvSpPr>
          <p:nvPr>
            <p:ph type="sldNum" sz="quarter" idx="12"/>
          </p:nvPr>
        </p:nvSpPr>
        <p:spPr>
          <a:xfrm>
            <a:off x="10558300" y="5956137"/>
            <a:ext cx="1016440" cy="365125"/>
          </a:xfrm>
        </p:spPr>
        <p:txBody>
          <a:bodyPr/>
          <a:lstStyle>
            <a:lvl1pPr>
              <a:defRPr>
                <a:solidFill>
                  <a:schemeClr val="accent1">
                    <a:lumMod val="75000"/>
                    <a:lumOff val="25000"/>
                  </a:schemeClr>
                </a:solidFill>
              </a:defRPr>
            </a:lvl1pPr>
          </a:lstStyle>
          <a:p>
            <a:fld id="{B2DC25EE-239B-4C5F-AAD1-255A7D5F1EE2}" type="slidenum">
              <a:rPr lang="en-US" smtClean="0"/>
              <a:t>‹#›</a:t>
            </a:fld>
            <a:endParaRPr lang="en-US"/>
          </a:p>
        </p:txBody>
      </p:sp>
    </p:spTree>
    <p:extLst>
      <p:ext uri="{BB962C8B-B14F-4D97-AF65-F5344CB8AC3E}">
        <p14:creationId xmlns:p14="http://schemas.microsoft.com/office/powerpoint/2010/main" val="418931647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7" name="Rectangle 6"/>
          <p:cNvSpPr>
            <a:spLocks noChangeAspect="1"/>
          </p:cNvSpPr>
          <p:nvPr/>
        </p:nvSpPr>
        <p:spPr>
          <a:xfrm>
            <a:off x="440286" y="614407"/>
            <a:ext cx="11309338" cy="1189298"/>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title"/>
          </p:nvPr>
        </p:nvSpPr>
        <p:spPr>
          <a:xfrm>
            <a:off x="581192" y="702156"/>
            <a:ext cx="11029616" cy="1013800"/>
          </a:xfrm>
        </p:spPr>
        <p:txBody>
          <a:bodyPr/>
          <a:lstStyle/>
          <a:p>
            <a:r>
              <a:rPr lang="en-US"/>
              <a:t>Click to edit Master title style</a:t>
            </a:r>
          </a:p>
        </p:txBody>
      </p:sp>
      <p:sp>
        <p:nvSpPr>
          <p:cNvPr id="3" name="Content Placeholder 2"/>
          <p:cNvSpPr>
            <a:spLocks noGrp="1"/>
          </p:cNvSpPr>
          <p:nvPr>
            <p:ph idx="1"/>
          </p:nvPr>
        </p:nvSpPr>
        <p:spPr>
          <a:xfrm>
            <a:off x="581192" y="2180496"/>
            <a:ext cx="11029615" cy="367830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02AC24A9-CCB6-4F8D-B8DB-C2F3692CFA5A}" type="datetimeFigureOut">
              <a:rPr lang="en-US" smtClean="0"/>
              <a:t>2/12/2026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a:xfrm>
            <a:off x="10558300" y="5956137"/>
            <a:ext cx="1052508" cy="365125"/>
          </a:xfrm>
        </p:spPr>
        <p:txBody>
          <a:bodyPr/>
          <a:lstStyle/>
          <a:p>
            <a:fld id="{B2DC25EE-239B-4C5F-AAD1-255A7D5F1EE2}" type="slidenum">
              <a:rPr lang="en-US" smtClean="0"/>
              <a:t>‹#›</a:t>
            </a:fld>
            <a:endParaRPr lang="en-US"/>
          </a:p>
        </p:txBody>
      </p:sp>
    </p:spTree>
    <p:extLst>
      <p:ext uri="{BB962C8B-B14F-4D97-AF65-F5344CB8AC3E}">
        <p14:creationId xmlns:p14="http://schemas.microsoft.com/office/powerpoint/2010/main" val="332112055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8" name="Rectangle 7"/>
          <p:cNvSpPr>
            <a:spLocks noChangeAspect="1"/>
          </p:cNvSpPr>
          <p:nvPr/>
        </p:nvSpPr>
        <p:spPr>
          <a:xfrm>
            <a:off x="447817" y="5141974"/>
            <a:ext cx="11290860" cy="1258827"/>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title"/>
          </p:nvPr>
        </p:nvSpPr>
        <p:spPr>
          <a:xfrm>
            <a:off x="581193" y="3043910"/>
            <a:ext cx="11029615" cy="1497507"/>
          </a:xfrm>
        </p:spPr>
        <p:txBody>
          <a:bodyPr anchor="b">
            <a:normAutofit/>
          </a:bodyPr>
          <a:lstStyle>
            <a:lvl1pPr algn="l">
              <a:defRPr sz="3600" b="0" cap="all">
                <a:solidFill>
                  <a:schemeClr val="accent1"/>
                </a:solidFill>
              </a:defRPr>
            </a:lvl1pPr>
          </a:lstStyle>
          <a:p>
            <a:r>
              <a:rPr lang="en-US"/>
              <a:t>Click to edit Master title style</a:t>
            </a:r>
          </a:p>
        </p:txBody>
      </p:sp>
      <p:sp>
        <p:nvSpPr>
          <p:cNvPr id="3" name="Text Placeholder 2"/>
          <p:cNvSpPr>
            <a:spLocks noGrp="1"/>
          </p:cNvSpPr>
          <p:nvPr>
            <p:ph type="body" idx="1"/>
          </p:nvPr>
        </p:nvSpPr>
        <p:spPr>
          <a:xfrm>
            <a:off x="581192" y="4541417"/>
            <a:ext cx="11029615" cy="600556"/>
          </a:xfrm>
        </p:spPr>
        <p:txBody>
          <a:bodyPr anchor="t">
            <a:normAutofit/>
          </a:bodyPr>
          <a:lstStyle>
            <a:lvl1pPr marL="0" indent="0" algn="l">
              <a:buNone/>
              <a:defRPr sz="1800" cap="all">
                <a:solidFill>
                  <a:schemeClr val="accent2"/>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lvl1pPr>
              <a:defRPr>
                <a:solidFill>
                  <a:schemeClr val="accent1">
                    <a:lumMod val="75000"/>
                    <a:lumOff val="25000"/>
                  </a:schemeClr>
                </a:solidFill>
              </a:defRPr>
            </a:lvl1pPr>
          </a:lstStyle>
          <a:p>
            <a:fld id="{02AC24A9-CCB6-4F8D-B8DB-C2F3692CFA5A}" type="datetimeFigureOut">
              <a:rPr lang="en-US" smtClean="0"/>
              <a:t>2/12/2026</a:t>
            </a:fld>
            <a:endParaRPr lang="en-US"/>
          </a:p>
        </p:txBody>
      </p:sp>
      <p:sp>
        <p:nvSpPr>
          <p:cNvPr id="5" name="Footer Placeholder 4"/>
          <p:cNvSpPr>
            <a:spLocks noGrp="1"/>
          </p:cNvSpPr>
          <p:nvPr>
            <p:ph type="ftr" sz="quarter" idx="11"/>
          </p:nvPr>
        </p:nvSpPr>
        <p:spPr/>
        <p:txBody>
          <a:bodyPr/>
          <a:lstStyle>
            <a:lvl1pPr>
              <a:defRPr>
                <a:solidFill>
                  <a:schemeClr val="accent1">
                    <a:lumMod val="75000"/>
                    <a:lumOff val="25000"/>
                  </a:schemeClr>
                </a:solidFill>
              </a:defRPr>
            </a:lvl1pPr>
          </a:lstStyle>
          <a:p>
            <a:endParaRPr lang="en-US"/>
          </a:p>
        </p:txBody>
      </p:sp>
      <p:sp>
        <p:nvSpPr>
          <p:cNvPr id="6" name="Slide Number Placeholder 5"/>
          <p:cNvSpPr>
            <a:spLocks noGrp="1"/>
          </p:cNvSpPr>
          <p:nvPr>
            <p:ph type="sldNum" sz="quarter" idx="12"/>
          </p:nvPr>
        </p:nvSpPr>
        <p:spPr/>
        <p:txBody>
          <a:bodyPr/>
          <a:lstStyle>
            <a:lvl1pPr>
              <a:defRPr>
                <a:solidFill>
                  <a:schemeClr val="accent1">
                    <a:lumMod val="75000"/>
                    <a:lumOff val="25000"/>
                  </a:schemeClr>
                </a:solidFill>
              </a:defRPr>
            </a:lvl1pPr>
          </a:lstStyle>
          <a:p>
            <a:fld id="{B2DC25EE-239B-4C5F-AAD1-255A7D5F1EE2}" type="slidenum">
              <a:rPr lang="en-US" smtClean="0"/>
              <a:t>‹#›</a:t>
            </a:fld>
            <a:endParaRPr lang="en-US"/>
          </a:p>
        </p:txBody>
      </p:sp>
    </p:spTree>
    <p:extLst>
      <p:ext uri="{BB962C8B-B14F-4D97-AF65-F5344CB8AC3E}">
        <p14:creationId xmlns:p14="http://schemas.microsoft.com/office/powerpoint/2010/main" val="151699298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8" name="Rectangle 7"/>
          <p:cNvSpPr>
            <a:spLocks noChangeAspect="1"/>
          </p:cNvSpPr>
          <p:nvPr/>
        </p:nvSpPr>
        <p:spPr>
          <a:xfrm>
            <a:off x="445982" y="606554"/>
            <a:ext cx="11300036" cy="1258827"/>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title"/>
          </p:nvPr>
        </p:nvSpPr>
        <p:spPr>
          <a:xfrm>
            <a:off x="581193" y="729658"/>
            <a:ext cx="11029616" cy="988332"/>
          </a:xfrm>
        </p:spPr>
        <p:txBody>
          <a:bodyPr/>
          <a:lstStyle/>
          <a:p>
            <a:r>
              <a:rPr lang="en-US"/>
              <a:t>Click to edit Master title style</a:t>
            </a:r>
          </a:p>
        </p:txBody>
      </p:sp>
      <p:sp>
        <p:nvSpPr>
          <p:cNvPr id="3" name="Content Placeholder 2"/>
          <p:cNvSpPr>
            <a:spLocks noGrp="1"/>
          </p:cNvSpPr>
          <p:nvPr>
            <p:ph sz="half" idx="1"/>
          </p:nvPr>
        </p:nvSpPr>
        <p:spPr>
          <a:xfrm>
            <a:off x="581193" y="2228003"/>
            <a:ext cx="5422390" cy="363304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88417" y="2228003"/>
            <a:ext cx="5422392" cy="363304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02AC24A9-CCB6-4F8D-B8DB-C2F3692CFA5A}" type="datetimeFigureOut">
              <a:rPr lang="en-US" smtClean="0"/>
              <a:t>2/12/2026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2DC25EE-239B-4C5F-AAD1-255A7D5F1EE2}" type="slidenum">
              <a:rPr lang="en-US" smtClean="0"/>
              <a:t>‹#›</a:t>
            </a:fld>
            <a:endParaRPr lang="en-US"/>
          </a:p>
        </p:txBody>
      </p:sp>
    </p:spTree>
    <p:extLst>
      <p:ext uri="{BB962C8B-B14F-4D97-AF65-F5344CB8AC3E}">
        <p14:creationId xmlns:p14="http://schemas.microsoft.com/office/powerpoint/2010/main" val="260689327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1" name="Rectangle 10"/>
          <p:cNvSpPr>
            <a:spLocks noChangeAspect="1"/>
          </p:cNvSpPr>
          <p:nvPr/>
        </p:nvSpPr>
        <p:spPr>
          <a:xfrm>
            <a:off x="445982" y="606554"/>
            <a:ext cx="11300036" cy="1258827"/>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12" name="Title 1"/>
          <p:cNvSpPr>
            <a:spLocks noGrp="1"/>
          </p:cNvSpPr>
          <p:nvPr>
            <p:ph type="title"/>
          </p:nvPr>
        </p:nvSpPr>
        <p:spPr>
          <a:xfrm>
            <a:off x="581193" y="729658"/>
            <a:ext cx="11029616" cy="988332"/>
          </a:xfrm>
        </p:spPr>
        <p:txBody>
          <a:bodyPr/>
          <a:lstStyle/>
          <a:p>
            <a:r>
              <a:rPr lang="en-US"/>
              <a:t>Click to edit Master title style</a:t>
            </a:r>
          </a:p>
        </p:txBody>
      </p:sp>
      <p:sp>
        <p:nvSpPr>
          <p:cNvPr id="3" name="Text Placeholder 2"/>
          <p:cNvSpPr>
            <a:spLocks noGrp="1"/>
          </p:cNvSpPr>
          <p:nvPr>
            <p:ph type="body" idx="1"/>
          </p:nvPr>
        </p:nvSpPr>
        <p:spPr>
          <a:xfrm>
            <a:off x="887219" y="2250892"/>
            <a:ext cx="5087075" cy="536005"/>
          </a:xfrm>
        </p:spPr>
        <p:txBody>
          <a:bodyPr anchor="b">
            <a:noAutofit/>
          </a:bodyPr>
          <a:lstStyle>
            <a:lvl1pPr marL="0" indent="0">
              <a:buNone/>
              <a:defRPr sz="2200" b="0">
                <a:solidFill>
                  <a:schemeClr val="accent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581194" y="2926052"/>
            <a:ext cx="5393100" cy="2934999"/>
          </a:xfrm>
        </p:spPr>
        <p:txBody>
          <a:bodyPr anchor="t">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523735" y="2250892"/>
            <a:ext cx="5087073" cy="553373"/>
          </a:xfrm>
        </p:spPr>
        <p:txBody>
          <a:bodyPr anchor="b">
            <a:noAutofit/>
          </a:bodyPr>
          <a:lstStyle>
            <a:lvl1pPr marL="0" indent="0">
              <a:buNone/>
              <a:defRPr sz="2200" b="0">
                <a:solidFill>
                  <a:schemeClr val="accent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217709" y="2926052"/>
            <a:ext cx="5393100" cy="2934999"/>
          </a:xfrm>
        </p:spPr>
        <p:txBody>
          <a:bodyPr anchor="t">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02AC24A9-CCB6-4F8D-B8DB-C2F3692CFA5A}" type="datetimeFigureOut">
              <a:rPr lang="en-US" smtClean="0"/>
              <a:t>2/12/2026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2DC25EE-239B-4C5F-AAD1-255A7D5F1EE2}" type="slidenum">
              <a:rPr lang="en-US" smtClean="0"/>
              <a:t>‹#›</a:t>
            </a:fld>
            <a:endParaRPr lang="en-US"/>
          </a:p>
        </p:txBody>
      </p:sp>
    </p:spTree>
    <p:extLst>
      <p:ext uri="{BB962C8B-B14F-4D97-AF65-F5344CB8AC3E}">
        <p14:creationId xmlns:p14="http://schemas.microsoft.com/office/powerpoint/2010/main" val="267790210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7" name="Rectangle 6"/>
          <p:cNvSpPr>
            <a:spLocks noChangeAspect="1"/>
          </p:cNvSpPr>
          <p:nvPr/>
        </p:nvSpPr>
        <p:spPr>
          <a:xfrm>
            <a:off x="440683" y="606554"/>
            <a:ext cx="11300036" cy="1258827"/>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8" name="Title 1"/>
          <p:cNvSpPr>
            <a:spLocks noGrp="1"/>
          </p:cNvSpPr>
          <p:nvPr>
            <p:ph type="title"/>
          </p:nvPr>
        </p:nvSpPr>
        <p:spPr>
          <a:xfrm>
            <a:off x="575894" y="729658"/>
            <a:ext cx="11029616" cy="988332"/>
          </a:xfrm>
        </p:spPr>
        <p:txBody>
          <a:bodyPr/>
          <a:lstStyle/>
          <a:p>
            <a:r>
              <a:rPr lang="en-US"/>
              <a:t>Click to edit Master title style</a:t>
            </a:r>
          </a:p>
        </p:txBody>
      </p:sp>
      <p:sp>
        <p:nvSpPr>
          <p:cNvPr id="3" name="Date Placeholder 2"/>
          <p:cNvSpPr>
            <a:spLocks noGrp="1"/>
          </p:cNvSpPr>
          <p:nvPr>
            <p:ph type="dt" sz="half" idx="10"/>
          </p:nvPr>
        </p:nvSpPr>
        <p:spPr/>
        <p:txBody>
          <a:bodyPr/>
          <a:lstStyle/>
          <a:p>
            <a:fld id="{02AC24A9-CCB6-4F8D-B8DB-C2F3692CFA5A}" type="datetimeFigureOut">
              <a:rPr lang="en-US" smtClean="0"/>
              <a:t>2/12/2026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2DC25EE-239B-4C5F-AAD1-255A7D5F1EE2}" type="slidenum">
              <a:rPr lang="en-US" smtClean="0"/>
              <a:t>‹#›</a:t>
            </a:fld>
            <a:endParaRPr lang="en-US"/>
          </a:p>
        </p:txBody>
      </p:sp>
    </p:spTree>
    <p:extLst>
      <p:ext uri="{BB962C8B-B14F-4D97-AF65-F5344CB8AC3E}">
        <p14:creationId xmlns:p14="http://schemas.microsoft.com/office/powerpoint/2010/main" val="145196344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02AC24A9-CCB6-4F8D-B8DB-C2F3692CFA5A}" type="datetimeFigureOut">
              <a:rPr lang="en-US" smtClean="0"/>
              <a:t>2/12/2026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2DC25EE-239B-4C5F-AAD1-255A7D5F1EE2}" type="slidenum">
              <a:rPr lang="en-US" smtClean="0"/>
              <a:t>‹#›</a:t>
            </a:fld>
            <a:endParaRPr lang="en-US"/>
          </a:p>
        </p:txBody>
      </p:sp>
    </p:spTree>
    <p:extLst>
      <p:ext uri="{BB962C8B-B14F-4D97-AF65-F5344CB8AC3E}">
        <p14:creationId xmlns:p14="http://schemas.microsoft.com/office/powerpoint/2010/main" val="300662338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9" name="Rectangle 8"/>
          <p:cNvSpPr>
            <a:spLocks noChangeAspect="1"/>
          </p:cNvSpPr>
          <p:nvPr/>
        </p:nvSpPr>
        <p:spPr>
          <a:xfrm>
            <a:off x="447817" y="5141973"/>
            <a:ext cx="11298200" cy="1274702"/>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title"/>
          </p:nvPr>
        </p:nvSpPr>
        <p:spPr>
          <a:xfrm>
            <a:off x="581192" y="5262296"/>
            <a:ext cx="4909445" cy="689514"/>
          </a:xfrm>
        </p:spPr>
        <p:txBody>
          <a:bodyPr anchor="ctr"/>
          <a:lstStyle>
            <a:lvl1pPr algn="l">
              <a:defRPr sz="2000" b="0">
                <a:solidFill>
                  <a:schemeClr val="accent1">
                    <a:lumMod val="75000"/>
                    <a:lumOff val="25000"/>
                  </a:schemeClr>
                </a:solidFill>
              </a:defRPr>
            </a:lvl1pPr>
          </a:lstStyle>
          <a:p>
            <a:r>
              <a:rPr lang="en-US"/>
              <a:t>Click to edit Master title style</a:t>
            </a:r>
          </a:p>
        </p:txBody>
      </p:sp>
      <p:sp>
        <p:nvSpPr>
          <p:cNvPr id="3" name="Content Placeholder 2"/>
          <p:cNvSpPr>
            <a:spLocks noGrp="1"/>
          </p:cNvSpPr>
          <p:nvPr>
            <p:ph idx="1"/>
          </p:nvPr>
        </p:nvSpPr>
        <p:spPr>
          <a:xfrm>
            <a:off x="447816" y="601200"/>
            <a:ext cx="11292840" cy="4204800"/>
          </a:xfrm>
        </p:spPr>
        <p:txBody>
          <a:bodyPr anchor="ctr">
            <a:normAutofit/>
          </a:bodyPr>
          <a:lstStyle>
            <a:lvl1pPr>
              <a:defRPr sz="2000">
                <a:solidFill>
                  <a:schemeClr val="tx2"/>
                </a:solidFill>
              </a:defRPr>
            </a:lvl1pPr>
            <a:lvl2pPr>
              <a:defRPr sz="1800">
                <a:solidFill>
                  <a:schemeClr val="tx2"/>
                </a:solidFill>
              </a:defRPr>
            </a:lvl2pPr>
            <a:lvl3pPr>
              <a:defRPr sz="1600">
                <a:solidFill>
                  <a:schemeClr val="tx2"/>
                </a:solidFill>
              </a:defRPr>
            </a:lvl3pPr>
            <a:lvl4pPr>
              <a:defRPr sz="1400">
                <a:solidFill>
                  <a:schemeClr val="tx2"/>
                </a:solidFill>
              </a:defRPr>
            </a:lvl4pPr>
            <a:lvl5pPr>
              <a:defRPr sz="1400">
                <a:solidFill>
                  <a:schemeClr val="tx2"/>
                </a:solidFill>
              </a:defRPr>
            </a:lvl5pPr>
            <a:lvl6pPr>
              <a:defRPr sz="1400">
                <a:solidFill>
                  <a:schemeClr val="tx2"/>
                </a:solidFill>
              </a:defRPr>
            </a:lvl6pPr>
            <a:lvl7pPr>
              <a:defRPr sz="1400">
                <a:solidFill>
                  <a:schemeClr val="tx2"/>
                </a:solidFill>
              </a:defRPr>
            </a:lvl7pPr>
            <a:lvl8pPr>
              <a:defRPr sz="1400">
                <a:solidFill>
                  <a:schemeClr val="tx2"/>
                </a:solidFill>
              </a:defRPr>
            </a:lvl8pPr>
            <a:lvl9pPr>
              <a:defRPr sz="1400">
                <a:solidFill>
                  <a:schemeClr val="tx2"/>
                </a:solidFill>
              </a:defRPr>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5740823" y="5262296"/>
            <a:ext cx="5869987" cy="689515"/>
          </a:xfrm>
        </p:spPr>
        <p:txBody>
          <a:bodyPr anchor="ctr">
            <a:normAutofit/>
          </a:bodyPr>
          <a:lstStyle>
            <a:lvl1pPr marL="0" indent="0" algn="r">
              <a:buNone/>
              <a:defRPr sz="1100">
                <a:solidFill>
                  <a:schemeClr val="bg1"/>
                </a:solidFill>
              </a:defRPr>
            </a:lvl1pPr>
            <a:lvl2pPr marL="457200" indent="0">
              <a:buNone/>
              <a:defRPr sz="11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lvl1pPr>
              <a:defRPr>
                <a:solidFill>
                  <a:schemeClr val="accent1">
                    <a:lumMod val="75000"/>
                    <a:lumOff val="25000"/>
                  </a:schemeClr>
                </a:solidFill>
              </a:defRPr>
            </a:lvl1pPr>
          </a:lstStyle>
          <a:p>
            <a:fld id="{02AC24A9-CCB6-4F8D-B8DB-C2F3692CFA5A}" type="datetimeFigureOut">
              <a:rPr lang="en-US" smtClean="0"/>
              <a:t>2/12/2026</a:t>
            </a:fld>
            <a:endParaRPr lang="en-US"/>
          </a:p>
        </p:txBody>
      </p:sp>
      <p:sp>
        <p:nvSpPr>
          <p:cNvPr id="6" name="Footer Placeholder 5"/>
          <p:cNvSpPr>
            <a:spLocks noGrp="1"/>
          </p:cNvSpPr>
          <p:nvPr>
            <p:ph type="ftr" sz="quarter" idx="11"/>
          </p:nvPr>
        </p:nvSpPr>
        <p:spPr/>
        <p:txBody>
          <a:bodyPr/>
          <a:lstStyle>
            <a:lvl1pPr>
              <a:defRPr>
                <a:solidFill>
                  <a:schemeClr val="accent1">
                    <a:lumMod val="75000"/>
                    <a:lumOff val="25000"/>
                  </a:schemeClr>
                </a:solidFill>
              </a:defRPr>
            </a:lvl1pPr>
          </a:lstStyle>
          <a:p>
            <a:endParaRPr lang="en-US"/>
          </a:p>
        </p:txBody>
      </p:sp>
      <p:sp>
        <p:nvSpPr>
          <p:cNvPr id="7" name="Slide Number Placeholder 6"/>
          <p:cNvSpPr>
            <a:spLocks noGrp="1"/>
          </p:cNvSpPr>
          <p:nvPr>
            <p:ph type="sldNum" sz="quarter" idx="12"/>
          </p:nvPr>
        </p:nvSpPr>
        <p:spPr/>
        <p:txBody>
          <a:bodyPr/>
          <a:lstStyle>
            <a:lvl1pPr>
              <a:defRPr>
                <a:solidFill>
                  <a:schemeClr val="accent1">
                    <a:lumMod val="75000"/>
                    <a:lumOff val="25000"/>
                  </a:schemeClr>
                </a:solidFill>
              </a:defRPr>
            </a:lvl1pPr>
          </a:lstStyle>
          <a:p>
            <a:fld id="{B2DC25EE-239B-4C5F-AAD1-255A7D5F1EE2}" type="slidenum">
              <a:rPr lang="en-US" smtClean="0"/>
              <a:t>‹#›</a:t>
            </a:fld>
            <a:endParaRPr lang="en-US"/>
          </a:p>
        </p:txBody>
      </p:sp>
    </p:spTree>
    <p:extLst>
      <p:ext uri="{BB962C8B-B14F-4D97-AF65-F5344CB8AC3E}">
        <p14:creationId xmlns:p14="http://schemas.microsoft.com/office/powerpoint/2010/main" val="396655045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581193" y="4693389"/>
            <a:ext cx="11029616" cy="566738"/>
          </a:xfrm>
        </p:spPr>
        <p:txBody>
          <a:bodyPr anchor="b">
            <a:normAutofit/>
          </a:bodyPr>
          <a:lstStyle>
            <a:lvl1pPr algn="l">
              <a:defRPr sz="2400" b="0">
                <a:solidFill>
                  <a:schemeClr val="accent1"/>
                </a:solidFill>
              </a:defRPr>
            </a:lvl1pPr>
          </a:lstStyle>
          <a:p>
            <a:r>
              <a:rPr lang="en-US"/>
              <a:t>Click to edit Master title style</a:t>
            </a:r>
          </a:p>
        </p:txBody>
      </p:sp>
      <p:sp>
        <p:nvSpPr>
          <p:cNvPr id="3" name="Picture Placeholder 2"/>
          <p:cNvSpPr>
            <a:spLocks noGrp="1" noChangeAspect="1"/>
          </p:cNvSpPr>
          <p:nvPr>
            <p:ph type="pic" idx="1"/>
          </p:nvPr>
        </p:nvSpPr>
        <p:spPr>
          <a:xfrm>
            <a:off x="447817" y="599725"/>
            <a:ext cx="11290859" cy="3557252"/>
          </a:xfrm>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p>
        </p:txBody>
      </p:sp>
      <p:sp>
        <p:nvSpPr>
          <p:cNvPr id="4" name="Text Placeholder 3"/>
          <p:cNvSpPr>
            <a:spLocks noGrp="1"/>
          </p:cNvSpPr>
          <p:nvPr>
            <p:ph type="body" sz="half" idx="2"/>
          </p:nvPr>
        </p:nvSpPr>
        <p:spPr>
          <a:xfrm>
            <a:off x="581192" y="5260127"/>
            <a:ext cx="11029617" cy="598671"/>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02AC24A9-CCB6-4F8D-B8DB-C2F3692CFA5A}" type="datetimeFigureOut">
              <a:rPr lang="en-US" smtClean="0"/>
              <a:t>2/12/2026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2DC25EE-239B-4C5F-AAD1-255A7D5F1EE2}" type="slidenum">
              <a:rPr lang="en-US" smtClean="0"/>
              <a:t>‹#›</a:t>
            </a:fld>
            <a:endParaRPr lang="en-US"/>
          </a:p>
        </p:txBody>
      </p:sp>
    </p:spTree>
    <p:extLst>
      <p:ext uri="{BB962C8B-B14F-4D97-AF65-F5344CB8AC3E}">
        <p14:creationId xmlns:p14="http://schemas.microsoft.com/office/powerpoint/2010/main" val="211748582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8" name="Rectangle 7"/>
          <p:cNvSpPr>
            <a:spLocks noChangeAspect="1"/>
          </p:cNvSpPr>
          <p:nvPr/>
        </p:nvSpPr>
        <p:spPr>
          <a:xfrm>
            <a:off x="440286" y="614407"/>
            <a:ext cx="11309338" cy="1189298"/>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9" name="Title 1"/>
          <p:cNvSpPr>
            <a:spLocks noGrp="1"/>
          </p:cNvSpPr>
          <p:nvPr>
            <p:ph type="title"/>
          </p:nvPr>
        </p:nvSpPr>
        <p:spPr>
          <a:xfrm>
            <a:off x="581192" y="702156"/>
            <a:ext cx="11029616" cy="1013800"/>
          </a:xfrm>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nchor="t"/>
          <a:lstStyle>
            <a:lvl1pPr algn="l">
              <a:defRPr/>
            </a:lvl1pPr>
            <a:lvl2pPr algn="l">
              <a:defRPr/>
            </a:lvl2pPr>
            <a:lvl3pPr algn="l">
              <a:defRPr/>
            </a:lvl3pPr>
            <a:lvl4pPr algn="l">
              <a:defRPr/>
            </a:lvl4pPr>
            <a:lvl5pPr algn="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02AC24A9-CCB6-4F8D-B8DB-C2F3692CFA5A}" type="datetimeFigureOut">
              <a:rPr lang="en-US" smtClean="0"/>
              <a:t>2/12/2026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2DC25EE-239B-4C5F-AAD1-255A7D5F1EE2}" type="slidenum">
              <a:rPr lang="en-US" smtClean="0"/>
              <a:t>‹#›</a:t>
            </a:fld>
            <a:endParaRPr lang="en-US"/>
          </a:p>
        </p:txBody>
      </p:sp>
    </p:spTree>
    <p:extLst>
      <p:ext uri="{BB962C8B-B14F-4D97-AF65-F5344CB8AC3E}">
        <p14:creationId xmlns:p14="http://schemas.microsoft.com/office/powerpoint/2010/main" val="164359415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7" name="Rectangle 6"/>
          <p:cNvSpPr>
            <a:spLocks noChangeAspect="1"/>
          </p:cNvSpPr>
          <p:nvPr/>
        </p:nvSpPr>
        <p:spPr>
          <a:xfrm>
            <a:off x="8839201" y="599725"/>
            <a:ext cx="2906817" cy="581695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2" name="Vertical Title 1"/>
          <p:cNvSpPr>
            <a:spLocks noGrp="1"/>
          </p:cNvSpPr>
          <p:nvPr>
            <p:ph type="title" orient="vert"/>
          </p:nvPr>
        </p:nvSpPr>
        <p:spPr>
          <a:xfrm>
            <a:off x="8839201" y="675726"/>
            <a:ext cx="2004164" cy="5183073"/>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774923" y="675726"/>
            <a:ext cx="7896279" cy="5183073"/>
          </a:xfrm>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a:xfrm>
            <a:off x="8993673" y="5956137"/>
            <a:ext cx="1328141" cy="365125"/>
          </a:xfrm>
        </p:spPr>
        <p:txBody>
          <a:bodyPr/>
          <a:lstStyle>
            <a:lvl1pPr>
              <a:defRPr>
                <a:solidFill>
                  <a:schemeClr val="accent1">
                    <a:lumMod val="75000"/>
                    <a:lumOff val="25000"/>
                  </a:schemeClr>
                </a:solidFill>
              </a:defRPr>
            </a:lvl1pPr>
          </a:lstStyle>
          <a:p>
            <a:fld id="{02AC24A9-CCB6-4F8D-B8DB-C2F3692CFA5A}" type="datetimeFigureOut">
              <a:rPr lang="en-US" smtClean="0"/>
              <a:t>2/12/2026</a:t>
            </a:fld>
            <a:endParaRPr lang="en-US"/>
          </a:p>
        </p:txBody>
      </p:sp>
      <p:sp>
        <p:nvSpPr>
          <p:cNvPr id="5" name="Footer Placeholder 4"/>
          <p:cNvSpPr>
            <a:spLocks noGrp="1"/>
          </p:cNvSpPr>
          <p:nvPr>
            <p:ph type="ftr" sz="quarter" idx="11"/>
          </p:nvPr>
        </p:nvSpPr>
        <p:spPr>
          <a:xfrm>
            <a:off x="774923" y="5951811"/>
            <a:ext cx="7896279" cy="365125"/>
          </a:xfrm>
        </p:spPr>
        <p:txBody>
          <a:bodyPr/>
          <a:lstStyle/>
          <a:p>
            <a:endParaRPr lang="en-US"/>
          </a:p>
        </p:txBody>
      </p:sp>
      <p:sp>
        <p:nvSpPr>
          <p:cNvPr id="6" name="Slide Number Placeholder 5"/>
          <p:cNvSpPr>
            <a:spLocks noGrp="1"/>
          </p:cNvSpPr>
          <p:nvPr>
            <p:ph type="sldNum" sz="quarter" idx="12"/>
          </p:nvPr>
        </p:nvSpPr>
        <p:spPr>
          <a:xfrm>
            <a:off x="10446615" y="5956137"/>
            <a:ext cx="1164195" cy="365125"/>
          </a:xfrm>
        </p:spPr>
        <p:txBody>
          <a:bodyPr/>
          <a:lstStyle>
            <a:lvl1pPr>
              <a:defRPr>
                <a:solidFill>
                  <a:schemeClr val="accent1">
                    <a:lumMod val="75000"/>
                    <a:lumOff val="25000"/>
                  </a:schemeClr>
                </a:solidFill>
              </a:defRPr>
            </a:lvl1pPr>
          </a:lstStyle>
          <a:p>
            <a:fld id="{B2DC25EE-239B-4C5F-AAD1-255A7D5F1EE2}" type="slidenum">
              <a:rPr lang="en-US" smtClean="0"/>
              <a:t>‹#›</a:t>
            </a:fld>
            <a:endParaRPr lang="en-US"/>
          </a:p>
        </p:txBody>
      </p:sp>
    </p:spTree>
    <p:extLst>
      <p:ext uri="{BB962C8B-B14F-4D97-AF65-F5344CB8AC3E}">
        <p14:creationId xmlns:p14="http://schemas.microsoft.com/office/powerpoint/2010/main" val="191800472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581192" y="705124"/>
            <a:ext cx="11029616" cy="1189554"/>
          </a:xfrm>
          <a:prstGeom prst="rect">
            <a:avLst/>
          </a:prstGeom>
        </p:spPr>
        <p:txBody>
          <a:bodyPr vert="horz" lIns="91440" tIns="45720" rIns="91440" bIns="45720" rtlCol="0" anchor="b">
            <a:normAutofit/>
          </a:bodyPr>
          <a:lstStyle/>
          <a:p>
            <a:r>
              <a:rPr lang="en-US"/>
              <a:t>Click to edit Master title style</a:t>
            </a:r>
          </a:p>
        </p:txBody>
      </p:sp>
      <p:sp>
        <p:nvSpPr>
          <p:cNvPr id="3" name="Text Placeholder 2"/>
          <p:cNvSpPr>
            <a:spLocks noGrp="1"/>
          </p:cNvSpPr>
          <p:nvPr>
            <p:ph type="body" idx="1"/>
          </p:nvPr>
        </p:nvSpPr>
        <p:spPr>
          <a:xfrm>
            <a:off x="581192" y="2336003"/>
            <a:ext cx="11029616" cy="3522794"/>
          </a:xfrm>
          <a:prstGeom prst="rect">
            <a:avLst/>
          </a:prstGeom>
        </p:spPr>
        <p:txBody>
          <a:bodyPr vert="horz" lIns="91440" tIns="45720" rIns="91440" bIns="45720" rtlCol="0" anchor="ct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7605951" y="5956137"/>
            <a:ext cx="2844799" cy="365125"/>
          </a:xfrm>
          <a:prstGeom prst="rect">
            <a:avLst/>
          </a:prstGeom>
        </p:spPr>
        <p:txBody>
          <a:bodyPr vert="horz" lIns="91440" tIns="45720" rIns="91440" bIns="45720" rtlCol="0" anchor="ctr"/>
          <a:lstStyle>
            <a:lvl1pPr algn="r">
              <a:defRPr sz="900">
                <a:solidFill>
                  <a:schemeClr val="accent2"/>
                </a:solidFill>
              </a:defRPr>
            </a:lvl1pPr>
          </a:lstStyle>
          <a:p>
            <a:fld id="{02AC24A9-CCB6-4F8D-B8DB-C2F3692CFA5A}" type="datetimeFigureOut">
              <a:rPr lang="en-US" smtClean="0"/>
              <a:t>2/12/2026</a:t>
            </a:fld>
            <a:endParaRPr lang="en-US"/>
          </a:p>
        </p:txBody>
      </p:sp>
      <p:sp>
        <p:nvSpPr>
          <p:cNvPr id="5" name="Footer Placeholder 4"/>
          <p:cNvSpPr>
            <a:spLocks noGrp="1"/>
          </p:cNvSpPr>
          <p:nvPr>
            <p:ph type="ftr" sz="quarter" idx="3"/>
          </p:nvPr>
        </p:nvSpPr>
        <p:spPr>
          <a:xfrm>
            <a:off x="581192" y="5951811"/>
            <a:ext cx="6917210" cy="365125"/>
          </a:xfrm>
          <a:prstGeom prst="rect">
            <a:avLst/>
          </a:prstGeom>
        </p:spPr>
        <p:txBody>
          <a:bodyPr vert="horz" lIns="91440" tIns="45720" rIns="91440" bIns="45720" rtlCol="0" anchor="ctr"/>
          <a:lstStyle>
            <a:lvl1pPr algn="l">
              <a:defRPr sz="900" cap="all">
                <a:solidFill>
                  <a:schemeClr val="accent2"/>
                </a:solidFill>
              </a:defRPr>
            </a:lvl1pPr>
          </a:lstStyle>
          <a:p>
            <a:endParaRPr lang="en-US"/>
          </a:p>
        </p:txBody>
      </p:sp>
      <p:sp>
        <p:nvSpPr>
          <p:cNvPr id="6" name="Slide Number Placeholder 5"/>
          <p:cNvSpPr>
            <a:spLocks noGrp="1"/>
          </p:cNvSpPr>
          <p:nvPr>
            <p:ph type="sldNum" sz="quarter" idx="4"/>
          </p:nvPr>
        </p:nvSpPr>
        <p:spPr>
          <a:xfrm>
            <a:off x="10558300" y="5956137"/>
            <a:ext cx="1052510" cy="365125"/>
          </a:xfrm>
          <a:prstGeom prst="rect">
            <a:avLst/>
          </a:prstGeom>
        </p:spPr>
        <p:txBody>
          <a:bodyPr vert="horz" lIns="91440" tIns="45720" rIns="91440" bIns="45720" rtlCol="0" anchor="ctr"/>
          <a:lstStyle>
            <a:lvl1pPr algn="r">
              <a:defRPr sz="900">
                <a:solidFill>
                  <a:schemeClr val="accent2"/>
                </a:solidFill>
              </a:defRPr>
            </a:lvl1pPr>
          </a:lstStyle>
          <a:p>
            <a:fld id="{B2DC25EE-239B-4C5F-AAD1-255A7D5F1EE2}" type="slidenum">
              <a:rPr lang="en-US" smtClean="0"/>
              <a:t>‹#›</a:t>
            </a:fld>
            <a:endParaRPr lang="en-US"/>
          </a:p>
        </p:txBody>
      </p:sp>
      <p:sp>
        <p:nvSpPr>
          <p:cNvPr id="9" name="Rectangle 8"/>
          <p:cNvSpPr/>
          <p:nvPr/>
        </p:nvSpPr>
        <p:spPr>
          <a:xfrm>
            <a:off x="446534" y="457200"/>
            <a:ext cx="3703320" cy="94997"/>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10" name="Rectangle 9"/>
          <p:cNvSpPr/>
          <p:nvPr/>
        </p:nvSpPr>
        <p:spPr>
          <a:xfrm>
            <a:off x="8042147" y="453643"/>
            <a:ext cx="3703320" cy="98554"/>
          </a:xfrm>
          <a:prstGeom prst="rect">
            <a:avLst/>
          </a:prstGeom>
          <a:solidFill>
            <a:schemeClr val="accent4"/>
          </a:solidFill>
          <a:ln>
            <a:noFill/>
          </a:ln>
          <a:effectLst/>
        </p:spPr>
        <p:style>
          <a:lnRef idx="1">
            <a:schemeClr val="accent1"/>
          </a:lnRef>
          <a:fillRef idx="3">
            <a:schemeClr val="accent1"/>
          </a:fillRef>
          <a:effectRef idx="2">
            <a:schemeClr val="accent1"/>
          </a:effectRef>
          <a:fontRef idx="minor">
            <a:schemeClr val="lt1"/>
          </a:fontRef>
        </p:style>
      </p:sp>
      <p:sp>
        <p:nvSpPr>
          <p:cNvPr id="11" name="Rectangle 10"/>
          <p:cNvSpPr/>
          <p:nvPr/>
        </p:nvSpPr>
        <p:spPr>
          <a:xfrm>
            <a:off x="4241830" y="457200"/>
            <a:ext cx="3703320" cy="91440"/>
          </a:xfrm>
          <a:prstGeom prst="rect">
            <a:avLst/>
          </a:prstGeom>
          <a:solidFill>
            <a:schemeClr val="accent2"/>
          </a:solidFill>
          <a:ln>
            <a:noFill/>
          </a:ln>
          <a:effectLst/>
        </p:spPr>
        <p:style>
          <a:lnRef idx="1">
            <a:schemeClr val="accent1"/>
          </a:lnRef>
          <a:fillRef idx="3">
            <a:schemeClr val="accent1"/>
          </a:fillRef>
          <a:effectRef idx="2">
            <a:schemeClr val="accent1"/>
          </a:effectRef>
          <a:fontRef idx="minor">
            <a:schemeClr val="lt1"/>
          </a:fontRef>
        </p:style>
      </p:sp>
    </p:spTree>
    <p:extLst>
      <p:ext uri="{BB962C8B-B14F-4D97-AF65-F5344CB8AC3E}">
        <p14:creationId xmlns:p14="http://schemas.microsoft.com/office/powerpoint/2010/main" val="1487417757"/>
      </p:ext>
    </p:extLst>
  </p:cSld>
  <p:clrMap bg1="lt1" tx1="dk1" bg2="lt2" tx2="dk2" accent1="accent1" accent2="accent2" accent3="accent3" accent4="accent4" accent5="accent5" accent6="accent6" hlink="hlink" folHlink="folHlink"/>
  <p:sldLayoutIdLst>
    <p:sldLayoutId id="2147483700" r:id="rId1"/>
    <p:sldLayoutId id="2147483701" r:id="rId2"/>
    <p:sldLayoutId id="2147483702" r:id="rId3"/>
    <p:sldLayoutId id="2147483703" r:id="rId4"/>
    <p:sldLayoutId id="2147483704" r:id="rId5"/>
    <p:sldLayoutId id="2147483705" r:id="rId6"/>
    <p:sldLayoutId id="2147483706" r:id="rId7"/>
    <p:sldLayoutId id="2147483707" r:id="rId8"/>
    <p:sldLayoutId id="2147483708" r:id="rId9"/>
    <p:sldLayoutId id="2147483709" r:id="rId10"/>
    <p:sldLayoutId id="2147483710" r:id="rId11"/>
  </p:sldLayoutIdLst>
  <p:txStyles>
    <p:titleStyle>
      <a:lvl1pPr algn="l" defTabSz="457200" rtl="0" eaLnBrk="1" latinLnBrk="0" hangingPunct="1">
        <a:spcBef>
          <a:spcPct val="0"/>
        </a:spcBef>
        <a:buNone/>
        <a:defRPr sz="2800" b="0" kern="1200" cap="all">
          <a:solidFill>
            <a:schemeClr val="bg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06000" indent="-306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800" kern="1200">
          <a:solidFill>
            <a:schemeClr val="tx2"/>
          </a:solidFill>
          <a:latin typeface="+mn-lt"/>
          <a:ea typeface="+mn-ea"/>
          <a:cs typeface="+mn-cs"/>
        </a:defRPr>
      </a:lvl1pPr>
      <a:lvl2pPr marL="630000" indent="-306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600" kern="1200">
          <a:solidFill>
            <a:schemeClr val="tx2"/>
          </a:solidFill>
          <a:latin typeface="+mn-lt"/>
          <a:ea typeface="+mn-ea"/>
          <a:cs typeface="+mn-cs"/>
        </a:defRPr>
      </a:lvl2pPr>
      <a:lvl3pPr marL="900000" indent="-270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400" kern="1200">
          <a:solidFill>
            <a:schemeClr val="tx2"/>
          </a:solidFill>
          <a:latin typeface="+mn-lt"/>
          <a:ea typeface="+mn-ea"/>
          <a:cs typeface="+mn-cs"/>
        </a:defRPr>
      </a:lvl3pPr>
      <a:lvl4pPr marL="1242000" indent="-234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4pPr>
      <a:lvl5pPr marL="1602000" indent="-234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5pPr>
      <a:lvl6pPr marL="19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6pPr>
      <a:lvl7pPr marL="22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7pPr>
      <a:lvl8pPr marL="25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8pPr>
      <a:lvl9pPr marL="28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6.svg"/><Relationship Id="rId2" Type="http://schemas.openxmlformats.org/officeDocument/2006/relationships/image" Target="../media/image5.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04D8C0C-9784-44EE-8E40-AB82280B04AB}"/>
              </a:ext>
            </a:extLst>
          </p:cNvPr>
          <p:cNvSpPr>
            <a:spLocks noGrp="1"/>
          </p:cNvSpPr>
          <p:nvPr>
            <p:ph type="title"/>
          </p:nvPr>
        </p:nvSpPr>
        <p:spPr/>
        <p:txBody>
          <a:bodyPr/>
          <a:lstStyle/>
          <a:p>
            <a:pPr algn="ctr"/>
            <a:r>
              <a:rPr lang="en-US"/>
              <a:t>What’s a 1099c Document?</a:t>
            </a:r>
          </a:p>
        </p:txBody>
      </p:sp>
      <p:sp>
        <p:nvSpPr>
          <p:cNvPr id="3" name="Content Placeholder 2">
            <a:extLst>
              <a:ext uri="{FF2B5EF4-FFF2-40B4-BE49-F238E27FC236}">
                <a16:creationId xmlns:a16="http://schemas.microsoft.com/office/drawing/2014/main" id="{635FA406-06B8-4D68-896E-83FCB1C8C254}"/>
              </a:ext>
            </a:extLst>
          </p:cNvPr>
          <p:cNvSpPr>
            <a:spLocks noGrp="1"/>
          </p:cNvSpPr>
          <p:nvPr>
            <p:ph idx="1"/>
          </p:nvPr>
        </p:nvSpPr>
        <p:spPr>
          <a:xfrm>
            <a:off x="737933" y="2017986"/>
            <a:ext cx="11029616" cy="3045232"/>
          </a:xfrm>
        </p:spPr>
        <p:txBody>
          <a:bodyPr>
            <a:noAutofit/>
          </a:bodyPr>
          <a:lstStyle/>
          <a:p>
            <a:pPr marL="305435" indent="-305435"/>
            <a:r>
              <a:rPr lang="en-US" sz="2000"/>
              <a:t>A tax form issued by a Creditor to a Client whose debt has been settled. Amounts reported on 1099c (the amount of debt that was canceled) may have to be reported as income on a Client's tax return.</a:t>
            </a:r>
          </a:p>
          <a:p>
            <a:pPr marL="305435" indent="-305435">
              <a:buFont typeface="Wingdings" panose="05000000000000000000" pitchFamily="2" charset="2"/>
              <a:buChar char="§"/>
            </a:pPr>
            <a:r>
              <a:rPr lang="en-US" sz="2000"/>
              <a:t>Clients may not receive a form for all accounts enrolled in the program.</a:t>
            </a:r>
          </a:p>
          <a:p>
            <a:pPr marL="342900" marR="0" lvl="0" indent="-342900">
              <a:lnSpc>
                <a:spcPct val="107000"/>
              </a:lnSpc>
              <a:spcBef>
                <a:spcPts val="0"/>
              </a:spcBef>
              <a:spcAft>
                <a:spcPts val="800"/>
              </a:spcAft>
              <a:buFont typeface="Wingdings" panose="05000000000000000000" pitchFamily="2" charset="2"/>
              <a:buChar char=""/>
              <a:tabLst>
                <a:tab pos="457200" algn="l"/>
              </a:tabLst>
            </a:pPr>
            <a:r>
              <a:rPr lang="en-US" sz="2000">
                <a:latin typeface="+mj-lt"/>
                <a:cs typeface="Times New Roman"/>
              </a:rPr>
              <a:t>The debt may fall under an IRS exclusion.  Clients should contact their tax professional to </a:t>
            </a:r>
            <a:r>
              <a:rPr lang="en-US" sz="2000">
                <a:effectLst/>
                <a:latin typeface="+mj-lt"/>
                <a:ea typeface="Calibri"/>
                <a:cs typeface="Times New Roman"/>
              </a:rPr>
              <a:t>inquire about the 982-insolvency form. (*Based on previous client/COA experiences*)</a:t>
            </a:r>
          </a:p>
          <a:p>
            <a:pPr marL="305435" indent="-305435">
              <a:buFont typeface="Wingdings" panose="05000000000000000000" pitchFamily="2" charset="2"/>
              <a:buChar char="§"/>
            </a:pPr>
            <a:r>
              <a:rPr lang="en-US" sz="2000"/>
              <a:t>Clients are more likely to receive these documents on accounts with higher balances.</a:t>
            </a:r>
          </a:p>
        </p:txBody>
      </p:sp>
      <p:pic>
        <p:nvPicPr>
          <p:cNvPr id="5" name="Graphic 4" descr="Contract outline">
            <a:extLst>
              <a:ext uri="{FF2B5EF4-FFF2-40B4-BE49-F238E27FC236}">
                <a16:creationId xmlns:a16="http://schemas.microsoft.com/office/drawing/2014/main" id="{FEDB15AA-919B-4189-AACE-00146264E257}"/>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4940863" y="4969719"/>
            <a:ext cx="1970690" cy="1658471"/>
          </a:xfrm>
          <a:prstGeom prst="rect">
            <a:avLst/>
          </a:prstGeom>
        </p:spPr>
      </p:pic>
    </p:spTree>
    <p:extLst>
      <p:ext uri="{BB962C8B-B14F-4D97-AF65-F5344CB8AC3E}">
        <p14:creationId xmlns:p14="http://schemas.microsoft.com/office/powerpoint/2010/main" val="330383670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27DB11C-4E2A-4CBE-BEB9-12EC7FD5B6C1}"/>
              </a:ext>
            </a:extLst>
          </p:cNvPr>
          <p:cNvSpPr>
            <a:spLocks noGrp="1"/>
          </p:cNvSpPr>
          <p:nvPr>
            <p:ph type="title"/>
          </p:nvPr>
        </p:nvSpPr>
        <p:spPr/>
        <p:txBody>
          <a:bodyPr/>
          <a:lstStyle/>
          <a:p>
            <a:r>
              <a:rPr lang="en-US"/>
              <a:t>Speaking Points</a:t>
            </a:r>
          </a:p>
        </p:txBody>
      </p:sp>
      <p:sp>
        <p:nvSpPr>
          <p:cNvPr id="3" name="Content Placeholder 2">
            <a:extLst>
              <a:ext uri="{FF2B5EF4-FFF2-40B4-BE49-F238E27FC236}">
                <a16:creationId xmlns:a16="http://schemas.microsoft.com/office/drawing/2014/main" id="{F886F847-0B56-4752-A512-EE8E03210961}"/>
              </a:ext>
            </a:extLst>
          </p:cNvPr>
          <p:cNvSpPr>
            <a:spLocks noGrp="1"/>
          </p:cNvSpPr>
          <p:nvPr>
            <p:ph idx="1"/>
          </p:nvPr>
        </p:nvSpPr>
        <p:spPr>
          <a:xfrm>
            <a:off x="581193" y="1923390"/>
            <a:ext cx="11029615" cy="2522483"/>
          </a:xfrm>
        </p:spPr>
        <p:txBody>
          <a:bodyPr>
            <a:noAutofit/>
          </a:bodyPr>
          <a:lstStyle/>
          <a:p>
            <a:r>
              <a:rPr lang="en-US" sz="2400"/>
              <a:t>Savings under $600 are less likely to be taxed on it.</a:t>
            </a:r>
          </a:p>
          <a:p>
            <a:r>
              <a:rPr lang="en-US" sz="2400"/>
              <a:t>Savings may outweigh taxable amount.</a:t>
            </a:r>
          </a:p>
          <a:p>
            <a:r>
              <a:rPr lang="en-US" sz="2400"/>
              <a:t>Clients can ask tax professionals about a 982 Form (Insolvency Form) to counter the 1099c form.</a:t>
            </a:r>
          </a:p>
          <a:p>
            <a:pPr marL="0" indent="0">
              <a:buNone/>
            </a:pPr>
            <a:endParaRPr lang="en-US" sz="2400"/>
          </a:p>
        </p:txBody>
      </p:sp>
      <p:pic>
        <p:nvPicPr>
          <p:cNvPr id="5" name="Graphic 4" descr="Chat bubble with solid fill">
            <a:extLst>
              <a:ext uri="{FF2B5EF4-FFF2-40B4-BE49-F238E27FC236}">
                <a16:creationId xmlns:a16="http://schemas.microsoft.com/office/drawing/2014/main" id="{7A730004-5DFE-4A57-8C35-9778D3D0055A}"/>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3888828" y="3767959"/>
            <a:ext cx="3930870" cy="3231930"/>
          </a:xfrm>
          <a:prstGeom prst="rect">
            <a:avLst/>
          </a:prstGeom>
        </p:spPr>
      </p:pic>
    </p:spTree>
    <p:extLst>
      <p:ext uri="{BB962C8B-B14F-4D97-AF65-F5344CB8AC3E}">
        <p14:creationId xmlns:p14="http://schemas.microsoft.com/office/powerpoint/2010/main" val="376578256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C6961B9-0AB2-4091-806A-1EB67A6CFFBE}"/>
              </a:ext>
            </a:extLst>
          </p:cNvPr>
          <p:cNvSpPr>
            <a:spLocks noGrp="1"/>
          </p:cNvSpPr>
          <p:nvPr>
            <p:ph type="title"/>
          </p:nvPr>
        </p:nvSpPr>
        <p:spPr/>
        <p:txBody>
          <a:bodyPr/>
          <a:lstStyle/>
          <a:p>
            <a:pPr algn="ctr"/>
            <a:r>
              <a:rPr lang="en-US"/>
              <a:t>COA &amp; 1099c Tax Documents</a:t>
            </a:r>
          </a:p>
        </p:txBody>
      </p:sp>
      <p:sp>
        <p:nvSpPr>
          <p:cNvPr id="3" name="Content Placeholder 2">
            <a:extLst>
              <a:ext uri="{FF2B5EF4-FFF2-40B4-BE49-F238E27FC236}">
                <a16:creationId xmlns:a16="http://schemas.microsoft.com/office/drawing/2014/main" id="{676562AD-E807-4AAC-8159-3406E62FFF8A}"/>
              </a:ext>
            </a:extLst>
          </p:cNvPr>
          <p:cNvSpPr>
            <a:spLocks noGrp="1"/>
          </p:cNvSpPr>
          <p:nvPr>
            <p:ph idx="1"/>
          </p:nvPr>
        </p:nvSpPr>
        <p:spPr>
          <a:xfrm>
            <a:off x="989442" y="2115413"/>
            <a:ext cx="10377494" cy="4364211"/>
          </a:xfrm>
        </p:spPr>
        <p:txBody>
          <a:bodyPr>
            <a:noAutofit/>
          </a:bodyPr>
          <a:lstStyle/>
          <a:p>
            <a:pPr marL="305435" indent="-305435"/>
            <a:r>
              <a:rPr lang="en-US" sz="2200" dirty="0"/>
              <a:t>Advise clients they may receive 1099c from their creditors on both settled &amp; unsettled debt.</a:t>
            </a:r>
          </a:p>
          <a:p>
            <a:pPr marL="305435" indent="-305435"/>
            <a:r>
              <a:rPr lang="en-US" sz="2200" dirty="0"/>
              <a:t>If </a:t>
            </a:r>
            <a:r>
              <a:rPr lang="en-US" sz="2200" dirty="0" err="1"/>
              <a:t>ClearOne</a:t>
            </a:r>
            <a:r>
              <a:rPr lang="en-US" sz="2200" dirty="0"/>
              <a:t> Advantage receives any of these tax documents,</a:t>
            </a:r>
          </a:p>
          <a:p>
            <a:pPr marL="629920" lvl="1" indent="-305435"/>
            <a:r>
              <a:rPr lang="en-US" sz="2200" dirty="0"/>
              <a:t>This will be sent automatically </a:t>
            </a:r>
          </a:p>
          <a:p>
            <a:pPr marL="305435" indent="-305435"/>
            <a:r>
              <a:rPr lang="en-US" sz="2200" dirty="0"/>
              <a:t>COA can receive these 1099c forms at any time during or after tax season.</a:t>
            </a:r>
          </a:p>
          <a:p>
            <a:pPr marL="305435" indent="-305435"/>
            <a:r>
              <a:rPr lang="en-US" sz="2200" dirty="0"/>
              <a:t>Advise they should be taken to their tax professional to address. COA </a:t>
            </a:r>
            <a:r>
              <a:rPr lang="en-US" sz="2200" i="1" u="sng" dirty="0"/>
              <a:t>cannot </a:t>
            </a:r>
            <a:r>
              <a:rPr lang="en-US" sz="2200" dirty="0"/>
              <a:t> provide tax advice.</a:t>
            </a:r>
          </a:p>
        </p:txBody>
      </p:sp>
    </p:spTree>
    <p:extLst>
      <p:ext uri="{BB962C8B-B14F-4D97-AF65-F5344CB8AC3E}">
        <p14:creationId xmlns:p14="http://schemas.microsoft.com/office/powerpoint/2010/main" val="285186408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27DB11C-4E2A-4CBE-BEB9-12EC7FD5B6C1}"/>
              </a:ext>
            </a:extLst>
          </p:cNvPr>
          <p:cNvSpPr>
            <a:spLocks noGrp="1"/>
          </p:cNvSpPr>
          <p:nvPr>
            <p:ph type="title"/>
          </p:nvPr>
        </p:nvSpPr>
        <p:spPr/>
        <p:txBody>
          <a:bodyPr/>
          <a:lstStyle/>
          <a:p>
            <a:r>
              <a:rPr lang="en-US"/>
              <a:t>Speaking Points Cont’d</a:t>
            </a:r>
          </a:p>
        </p:txBody>
      </p:sp>
      <p:sp>
        <p:nvSpPr>
          <p:cNvPr id="3" name="Content Placeholder 2">
            <a:extLst>
              <a:ext uri="{FF2B5EF4-FFF2-40B4-BE49-F238E27FC236}">
                <a16:creationId xmlns:a16="http://schemas.microsoft.com/office/drawing/2014/main" id="{F886F847-0B56-4752-A512-EE8E03210961}"/>
              </a:ext>
            </a:extLst>
          </p:cNvPr>
          <p:cNvSpPr>
            <a:spLocks noGrp="1"/>
          </p:cNvSpPr>
          <p:nvPr>
            <p:ph idx="1"/>
          </p:nvPr>
        </p:nvSpPr>
        <p:spPr>
          <a:xfrm>
            <a:off x="581193" y="1862817"/>
            <a:ext cx="11029615" cy="3279228"/>
          </a:xfrm>
        </p:spPr>
        <p:txBody>
          <a:bodyPr>
            <a:noAutofit/>
          </a:bodyPr>
          <a:lstStyle/>
          <a:p>
            <a:pPr marL="305435" indent="-305435"/>
            <a:r>
              <a:rPr lang="en-US" sz="2200"/>
              <a:t>If 1099c’s are received on unsettled accounts, this means that the creditor has likely written off the debt. They can contact their creditor to see if there is any balance owed. If creditor states the account has a $0.00 balance, clients can remove it from program.</a:t>
            </a:r>
            <a:endParaRPr lang="en-US" sz="2200">
              <a:latin typeface="Calibri" panose="020F0502020204030204" pitchFamily="34" charset="0"/>
              <a:ea typeface="Calibri"/>
              <a:cs typeface="Calibri" panose="020F0502020204030204" pitchFamily="34" charset="0"/>
            </a:endParaRPr>
          </a:p>
          <a:p>
            <a:pPr marL="305435" indent="-305435"/>
            <a:r>
              <a:rPr lang="en-US" sz="2200"/>
              <a:t>Encourage the client that they’re not paying back the full savings on settled accounts, they are just being taxed as if it were earnings.</a:t>
            </a:r>
          </a:p>
          <a:p>
            <a:pPr marL="0" indent="0">
              <a:buNone/>
            </a:pPr>
            <a:endParaRPr lang="en-US" sz="2200"/>
          </a:p>
        </p:txBody>
      </p:sp>
      <p:pic>
        <p:nvPicPr>
          <p:cNvPr id="7" name="Graphic 6" descr="Megaphone1 with solid fill">
            <a:extLst>
              <a:ext uri="{FF2B5EF4-FFF2-40B4-BE49-F238E27FC236}">
                <a16:creationId xmlns:a16="http://schemas.microsoft.com/office/drawing/2014/main" id="{2020B411-9B3D-4546-9E95-52C5A1D7BB41}"/>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4614529" y="4085993"/>
            <a:ext cx="2962018" cy="2770739"/>
          </a:xfrm>
          <a:prstGeom prst="rect">
            <a:avLst/>
          </a:prstGeom>
        </p:spPr>
      </p:pic>
    </p:spTree>
    <p:extLst>
      <p:ext uri="{BB962C8B-B14F-4D97-AF65-F5344CB8AC3E}">
        <p14:creationId xmlns:p14="http://schemas.microsoft.com/office/powerpoint/2010/main" val="974033466"/>
      </p:ext>
    </p:extLst>
  </p:cSld>
  <p:clrMapOvr>
    <a:masterClrMapping/>
  </p:clrMapOvr>
</p:sld>
</file>

<file path=ppt/theme/theme1.xml><?xml version="1.0" encoding="utf-8"?>
<a:theme xmlns:a="http://schemas.openxmlformats.org/drawingml/2006/main" name="Dividend">
  <a:themeElements>
    <a:clrScheme name="Dividend">
      <a:dk1>
        <a:sysClr val="windowText" lastClr="000000"/>
      </a:dk1>
      <a:lt1>
        <a:sysClr val="window" lastClr="FFFFFF"/>
      </a:lt1>
      <a:dk2>
        <a:srgbClr val="3D3D3D"/>
      </a:dk2>
      <a:lt2>
        <a:srgbClr val="EBEBEB"/>
      </a:lt2>
      <a:accent1>
        <a:srgbClr val="4D1434"/>
      </a:accent1>
      <a:accent2>
        <a:srgbClr val="903163"/>
      </a:accent2>
      <a:accent3>
        <a:srgbClr val="B2324B"/>
      </a:accent3>
      <a:accent4>
        <a:srgbClr val="969FA7"/>
      </a:accent4>
      <a:accent5>
        <a:srgbClr val="66B1CE"/>
      </a:accent5>
      <a:accent6>
        <a:srgbClr val="40619D"/>
      </a:accent6>
      <a:hlink>
        <a:srgbClr val="828282"/>
      </a:hlink>
      <a:folHlink>
        <a:srgbClr val="A5A5A5"/>
      </a:folHlink>
    </a:clrScheme>
    <a:fontScheme name="Dividend">
      <a:majorFont>
        <a:latin typeface="Gill Sans MT" panose="020B0502020104020203"/>
        <a:ea typeface=""/>
        <a:cs typeface=""/>
        <a:font script="Grek" typeface="Corbel"/>
        <a:font script="Cyrl" typeface="Corbel"/>
        <a:font script="Jpan" typeface="HGｺﾞｼｯｸE"/>
        <a:font script="Hang" typeface="휴먼매직체"/>
        <a:font script="Hans" typeface="华文中宋"/>
        <a:font script="Hant" typeface="微軟正黑體"/>
        <a:font script="Arab" typeface="Majalla UI"/>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Gill Sans MT" panose="020B0502020104020203"/>
        <a:ea typeface=""/>
        <a:cs typeface=""/>
        <a:font script="Grek" typeface="Corbel"/>
        <a:font script="Cyrl" typeface="Corbel"/>
        <a:font script="Jpan" typeface="HGｺﾞｼｯｸE"/>
        <a:font script="Hang" typeface="휴먼매직체"/>
        <a:font script="Hans" typeface="华文中宋"/>
        <a:font script="Hant" typeface="微軟正黑體"/>
        <a:font script="Arab" typeface="Majalla UI"/>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Dividend">
      <a:fillStyleLst>
        <a:solidFill>
          <a:schemeClr val="phClr"/>
        </a:solidFill>
        <a:gradFill rotWithShape="1">
          <a:gsLst>
            <a:gs pos="0">
              <a:schemeClr val="phClr">
                <a:tint val="68000"/>
                <a:alpha val="90000"/>
                <a:lumMod val="100000"/>
              </a:schemeClr>
            </a:gs>
            <a:gs pos="100000">
              <a:schemeClr val="phClr">
                <a:tint val="90000"/>
                <a:lumMod val="95000"/>
              </a:schemeClr>
            </a:gs>
          </a:gsLst>
          <a:lin ang="5400000" scaled="1"/>
        </a:gradFill>
        <a:gradFill rotWithShape="1">
          <a:gsLst>
            <a:gs pos="0">
              <a:schemeClr val="phClr">
                <a:tint val="98000"/>
                <a:lumMod val="110000"/>
              </a:schemeClr>
            </a:gs>
            <a:gs pos="84000">
              <a:schemeClr val="phClr">
                <a:shade val="90000"/>
                <a:lumMod val="88000"/>
              </a:schemeClr>
            </a:gs>
          </a:gsLst>
          <a:lin ang="5400000" scaled="0"/>
        </a:gradFill>
      </a:fillStyleLst>
      <a:lnStyleLst>
        <a:ln w="12700" cap="rnd" cmpd="sng" algn="ctr">
          <a:solidFill>
            <a:schemeClr val="phClr">
              <a:lumMod val="90000"/>
            </a:schemeClr>
          </a:solidFill>
          <a:prstDash val="solid"/>
        </a:ln>
        <a:ln w="22225"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38100" dist="25400" dir="5400000" rotWithShape="0">
              <a:srgbClr val="000000">
                <a:alpha val="55000"/>
              </a:srgbClr>
            </a:outerShdw>
          </a:effectLst>
        </a:effectStyle>
        <a:effectStyle>
          <a:effectLst>
            <a:outerShdw blurRad="88900" dist="38100" dir="5040000" rotWithShape="0">
              <a:srgbClr val="000000">
                <a:alpha val="60000"/>
              </a:srgbClr>
            </a:outerShdw>
          </a:effectLst>
          <a:scene3d>
            <a:camera prst="orthographicFront">
              <a:rot lat="0" lon="0" rev="0"/>
            </a:camera>
            <a:lightRig rig="threePt" dir="tl">
              <a:rot lat="0" lon="0" rev="1200000"/>
            </a:lightRig>
          </a:scene3d>
          <a:sp3d>
            <a:bevelT w="38100" h="50800"/>
          </a:sp3d>
        </a:effectStyle>
      </a:effectStyleLst>
      <a:bgFillStyleLst>
        <a:solidFill>
          <a:schemeClr val="phClr"/>
        </a:solidFill>
        <a:gradFill rotWithShape="1">
          <a:gsLst>
            <a:gs pos="0">
              <a:schemeClr val="phClr">
                <a:tint val="90000"/>
                <a:lumMod val="110000"/>
              </a:schemeClr>
            </a:gs>
            <a:gs pos="88000">
              <a:schemeClr val="phClr">
                <a:shade val="94000"/>
                <a:satMod val="110000"/>
                <a:lumMod val="88000"/>
              </a:schemeClr>
            </a:gs>
          </a:gsLst>
          <a:lin ang="5400000" scaled="0"/>
        </a:gradFill>
        <a:gradFill rotWithShape="1">
          <a:gsLst>
            <a:gs pos="0">
              <a:schemeClr val="phClr">
                <a:tint val="90000"/>
                <a:lumMod val="110000"/>
              </a:schemeClr>
            </a:gs>
            <a:gs pos="100000">
              <a:schemeClr val="phClr">
                <a:shade val="98000"/>
                <a:satMod val="110000"/>
                <a:lumMod val="86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Dividend" id="{9697A71B-4AB7-4A1A-BD5B-BB2D22835B57}" vid="{C21699FF-00E4-43C8-BBCC-D7E5536C3717}"/>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ct:contentTypeSchema xmlns:ct="http://schemas.microsoft.com/office/2006/metadata/contentType" xmlns:ma="http://schemas.microsoft.com/office/2006/metadata/properties/metaAttributes" ct:_="" ma:_="" ma:contentTypeName="Document" ma:contentTypeID="0x010100E563EA4EAC53434282EAA3F21CEC1BE7" ma:contentTypeVersion="29" ma:contentTypeDescription="Create a new document." ma:contentTypeScope="" ma:versionID="ba60f6f6a5a461cc86ef43a54944f406">
  <xsd:schema xmlns:xsd="http://www.w3.org/2001/XMLSchema" xmlns:xs="http://www.w3.org/2001/XMLSchema" xmlns:p="http://schemas.microsoft.com/office/2006/metadata/properties" xmlns:ns1="http://schemas.microsoft.com/sharepoint/v3" xmlns:ns2="dfbadaf6-90cf-41d3-a0ba-bbd98d259036" xmlns:ns3="fca21091-4343-4232-a795-e59481497cb5" targetNamespace="http://schemas.microsoft.com/office/2006/metadata/properties" ma:root="true" ma:fieldsID="b5a149f786f57a5eff8787dfd2abb0bb" ns1:_="" ns2:_="" ns3:_="">
    <xsd:import namespace="http://schemas.microsoft.com/sharepoint/v3"/>
    <xsd:import namespace="dfbadaf6-90cf-41d3-a0ba-bbd98d259036"/>
    <xsd:import namespace="fca21091-4343-4232-a795-e59481497cb5"/>
    <xsd:element name="properties">
      <xsd:complexType>
        <xsd:sequence>
          <xsd:element name="documentManagement">
            <xsd:complexType>
              <xsd:all>
                <xsd:element ref="ns2:MediaServiceMetadata" minOccurs="0"/>
                <xsd:element ref="ns2:MediaServiceFastMetadata" minOccurs="0"/>
                <xsd:element ref="ns2:MediaServiceAutoKeyPoints" minOccurs="0"/>
                <xsd:element ref="ns2:MediaServiceKeyPoints" minOccurs="0"/>
                <xsd:element ref="ns2:MediaServiceDateTaken" minOccurs="0"/>
                <xsd:element ref="ns2:MediaLengthInSeconds" minOccurs="0"/>
                <xsd:element ref="ns3:SharedWithUsers" minOccurs="0"/>
                <xsd:element ref="ns3:SharedWithDetails" minOccurs="0"/>
                <xsd:element ref="ns2:MediaServiceAutoTags" minOccurs="0"/>
                <xsd:element ref="ns1:_ip_UnifiedCompliancePolicyProperties" minOccurs="0"/>
                <xsd:element ref="ns1:_ip_UnifiedCompliancePolicyUIAction" minOccurs="0"/>
                <xsd:element ref="ns2:MediaServiceOCR" minOccurs="0"/>
                <xsd:element ref="ns2:MediaServiceGenerationTime" minOccurs="0"/>
                <xsd:element ref="ns2:MediaServiceEventHashCode" minOccurs="0"/>
                <xsd:element ref="ns2:lcf76f155ced4ddcb4097134ff3c332f" minOccurs="0"/>
                <xsd:element ref="ns3:TaxCatchAll" minOccurs="0"/>
                <xsd:element ref="ns2:MediaServiceObjectDetectorVersions" minOccurs="0"/>
                <xsd:element ref="ns2:_Flow_SignoffStatus" minOccurs="0"/>
                <xsd:element ref="ns2:MediaServiceLocation" minOccurs="0"/>
                <xsd:element ref="ns2:MediaServiceSearchPropertie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3" elementFormDefault="qualified">
    <xsd:import namespace="http://schemas.microsoft.com/office/2006/documentManagement/types"/>
    <xsd:import namespace="http://schemas.microsoft.com/office/infopath/2007/PartnerControls"/>
    <xsd:element name="_ip_UnifiedCompliancePolicyProperties" ma:index="17" nillable="true" ma:displayName="Unified Compliance Policy Properties" ma:hidden="true" ma:internalName="_ip_UnifiedCompliancePolicyProperties">
      <xsd:simpleType>
        <xsd:restriction base="dms:Note"/>
      </xsd:simpleType>
    </xsd:element>
    <xsd:element name="_ip_UnifiedCompliancePolicyUIAction" ma:index="18" nillable="true" ma:displayName="Unified Compliance Policy UI Action" ma:hidden="true" ma:internalName="_ip_UnifiedCompliancePolicyUIAction">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dfbadaf6-90cf-41d3-a0ba-bbd98d259036"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AutoKeyPoints" ma:index="10" nillable="true" ma:displayName="MediaServiceAutoKeyPoints" ma:hidden="true" ma:internalName="MediaServiceAutoKeyPoints" ma:readOnly="true">
      <xsd:simpleType>
        <xsd:restriction base="dms:Note"/>
      </xsd:simpleType>
    </xsd:element>
    <xsd:element name="MediaServiceKeyPoints" ma:index="11" nillable="true" ma:displayName="KeyPoints" ma:internalName="MediaServiceKeyPoints" ma:readOnly="true">
      <xsd:simpleType>
        <xsd:restriction base="dms:Note">
          <xsd:maxLength value="255"/>
        </xsd:restriction>
      </xsd:simpleType>
    </xsd:element>
    <xsd:element name="MediaServiceDateTaken" ma:index="12" nillable="true" ma:displayName="MediaServiceDateTaken" ma:hidden="true" ma:internalName="MediaServiceDateTaken" ma:readOnly="true">
      <xsd:simpleType>
        <xsd:restriction base="dms:Text"/>
      </xsd:simpleType>
    </xsd:element>
    <xsd:element name="MediaLengthInSeconds" ma:index="13" nillable="true" ma:displayName="MediaLengthInSeconds" ma:hidden="true" ma:internalName="MediaLengthInSeconds" ma:readOnly="true">
      <xsd:simpleType>
        <xsd:restriction base="dms:Unknown"/>
      </xsd:simpleType>
    </xsd:element>
    <xsd:element name="MediaServiceAutoTags" ma:index="16" nillable="true" ma:displayName="Tags" ma:internalName="MediaServiceAutoTags" ma:readOnly="true">
      <xsd:simpleType>
        <xsd:restriction base="dms:Text"/>
      </xsd:simpleType>
    </xsd:element>
    <xsd:element name="MediaServiceOCR" ma:index="19" nillable="true" ma:displayName="Extracted Text" ma:internalName="MediaServiceOCR" ma:readOnly="true">
      <xsd:simpleType>
        <xsd:restriction base="dms:Note">
          <xsd:maxLength value="255"/>
        </xsd:restriction>
      </xsd:simpleType>
    </xsd:element>
    <xsd:element name="MediaServiceGenerationTime" ma:index="20" nillable="true" ma:displayName="MediaServiceGenerationTime" ma:hidden="true" ma:internalName="MediaServiceGenerationTime" ma:readOnly="true">
      <xsd:simpleType>
        <xsd:restriction base="dms:Text"/>
      </xsd:simpleType>
    </xsd:element>
    <xsd:element name="MediaServiceEventHashCode" ma:index="21" nillable="true" ma:displayName="MediaServiceEventHashCode" ma:hidden="true" ma:internalName="MediaServiceEventHashCode" ma:readOnly="true">
      <xsd:simpleType>
        <xsd:restriction base="dms:Text"/>
      </xsd:simpleType>
    </xsd:element>
    <xsd:element name="lcf76f155ced4ddcb4097134ff3c332f" ma:index="23" nillable="true" ma:taxonomy="true" ma:internalName="lcf76f155ced4ddcb4097134ff3c332f" ma:taxonomyFieldName="MediaServiceImageTags" ma:displayName="Image Tags" ma:readOnly="false" ma:fieldId="{5cf76f15-5ced-4ddc-b409-7134ff3c332f}" ma:taxonomyMulti="true" ma:sspId="3f4aff2b-04e6-48f0-83c9-56fafe2014f7" ma:termSetId="09814cd3-568e-fe90-9814-8d621ff8fb84" ma:anchorId="fba54fb3-c3e1-fe81-a776-ca4b69148c4d" ma:open="true" ma:isKeyword="false">
      <xsd:complexType>
        <xsd:sequence>
          <xsd:element ref="pc:Terms" minOccurs="0" maxOccurs="1"/>
        </xsd:sequence>
      </xsd:complexType>
    </xsd:element>
    <xsd:element name="MediaServiceObjectDetectorVersions" ma:index="25" nillable="true" ma:displayName="MediaServiceObjectDetectorVersions" ma:hidden="true" ma:indexed="true" ma:internalName="MediaServiceObjectDetectorVersions" ma:readOnly="true">
      <xsd:simpleType>
        <xsd:restriction base="dms:Text"/>
      </xsd:simpleType>
    </xsd:element>
    <xsd:element name="_Flow_SignoffStatus" ma:index="26" nillable="true" ma:displayName="Sign-off status" ma:internalName="Sign_x002d_off_x0020_status">
      <xsd:simpleType>
        <xsd:restriction base="dms:Text"/>
      </xsd:simpleType>
    </xsd:element>
    <xsd:element name="MediaServiceLocation" ma:index="27" nillable="true" ma:displayName="Location" ma:indexed="true" ma:internalName="MediaServiceLocation" ma:readOnly="true">
      <xsd:simpleType>
        <xsd:restriction base="dms:Text"/>
      </xsd:simpleType>
    </xsd:element>
    <xsd:element name="MediaServiceSearchProperties" ma:index="28" nillable="true" ma:displayName="MediaServiceSearchProperties" ma:hidden="true" ma:internalName="MediaServiceSearchPropertie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fca21091-4343-4232-a795-e59481497cb5" elementFormDefault="qualified">
    <xsd:import namespace="http://schemas.microsoft.com/office/2006/documentManagement/types"/>
    <xsd:import namespace="http://schemas.microsoft.com/office/infopath/2007/PartnerControls"/>
    <xsd:element name="SharedWithUsers" ma:index="14"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5" nillable="true" ma:displayName="Shared With Details" ma:internalName="SharedWithDetails" ma:readOnly="true">
      <xsd:simpleType>
        <xsd:restriction base="dms:Note">
          <xsd:maxLength value="255"/>
        </xsd:restriction>
      </xsd:simpleType>
    </xsd:element>
    <xsd:element name="TaxCatchAll" ma:index="24" nillable="true" ma:displayName="Taxonomy Catch All Column" ma:hidden="true" ma:list="{d36b9b6e-086a-4dd3-8773-df145aa506ae}" ma:internalName="TaxCatchAll" ma:showField="CatchAllData" ma:web="fca21091-4343-4232-a795-e59481497cb5">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p:properties xmlns:p="http://schemas.microsoft.com/office/2006/metadata/properties" xmlns:xsi="http://www.w3.org/2001/XMLSchema-instance" xmlns:pc="http://schemas.microsoft.com/office/infopath/2007/PartnerControls">
  <documentManagement>
    <SharedWithUsers xmlns="fca21091-4343-4232-a795-e59481497cb5">
      <UserInfo>
        <DisplayName>Darnell Norman</DisplayName>
        <AccountId>88</AccountId>
        <AccountType/>
      </UserInfo>
    </SharedWithUsers>
    <_ip_UnifiedCompliancePolicyUIAction xmlns="http://schemas.microsoft.com/sharepoint/v3" xsi:nil="true"/>
    <_ip_UnifiedCompliancePolicyProperties xmlns="http://schemas.microsoft.com/sharepoint/v3" xsi:nil="true"/>
    <TaxCatchAll xmlns="fca21091-4343-4232-a795-e59481497cb5" xsi:nil="true"/>
    <lcf76f155ced4ddcb4097134ff3c332f xmlns="dfbadaf6-90cf-41d3-a0ba-bbd98d259036">
      <Terms xmlns="http://schemas.microsoft.com/office/infopath/2007/PartnerControls"/>
    </lcf76f155ced4ddcb4097134ff3c332f>
    <_Flow_SignoffStatus xmlns="dfbadaf6-90cf-41d3-a0ba-bbd98d259036" xsi:nil="true"/>
  </documentManagement>
</p:properties>
</file>

<file path=customXml/itemProps1.xml><?xml version="1.0" encoding="utf-8"?>
<ds:datastoreItem xmlns:ds="http://schemas.openxmlformats.org/officeDocument/2006/customXml" ds:itemID="{09F79997-5EEC-4898-BA63-6784888C5223}">
  <ds:schemaRefs>
    <ds:schemaRef ds:uri="http://schemas.microsoft.com/sharepoint/v3/contenttype/forms"/>
  </ds:schemaRefs>
</ds:datastoreItem>
</file>

<file path=customXml/itemProps2.xml><?xml version="1.0" encoding="utf-8"?>
<ds:datastoreItem xmlns:ds="http://schemas.openxmlformats.org/officeDocument/2006/customXml" ds:itemID="{F20D61D3-E67B-40C2-9A87-02144E93FD79}">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http://schemas.microsoft.com/sharepoint/v3"/>
    <ds:schemaRef ds:uri="dfbadaf6-90cf-41d3-a0ba-bbd98d259036"/>
    <ds:schemaRef ds:uri="fca21091-4343-4232-a795-e59481497cb5"/>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3.xml><?xml version="1.0" encoding="utf-8"?>
<ds:datastoreItem xmlns:ds="http://schemas.openxmlformats.org/officeDocument/2006/customXml" ds:itemID="{ECED4E5E-0771-446C-B3D9-0EC2D1D7C667}">
  <ds:schemaRefs>
    <ds:schemaRef ds:uri="01b97101-3d1d-44bf-85df-b30b028166b1"/>
    <ds:schemaRef ds:uri="4be69203-1532-4f14-95c2-5fd5028bcd3e"/>
    <ds:schemaRef ds:uri="dfbadaf6-90cf-41d3-a0ba-bbd98d259036"/>
    <ds:schemaRef ds:uri="fca21091-4343-4232-a795-e59481497cb5"/>
    <ds:schemaRef ds:uri="http://purl.org/dc/dcmitype/"/>
    <ds:schemaRef ds:uri="http://purl.org/dc/elements/1.1/"/>
    <ds:schemaRef ds:uri="http://purl.org/dc/terms/"/>
    <ds:schemaRef ds:uri="http://schemas.microsoft.com/office/2006/documentManagement/types"/>
    <ds:schemaRef ds:uri="http://schemas.microsoft.com/office/2006/metadata/properties"/>
    <ds:schemaRef ds:uri="http://schemas.microsoft.com/office/infopath/2007/PartnerControls"/>
    <ds:schemaRef ds:uri="http://schemas.microsoft.com/sharepoint/v3"/>
    <ds:schemaRef ds:uri="http://schemas.openxmlformats.org/package/2006/metadata/core-properties"/>
    <ds:schemaRef ds:uri="http://www.w3.org/XML/1998/namespace"/>
  </ds:schemaRefs>
</ds:datastoreItem>
</file>

<file path=docProps/app.xml><?xml version="1.0" encoding="utf-8"?>
<Properties xmlns="http://schemas.openxmlformats.org/officeDocument/2006/extended-properties" xmlns:vt="http://schemas.openxmlformats.org/officeDocument/2006/docPropsVTypes">
  <Template>TM03457464[[fn=Dividend]]</Template>
  <Application>Microsoft Office PowerPoint</Application>
  <PresentationFormat>Widescreen</PresentationFormat>
  <Slides>4</Slides>
  <Notes>0</Notes>
  <HiddenSlides>0</HiddenSlides>
  <ScaleCrop>false</ScaleCrop>
  <HeadingPairs>
    <vt:vector size="4" baseType="variant">
      <vt:variant>
        <vt:lpstr>Theme</vt:lpstr>
      </vt:variant>
      <vt:variant>
        <vt:i4>1</vt:i4>
      </vt:variant>
      <vt:variant>
        <vt:lpstr>Slide Titles</vt:lpstr>
      </vt:variant>
      <vt:variant>
        <vt:i4>4</vt:i4>
      </vt:variant>
    </vt:vector>
  </HeadingPairs>
  <TitlesOfParts>
    <vt:vector size="5" baseType="lpstr">
      <vt:lpstr>Dividend</vt:lpstr>
      <vt:lpstr>What’s a 1099c Document?</vt:lpstr>
      <vt:lpstr>Speaking Points</vt:lpstr>
      <vt:lpstr>COA &amp; 1099c Tax Documents</vt:lpstr>
      <vt:lpstr>Speaking Points Cont’d</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Lester Biggs</dc:creator>
  <cp:revision>12</cp:revision>
  <dcterms:created xsi:type="dcterms:W3CDTF">2021-01-29T19:54:55Z</dcterms:created>
  <dcterms:modified xsi:type="dcterms:W3CDTF">2026-02-12T20:00:06Z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0x010100E563EA4EAC53434282EAA3F21CEC1BE7</vt:lpwstr>
  </property>
  <property fmtid="{D5CDD505-2E9C-101B-9397-08002B2CF9AE}" pid="3" name="MediaServiceImageTags">
    <vt:lpwstr/>
  </property>
</Properties>
</file>