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7"/>
  </p:notesMasterIdLst>
  <p:sldIdLst>
    <p:sldId id="1956" r:id="rId5"/>
    <p:sldId id="1955" r:id="rId6"/>
  </p:sldIdLst>
  <p:sldSz cx="9144000" cy="6858000" type="screen4x3"/>
  <p:notesSz cx="7086600" cy="9372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andon Homuth" initials="BH" lastIdx="1" clrIdx="0">
    <p:extLst>
      <p:ext uri="{19B8F6BF-5375-455C-9EA6-DF929625EA0E}">
        <p15:presenceInfo xmlns:p15="http://schemas.microsoft.com/office/powerpoint/2012/main" userId="S::bhomuth@finance.clearoneadvantage.com::86c609f6-c353-4116-b809-d837f34ce853" providerId="AD"/>
      </p:ext>
    </p:extLst>
  </p:cmAuthor>
  <p:cmAuthor id="2" name="Matthew Falkowski" initials="MF" lastIdx="1" clrIdx="1">
    <p:extLst>
      <p:ext uri="{19B8F6BF-5375-455C-9EA6-DF929625EA0E}">
        <p15:presenceInfo xmlns:p15="http://schemas.microsoft.com/office/powerpoint/2012/main" userId="S::mfalkowski@finance.clearoneadvantage.com::e04e5b67-bb43-4176-a3a7-5c533b516048" providerId="AD"/>
      </p:ext>
    </p:extLst>
  </p:cmAuthor>
  <p:cmAuthor id="3" name="Rick Gross" initials="RG" lastIdx="1" clrIdx="2">
    <p:extLst>
      <p:ext uri="{19B8F6BF-5375-455C-9EA6-DF929625EA0E}">
        <p15:presenceInfo xmlns:p15="http://schemas.microsoft.com/office/powerpoint/2012/main" userId="S::rgross@finance.clearoneadvantage.com::56070022-d45c-4555-8b5e-ed6b6470e084" providerId="AD"/>
      </p:ext>
    </p:extLst>
  </p:cmAuthor>
  <p:cmAuthor id="4" name="Christina Borrello" initials="CB" lastIdx="1" clrIdx="3">
    <p:extLst>
      <p:ext uri="{19B8F6BF-5375-455C-9EA6-DF929625EA0E}">
        <p15:presenceInfo xmlns:p15="http://schemas.microsoft.com/office/powerpoint/2012/main" userId="S::cborrello@clg.clearoneadvantage.com::920200ae-9917-4322-a251-f102818e0e6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D9EC"/>
    <a:srgbClr val="FF0000"/>
    <a:srgbClr val="AFB4BE"/>
    <a:srgbClr val="8C93A2"/>
    <a:srgbClr val="C41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clearoneadvantage365.sharepoint.com/:w:/r/sites/COACustomerService/_layouts/15/Doc.aspx?sourcedoc=%7B0432B90C-59BD-4501-A7FC-D24394247D45%7D&amp;file=Credit%20Pull%20Script.doc&amp;action=default&amp;mobileredirect=true" TargetMode="External"/><Relationship Id="rId1" Type="http://schemas.openxmlformats.org/officeDocument/2006/relationships/hyperlink" Target="https://clearoneadvantage365.sharepoint.com/:w:/r/sites/COACustomerService/_layouts/15/Doc.aspx?sourcedoc=%7BAFD787F6-F55E-444E-9790-935E0C72B459%7D&amp;file=Credit%20Pull%207.21.23.docx&amp;action=default&amp;mobileredirect=true&amp;DefaultItemOpen=1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clearoneadvantage365.sharepoint.com/:w:/r/sites/COACustomerService/_layouts/15/Doc.aspx?sourcedoc=%7B0432B90C-59BD-4501-A7FC-D24394247D45%7D&amp;file=Credit%20Pull%20Script.doc&amp;action=default&amp;mobileredirect=true" TargetMode="External"/><Relationship Id="rId1" Type="http://schemas.openxmlformats.org/officeDocument/2006/relationships/hyperlink" Target="https://clearoneadvantage365.sharepoint.com/:w:/r/sites/COACustomerService/_layouts/15/Doc.aspx?sourcedoc=%7BAFD787F6-F55E-444E-9790-935E0C72B459%7D&amp;file=Credit%20Pull%207.21.23.docx&amp;action=default&amp;mobileredirect=true&amp;DefaultItemOpen=1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C5B77A-CB85-4FE0-A495-8D6AE8B0F7F4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08B044-CDF6-47F1-85E3-444930AD6C7B}">
      <dgm:prSet phldrT="[Text]"/>
      <dgm:spPr/>
      <dgm:t>
        <a:bodyPr/>
        <a:lstStyle/>
        <a:p>
          <a:r>
            <a:rPr lang="en-US"/>
            <a:t>Add request using request type “Adding Co-Client”</a:t>
          </a:r>
        </a:p>
      </dgm:t>
    </dgm:pt>
    <dgm:pt modelId="{7EC6FC62-2799-4E2A-8917-0A42F23F4E4F}" type="parTrans" cxnId="{D9A70832-3CB7-4542-ADFE-2E4348CE53A4}">
      <dgm:prSet/>
      <dgm:spPr/>
      <dgm:t>
        <a:bodyPr/>
        <a:lstStyle/>
        <a:p>
          <a:endParaRPr lang="en-US"/>
        </a:p>
      </dgm:t>
    </dgm:pt>
    <dgm:pt modelId="{8F22F15E-9AEA-45B3-B2A1-EF734DF647B3}" type="sibTrans" cxnId="{D9A70832-3CB7-4542-ADFE-2E4348CE53A4}">
      <dgm:prSet/>
      <dgm:spPr/>
      <dgm:t>
        <a:bodyPr/>
        <a:lstStyle/>
        <a:p>
          <a:endParaRPr lang="en-US"/>
        </a:p>
      </dgm:t>
    </dgm:pt>
    <dgm:pt modelId="{B28587C9-B09F-4F30-8B37-CACAD7DA173E}">
      <dgm:prSet phldrT="[Text]"/>
      <dgm:spPr/>
      <dgm:t>
        <a:bodyPr/>
        <a:lstStyle/>
        <a:p>
          <a:r>
            <a:rPr lang="en-US"/>
            <a:t>Responder –Self</a:t>
          </a:r>
        </a:p>
        <a:p>
          <a:r>
            <a:rPr lang="en-US"/>
            <a:t>Processor – Blank</a:t>
          </a:r>
        </a:p>
        <a:p>
          <a:pPr rtl="0"/>
          <a:r>
            <a:rPr lang="en-US"/>
            <a:t>Internal Status – Waiting on </a:t>
          </a:r>
          <a:r>
            <a:rPr lang="en-US">
              <a:latin typeface="Calibri Light" panose="020F0302020204030204"/>
            </a:rPr>
            <a:t>Responder </a:t>
          </a:r>
        </a:p>
        <a:p>
          <a:pPr rtl="0"/>
          <a:r>
            <a:rPr lang="en-US">
              <a:latin typeface="Calibri Light" panose="020F0302020204030204"/>
            </a:rPr>
            <a:t>Responder status - pending</a:t>
          </a:r>
        </a:p>
        <a:p>
          <a:r>
            <a:rPr lang="en-US"/>
            <a:t>NGO – todays date</a:t>
          </a:r>
        </a:p>
      </dgm:t>
    </dgm:pt>
    <dgm:pt modelId="{9E7827E5-A86E-4B08-B7B8-D3A71E510760}" type="parTrans" cxnId="{B50137D5-893B-4CB3-A877-D2E07ABFCD11}">
      <dgm:prSet/>
      <dgm:spPr/>
      <dgm:t>
        <a:bodyPr/>
        <a:lstStyle/>
        <a:p>
          <a:endParaRPr lang="en-US"/>
        </a:p>
      </dgm:t>
    </dgm:pt>
    <dgm:pt modelId="{0C874E44-98CB-49E2-B3AC-561AE3D43C38}" type="sibTrans" cxnId="{B50137D5-893B-4CB3-A877-D2E07ABFCD11}">
      <dgm:prSet/>
      <dgm:spPr/>
      <dgm:t>
        <a:bodyPr/>
        <a:lstStyle/>
        <a:p>
          <a:endParaRPr lang="en-US"/>
        </a:p>
      </dgm:t>
    </dgm:pt>
    <dgm:pt modelId="{AE631C13-1AE3-4A66-A86C-1F7E519DA11D}">
      <dgm:prSet phldrT="[Text]"/>
      <dgm:spPr/>
      <dgm:t>
        <a:bodyPr/>
        <a:lstStyle/>
        <a:p>
          <a:r>
            <a:rPr lang="en-US"/>
            <a:t>Request Field Notes –</a:t>
          </a:r>
        </a:p>
        <a:p>
          <a:r>
            <a:rPr lang="en-US"/>
            <a:t>Please add co-client to program </a:t>
          </a:r>
        </a:p>
        <a:p>
          <a:r>
            <a:rPr lang="en-US"/>
            <a:t>First and Last Name</a:t>
          </a:r>
        </a:p>
        <a:p>
          <a:r>
            <a:rPr lang="en-US"/>
            <a:t>Date of Birth</a:t>
          </a:r>
        </a:p>
        <a:p>
          <a:r>
            <a:rPr lang="en-US"/>
            <a:t>Social Security Number </a:t>
          </a:r>
        </a:p>
      </dgm:t>
    </dgm:pt>
    <dgm:pt modelId="{43C7910A-A23B-40F0-8359-5E5F1638E440}" type="parTrans" cxnId="{4810B8EC-13E8-4DB2-9C80-FB7C5C876C5D}">
      <dgm:prSet/>
      <dgm:spPr/>
      <dgm:t>
        <a:bodyPr/>
        <a:lstStyle/>
        <a:p>
          <a:endParaRPr lang="en-US"/>
        </a:p>
      </dgm:t>
    </dgm:pt>
    <dgm:pt modelId="{B97880AB-45A1-4BF2-8E12-B9E0E58D3FDA}" type="sibTrans" cxnId="{4810B8EC-13E8-4DB2-9C80-FB7C5C876C5D}">
      <dgm:prSet/>
      <dgm:spPr/>
      <dgm:t>
        <a:bodyPr/>
        <a:lstStyle/>
        <a:p>
          <a:endParaRPr lang="en-US"/>
        </a:p>
      </dgm:t>
    </dgm:pt>
    <dgm:pt modelId="{3A5CFC2B-8057-4E56-8E11-8CA93EF95CA4}">
      <dgm:prSet phldrT="[Text]"/>
      <dgm:spPr/>
      <dgm:t>
        <a:bodyPr/>
        <a:lstStyle/>
        <a:p>
          <a:r>
            <a:rPr lang="en-US"/>
            <a:t>Edit the Info Section under Processing Information in Quickbase and fill in the Co-Clients Name, Social Security and Date of Birth</a:t>
          </a:r>
        </a:p>
      </dgm:t>
    </dgm:pt>
    <dgm:pt modelId="{B5A2AD4B-7BB0-40B4-9D40-6E7409ACBA55}" type="parTrans" cxnId="{59C1BDA4-9E1B-4447-B299-563907579CFB}">
      <dgm:prSet/>
      <dgm:spPr/>
      <dgm:t>
        <a:bodyPr/>
        <a:lstStyle/>
        <a:p>
          <a:endParaRPr lang="en-US"/>
        </a:p>
      </dgm:t>
    </dgm:pt>
    <dgm:pt modelId="{40EADE33-C594-47E9-B930-F48210152E57}" type="sibTrans" cxnId="{59C1BDA4-9E1B-4447-B299-563907579CFB}">
      <dgm:prSet/>
      <dgm:spPr/>
      <dgm:t>
        <a:bodyPr/>
        <a:lstStyle/>
        <a:p>
          <a:endParaRPr lang="en-US"/>
        </a:p>
      </dgm:t>
    </dgm:pt>
    <dgm:pt modelId="{31D75DFE-4AB4-4B33-8BD9-134D12C8C73A}">
      <dgm:prSet phldrT="[Text]"/>
      <dgm:spPr/>
      <dgm:t>
        <a:bodyPr/>
        <a:lstStyle/>
        <a:p>
          <a:r>
            <a:rPr lang="en-US"/>
            <a:t>Save Co-Clients credit report to Client files.</a:t>
          </a:r>
        </a:p>
        <a:p>
          <a:r>
            <a:rPr lang="en-US"/>
            <a:t>Notates comments</a:t>
          </a:r>
        </a:p>
        <a:p>
          <a:r>
            <a:rPr lang="en-US"/>
            <a:t>Save and close</a:t>
          </a:r>
        </a:p>
      </dgm:t>
    </dgm:pt>
    <dgm:pt modelId="{A58F0E76-A8FC-4D4C-B8A3-48FA79A20242}" type="parTrans" cxnId="{942AC1BF-A0EB-41DC-AA1A-4BA9DB7D7AA3}">
      <dgm:prSet/>
      <dgm:spPr/>
      <dgm:t>
        <a:bodyPr/>
        <a:lstStyle/>
        <a:p>
          <a:endParaRPr lang="en-US"/>
        </a:p>
      </dgm:t>
    </dgm:pt>
    <dgm:pt modelId="{EE3C712D-9C3F-4482-A2B5-2F8AFAA26EFF}" type="sibTrans" cxnId="{942AC1BF-A0EB-41DC-AA1A-4BA9DB7D7AA3}">
      <dgm:prSet/>
      <dgm:spPr/>
      <dgm:t>
        <a:bodyPr/>
        <a:lstStyle/>
        <a:p>
          <a:endParaRPr lang="en-US"/>
        </a:p>
      </dgm:t>
    </dgm:pt>
    <dgm:pt modelId="{EDDB0275-A38C-47DD-8ED3-AAD0C1EC7906}">
      <dgm:prSet phldrT="[Text]"/>
      <dgm:spPr/>
      <dgm:t>
        <a:bodyPr/>
        <a:lstStyle/>
        <a:p>
          <a:r>
            <a:rPr lang="en-US"/>
            <a:t>Obtain co-clients authorization and pull co-client credit report</a:t>
          </a:r>
        </a:p>
        <a:p>
          <a:endParaRPr lang="en-US"/>
        </a:p>
        <a:p>
          <a:pPr rtl="0"/>
          <a:r>
            <a:rPr lang="en-US"/>
            <a:t>Reference </a:t>
          </a:r>
          <a:r>
            <a:rPr lang="en-US">
              <a:hlinkClick xmlns:r="http://schemas.openxmlformats.org/officeDocument/2006/relationships" r:id="rId1"/>
            </a:rPr>
            <a:t>Credit Pull </a:t>
          </a:r>
          <a:r>
            <a:rPr lang="en-US">
              <a:latin typeface="Calibri Light" panose="020F0302020204030204"/>
            </a:rPr>
            <a:t> </a:t>
          </a:r>
          <a:r>
            <a:rPr lang="en-US"/>
            <a:t>and </a:t>
          </a:r>
          <a:r>
            <a:rPr lang="en-US" dirty="0">
              <a:hlinkClick xmlns:r="http://schemas.openxmlformats.org/officeDocument/2006/relationships" r:id="rId2"/>
            </a:rPr>
            <a:t>Credit Pull Script</a:t>
          </a:r>
          <a:endParaRPr lang="en-US" dirty="0"/>
        </a:p>
      </dgm:t>
    </dgm:pt>
    <dgm:pt modelId="{3A0277B3-8C10-4052-8753-414E59325EA6}" type="sibTrans" cxnId="{8BC9A89B-7D2C-43FB-AFC2-6715F5063455}">
      <dgm:prSet/>
      <dgm:spPr/>
      <dgm:t>
        <a:bodyPr/>
        <a:lstStyle/>
        <a:p>
          <a:endParaRPr lang="en-US"/>
        </a:p>
      </dgm:t>
    </dgm:pt>
    <dgm:pt modelId="{57ACE71F-A88C-4179-A1A1-21C60AF0049D}" type="parTrans" cxnId="{8BC9A89B-7D2C-43FB-AFC2-6715F5063455}">
      <dgm:prSet/>
      <dgm:spPr/>
      <dgm:t>
        <a:bodyPr/>
        <a:lstStyle/>
        <a:p>
          <a:endParaRPr lang="en-US"/>
        </a:p>
      </dgm:t>
    </dgm:pt>
    <dgm:pt modelId="{704B4594-4487-48EA-9752-E1B9EA16941B}">
      <dgm:prSet phldrT="[Text]"/>
      <dgm:spPr/>
      <dgm:t>
        <a:bodyPr/>
        <a:lstStyle/>
        <a:p>
          <a:r>
            <a:rPr lang="en-US"/>
            <a:t>Click Pull Client Credit report </a:t>
          </a:r>
        </a:p>
      </dgm:t>
    </dgm:pt>
    <dgm:pt modelId="{9E9B2767-FB26-4A6D-A1DA-3A53E9C04FC1}" type="sibTrans" cxnId="{5DD4B36D-98C4-4983-85D1-E376A70ED8B1}">
      <dgm:prSet/>
      <dgm:spPr/>
      <dgm:t>
        <a:bodyPr/>
        <a:lstStyle/>
        <a:p>
          <a:endParaRPr lang="en-US"/>
        </a:p>
      </dgm:t>
    </dgm:pt>
    <dgm:pt modelId="{EEFB6943-4A90-4910-8393-E10D7E318D96}" type="parTrans" cxnId="{5DD4B36D-98C4-4983-85D1-E376A70ED8B1}">
      <dgm:prSet/>
      <dgm:spPr/>
      <dgm:t>
        <a:bodyPr/>
        <a:lstStyle/>
        <a:p>
          <a:endParaRPr lang="en-US"/>
        </a:p>
      </dgm:t>
    </dgm:pt>
    <dgm:pt modelId="{CCF8DB48-2C89-477A-8C28-5DC8793BDA73}">
      <dgm:prSet phldrT="[Text]"/>
      <dgm:spPr/>
      <dgm:t>
        <a:bodyPr/>
        <a:lstStyle/>
        <a:p>
          <a:endParaRPr lang="en-US" dirty="0"/>
        </a:p>
        <a:p>
          <a:endParaRPr lang="en-US" dirty="0"/>
        </a:p>
        <a:p>
          <a:r>
            <a:rPr lang="en-US" dirty="0"/>
            <a:t>Create a new SPAA </a:t>
          </a:r>
          <a:r>
            <a:rPr lang="en-US" b="1" dirty="0"/>
            <a:t>follow updating banking SOP, </a:t>
          </a:r>
          <a:r>
            <a:rPr lang="en-US" dirty="0"/>
            <a:t>adding the co-client as an authorized contact. (page 4)</a:t>
          </a:r>
        </a:p>
      </dgm:t>
    </dgm:pt>
    <dgm:pt modelId="{EE52D5DA-42D6-4521-973E-3A2A0392DB37}" type="parTrans" cxnId="{8D13284F-7114-412E-99F1-9262C486D74D}">
      <dgm:prSet/>
      <dgm:spPr/>
      <dgm:t>
        <a:bodyPr/>
        <a:lstStyle/>
        <a:p>
          <a:endParaRPr lang="en-US"/>
        </a:p>
      </dgm:t>
    </dgm:pt>
    <dgm:pt modelId="{FB44BDD1-C4A2-4ED0-8F31-C7B9E9A6EDDE}" type="sibTrans" cxnId="{8D13284F-7114-412E-99F1-9262C486D74D}">
      <dgm:prSet/>
      <dgm:spPr/>
      <dgm:t>
        <a:bodyPr/>
        <a:lstStyle/>
        <a:p>
          <a:endParaRPr lang="en-US"/>
        </a:p>
      </dgm:t>
    </dgm:pt>
    <dgm:pt modelId="{B8DF83F1-B474-49B5-A15F-6C0ADC2946F0}" type="pres">
      <dgm:prSet presAssocID="{76C5B77A-CB85-4FE0-A495-8D6AE8B0F7F4}" presName="diagram" presStyleCnt="0">
        <dgm:presLayoutVars>
          <dgm:dir/>
          <dgm:resizeHandles val="exact"/>
        </dgm:presLayoutVars>
      </dgm:prSet>
      <dgm:spPr/>
    </dgm:pt>
    <dgm:pt modelId="{AEB4915A-E16E-465F-AA23-210200278462}" type="pres">
      <dgm:prSet presAssocID="{2C08B044-CDF6-47F1-85E3-444930AD6C7B}" presName="node" presStyleLbl="node1" presStyleIdx="0" presStyleCnt="8">
        <dgm:presLayoutVars>
          <dgm:bulletEnabled val="1"/>
        </dgm:presLayoutVars>
      </dgm:prSet>
      <dgm:spPr/>
    </dgm:pt>
    <dgm:pt modelId="{F0CDC8FE-D689-459F-8034-B0F768B1BD65}" type="pres">
      <dgm:prSet presAssocID="{8F22F15E-9AEA-45B3-B2A1-EF734DF647B3}" presName="sibTrans" presStyleLbl="sibTrans2D1" presStyleIdx="0" presStyleCnt="7"/>
      <dgm:spPr/>
    </dgm:pt>
    <dgm:pt modelId="{77B5921A-AD1A-4B38-A794-33991B8897E3}" type="pres">
      <dgm:prSet presAssocID="{8F22F15E-9AEA-45B3-B2A1-EF734DF647B3}" presName="connectorText" presStyleLbl="sibTrans2D1" presStyleIdx="0" presStyleCnt="7"/>
      <dgm:spPr/>
    </dgm:pt>
    <dgm:pt modelId="{472EE05E-6346-45CD-8DE9-5D48EC5A01CD}" type="pres">
      <dgm:prSet presAssocID="{B28587C9-B09F-4F30-8B37-CACAD7DA173E}" presName="node" presStyleLbl="node1" presStyleIdx="1" presStyleCnt="8">
        <dgm:presLayoutVars>
          <dgm:bulletEnabled val="1"/>
        </dgm:presLayoutVars>
      </dgm:prSet>
      <dgm:spPr/>
    </dgm:pt>
    <dgm:pt modelId="{FA5B0DF8-BAF7-47D2-A922-0BE208ACD27A}" type="pres">
      <dgm:prSet presAssocID="{0C874E44-98CB-49E2-B3AC-561AE3D43C38}" presName="sibTrans" presStyleLbl="sibTrans2D1" presStyleIdx="1" presStyleCnt="7"/>
      <dgm:spPr/>
    </dgm:pt>
    <dgm:pt modelId="{7DF5F323-DDDF-468B-8BE8-5C3B19C9A424}" type="pres">
      <dgm:prSet presAssocID="{0C874E44-98CB-49E2-B3AC-561AE3D43C38}" presName="connectorText" presStyleLbl="sibTrans2D1" presStyleIdx="1" presStyleCnt="7"/>
      <dgm:spPr/>
    </dgm:pt>
    <dgm:pt modelId="{59AEFE3F-82C6-4BDC-9B8B-2B7A15C48B93}" type="pres">
      <dgm:prSet presAssocID="{AE631C13-1AE3-4A66-A86C-1F7E519DA11D}" presName="node" presStyleLbl="node1" presStyleIdx="2" presStyleCnt="8">
        <dgm:presLayoutVars>
          <dgm:bulletEnabled val="1"/>
        </dgm:presLayoutVars>
      </dgm:prSet>
      <dgm:spPr/>
    </dgm:pt>
    <dgm:pt modelId="{65304C5D-AE35-4A06-8039-69079D3B901C}" type="pres">
      <dgm:prSet presAssocID="{B97880AB-45A1-4BF2-8E12-B9E0E58D3FDA}" presName="sibTrans" presStyleLbl="sibTrans2D1" presStyleIdx="2" presStyleCnt="7"/>
      <dgm:spPr/>
    </dgm:pt>
    <dgm:pt modelId="{B3F4DA49-2832-44E5-9F04-76960AC8CAD7}" type="pres">
      <dgm:prSet presAssocID="{B97880AB-45A1-4BF2-8E12-B9E0E58D3FDA}" presName="connectorText" presStyleLbl="sibTrans2D1" presStyleIdx="2" presStyleCnt="7"/>
      <dgm:spPr/>
    </dgm:pt>
    <dgm:pt modelId="{603EF758-68FA-43BB-AD13-7DBDCFFB8E14}" type="pres">
      <dgm:prSet presAssocID="{3A5CFC2B-8057-4E56-8E11-8CA93EF95CA4}" presName="node" presStyleLbl="node1" presStyleIdx="3" presStyleCnt="8">
        <dgm:presLayoutVars>
          <dgm:bulletEnabled val="1"/>
        </dgm:presLayoutVars>
      </dgm:prSet>
      <dgm:spPr/>
    </dgm:pt>
    <dgm:pt modelId="{8D9F7D8A-A18C-4D22-A497-30CBD57AA875}" type="pres">
      <dgm:prSet presAssocID="{40EADE33-C594-47E9-B930-F48210152E57}" presName="sibTrans" presStyleLbl="sibTrans2D1" presStyleIdx="3" presStyleCnt="7"/>
      <dgm:spPr/>
    </dgm:pt>
    <dgm:pt modelId="{2C47D912-F6E5-4627-8B18-26B4E88D24D5}" type="pres">
      <dgm:prSet presAssocID="{40EADE33-C594-47E9-B930-F48210152E57}" presName="connectorText" presStyleLbl="sibTrans2D1" presStyleIdx="3" presStyleCnt="7"/>
      <dgm:spPr/>
    </dgm:pt>
    <dgm:pt modelId="{EC8A32B8-4A0A-4D81-9292-C4DD6EA73004}" type="pres">
      <dgm:prSet presAssocID="{704B4594-4487-48EA-9752-E1B9EA16941B}" presName="node" presStyleLbl="node1" presStyleIdx="4" presStyleCnt="8">
        <dgm:presLayoutVars>
          <dgm:bulletEnabled val="1"/>
        </dgm:presLayoutVars>
      </dgm:prSet>
      <dgm:spPr/>
    </dgm:pt>
    <dgm:pt modelId="{0B6C3D6A-52D6-4DBC-A075-16BAF86972B1}" type="pres">
      <dgm:prSet presAssocID="{9E9B2767-FB26-4A6D-A1DA-3A53E9C04FC1}" presName="sibTrans" presStyleLbl="sibTrans2D1" presStyleIdx="4" presStyleCnt="7"/>
      <dgm:spPr/>
    </dgm:pt>
    <dgm:pt modelId="{02703CC0-70BC-43B0-A38C-84AA62F37551}" type="pres">
      <dgm:prSet presAssocID="{9E9B2767-FB26-4A6D-A1DA-3A53E9C04FC1}" presName="connectorText" presStyleLbl="sibTrans2D1" presStyleIdx="4" presStyleCnt="7"/>
      <dgm:spPr/>
    </dgm:pt>
    <dgm:pt modelId="{43C11E05-ADFE-4313-BAD5-802A7D56720C}" type="pres">
      <dgm:prSet presAssocID="{EDDB0275-A38C-47DD-8ED3-AAD0C1EC7906}" presName="node" presStyleLbl="node1" presStyleIdx="5" presStyleCnt="8">
        <dgm:presLayoutVars>
          <dgm:bulletEnabled val="1"/>
        </dgm:presLayoutVars>
      </dgm:prSet>
      <dgm:spPr/>
    </dgm:pt>
    <dgm:pt modelId="{75C66044-C62D-437B-976A-A88C3CC957C2}" type="pres">
      <dgm:prSet presAssocID="{3A0277B3-8C10-4052-8753-414E59325EA6}" presName="sibTrans" presStyleLbl="sibTrans2D1" presStyleIdx="5" presStyleCnt="7"/>
      <dgm:spPr/>
    </dgm:pt>
    <dgm:pt modelId="{7D783AF0-32A4-4BC3-B61C-82416574E6FB}" type="pres">
      <dgm:prSet presAssocID="{3A0277B3-8C10-4052-8753-414E59325EA6}" presName="connectorText" presStyleLbl="sibTrans2D1" presStyleIdx="5" presStyleCnt="7"/>
      <dgm:spPr/>
    </dgm:pt>
    <dgm:pt modelId="{564FC588-B2AC-4AF4-A553-6A4CFE12C55C}" type="pres">
      <dgm:prSet presAssocID="{31D75DFE-4AB4-4B33-8BD9-134D12C8C73A}" presName="node" presStyleLbl="node1" presStyleIdx="6" presStyleCnt="8">
        <dgm:presLayoutVars>
          <dgm:bulletEnabled val="1"/>
        </dgm:presLayoutVars>
      </dgm:prSet>
      <dgm:spPr/>
    </dgm:pt>
    <dgm:pt modelId="{6DBED12B-7351-4540-B27F-66D472965719}" type="pres">
      <dgm:prSet presAssocID="{EE3C712D-9C3F-4482-A2B5-2F8AFAA26EFF}" presName="sibTrans" presStyleLbl="sibTrans2D1" presStyleIdx="6" presStyleCnt="7"/>
      <dgm:spPr/>
    </dgm:pt>
    <dgm:pt modelId="{695B8415-6BF4-42A3-8135-5D4593CAB0FE}" type="pres">
      <dgm:prSet presAssocID="{EE3C712D-9C3F-4482-A2B5-2F8AFAA26EFF}" presName="connectorText" presStyleLbl="sibTrans2D1" presStyleIdx="6" presStyleCnt="7"/>
      <dgm:spPr/>
    </dgm:pt>
    <dgm:pt modelId="{49101EFA-17AB-4694-ADEC-BFAD50D9B07F}" type="pres">
      <dgm:prSet presAssocID="{CCF8DB48-2C89-477A-8C28-5DC8793BDA73}" presName="node" presStyleLbl="node1" presStyleIdx="7" presStyleCnt="8">
        <dgm:presLayoutVars>
          <dgm:bulletEnabled val="1"/>
        </dgm:presLayoutVars>
      </dgm:prSet>
      <dgm:spPr/>
    </dgm:pt>
  </dgm:ptLst>
  <dgm:cxnLst>
    <dgm:cxn modelId="{2B88CF11-5351-4031-A14B-62389D2BF1FA}" type="presOf" srcId="{31D75DFE-4AB4-4B33-8BD9-134D12C8C73A}" destId="{564FC588-B2AC-4AF4-A553-6A4CFE12C55C}" srcOrd="0" destOrd="0" presId="urn:microsoft.com/office/officeart/2005/8/layout/process5"/>
    <dgm:cxn modelId="{ADC37B14-B04E-48C7-BA68-7FBEFDF37F5C}" type="presOf" srcId="{B97880AB-45A1-4BF2-8E12-B9E0E58D3FDA}" destId="{B3F4DA49-2832-44E5-9F04-76960AC8CAD7}" srcOrd="1" destOrd="0" presId="urn:microsoft.com/office/officeart/2005/8/layout/process5"/>
    <dgm:cxn modelId="{1F17AE20-94D2-4733-B302-BDEDD3E9AEB7}" type="presOf" srcId="{9E9B2767-FB26-4A6D-A1DA-3A53E9C04FC1}" destId="{02703CC0-70BC-43B0-A38C-84AA62F37551}" srcOrd="1" destOrd="0" presId="urn:microsoft.com/office/officeart/2005/8/layout/process5"/>
    <dgm:cxn modelId="{91C77727-9372-4F6C-B940-5F30437B618A}" type="presOf" srcId="{B28587C9-B09F-4F30-8B37-CACAD7DA173E}" destId="{472EE05E-6346-45CD-8DE9-5D48EC5A01CD}" srcOrd="0" destOrd="0" presId="urn:microsoft.com/office/officeart/2005/8/layout/process5"/>
    <dgm:cxn modelId="{80421F2A-164D-4B0C-944B-6F4AEE219E00}" type="presOf" srcId="{3A0277B3-8C10-4052-8753-414E59325EA6}" destId="{75C66044-C62D-437B-976A-A88C3CC957C2}" srcOrd="0" destOrd="0" presId="urn:microsoft.com/office/officeart/2005/8/layout/process5"/>
    <dgm:cxn modelId="{D9A70832-3CB7-4542-ADFE-2E4348CE53A4}" srcId="{76C5B77A-CB85-4FE0-A495-8D6AE8B0F7F4}" destId="{2C08B044-CDF6-47F1-85E3-444930AD6C7B}" srcOrd="0" destOrd="0" parTransId="{7EC6FC62-2799-4E2A-8917-0A42F23F4E4F}" sibTransId="{8F22F15E-9AEA-45B3-B2A1-EF734DF647B3}"/>
    <dgm:cxn modelId="{0B4C593D-059A-4BA5-8085-99AFE2B299E9}" type="presOf" srcId="{0C874E44-98CB-49E2-B3AC-561AE3D43C38}" destId="{7DF5F323-DDDF-468B-8BE8-5C3B19C9A424}" srcOrd="1" destOrd="0" presId="urn:microsoft.com/office/officeart/2005/8/layout/process5"/>
    <dgm:cxn modelId="{83FCD849-B570-45CC-BF02-ADF1B181D04A}" type="presOf" srcId="{AE631C13-1AE3-4A66-A86C-1F7E519DA11D}" destId="{59AEFE3F-82C6-4BDC-9B8B-2B7A15C48B93}" srcOrd="0" destOrd="0" presId="urn:microsoft.com/office/officeart/2005/8/layout/process5"/>
    <dgm:cxn modelId="{0875624D-B78D-4AA8-A895-03CB4AEF6B22}" type="presOf" srcId="{40EADE33-C594-47E9-B930-F48210152E57}" destId="{8D9F7D8A-A18C-4D22-A497-30CBD57AA875}" srcOrd="0" destOrd="0" presId="urn:microsoft.com/office/officeart/2005/8/layout/process5"/>
    <dgm:cxn modelId="{5DD4B36D-98C4-4983-85D1-E376A70ED8B1}" srcId="{76C5B77A-CB85-4FE0-A495-8D6AE8B0F7F4}" destId="{704B4594-4487-48EA-9752-E1B9EA16941B}" srcOrd="4" destOrd="0" parTransId="{EEFB6943-4A90-4910-8393-E10D7E318D96}" sibTransId="{9E9B2767-FB26-4A6D-A1DA-3A53E9C04FC1}"/>
    <dgm:cxn modelId="{8D13284F-7114-412E-99F1-9262C486D74D}" srcId="{76C5B77A-CB85-4FE0-A495-8D6AE8B0F7F4}" destId="{CCF8DB48-2C89-477A-8C28-5DC8793BDA73}" srcOrd="7" destOrd="0" parTransId="{EE52D5DA-42D6-4521-973E-3A2A0392DB37}" sibTransId="{FB44BDD1-C4A2-4ED0-8F31-C7B9E9A6EDDE}"/>
    <dgm:cxn modelId="{BAFDF655-A8EF-4D72-BA0E-64FDBA7845C4}" type="presOf" srcId="{3A0277B3-8C10-4052-8753-414E59325EA6}" destId="{7D783AF0-32A4-4BC3-B61C-82416574E6FB}" srcOrd="1" destOrd="0" presId="urn:microsoft.com/office/officeart/2005/8/layout/process5"/>
    <dgm:cxn modelId="{9E2BD857-D077-4D32-9584-B0F9A6A4E03C}" type="presOf" srcId="{9E9B2767-FB26-4A6D-A1DA-3A53E9C04FC1}" destId="{0B6C3D6A-52D6-4DBC-A075-16BAF86972B1}" srcOrd="0" destOrd="0" presId="urn:microsoft.com/office/officeart/2005/8/layout/process5"/>
    <dgm:cxn modelId="{8E756779-8A7F-49C2-9E42-30D7125DD795}" type="presOf" srcId="{CCF8DB48-2C89-477A-8C28-5DC8793BDA73}" destId="{49101EFA-17AB-4694-ADEC-BFAD50D9B07F}" srcOrd="0" destOrd="0" presId="urn:microsoft.com/office/officeart/2005/8/layout/process5"/>
    <dgm:cxn modelId="{E0D74C81-13C1-4BFE-B3D4-99D044375E53}" type="presOf" srcId="{EDDB0275-A38C-47DD-8ED3-AAD0C1EC7906}" destId="{43C11E05-ADFE-4313-BAD5-802A7D56720C}" srcOrd="0" destOrd="0" presId="urn:microsoft.com/office/officeart/2005/8/layout/process5"/>
    <dgm:cxn modelId="{69552C8C-3379-48FF-9584-5DE46BB153C8}" type="presOf" srcId="{EE3C712D-9C3F-4482-A2B5-2F8AFAA26EFF}" destId="{6DBED12B-7351-4540-B27F-66D472965719}" srcOrd="0" destOrd="0" presId="urn:microsoft.com/office/officeart/2005/8/layout/process5"/>
    <dgm:cxn modelId="{A4F5799B-97AF-4730-86AE-039711FC714B}" type="presOf" srcId="{704B4594-4487-48EA-9752-E1B9EA16941B}" destId="{EC8A32B8-4A0A-4D81-9292-C4DD6EA73004}" srcOrd="0" destOrd="0" presId="urn:microsoft.com/office/officeart/2005/8/layout/process5"/>
    <dgm:cxn modelId="{8BC9A89B-7D2C-43FB-AFC2-6715F5063455}" srcId="{76C5B77A-CB85-4FE0-A495-8D6AE8B0F7F4}" destId="{EDDB0275-A38C-47DD-8ED3-AAD0C1EC7906}" srcOrd="5" destOrd="0" parTransId="{57ACE71F-A88C-4179-A1A1-21C60AF0049D}" sibTransId="{3A0277B3-8C10-4052-8753-414E59325EA6}"/>
    <dgm:cxn modelId="{4ECDA7A4-F48F-4A42-9054-9EA032CC6EB7}" type="presOf" srcId="{0C874E44-98CB-49E2-B3AC-561AE3D43C38}" destId="{FA5B0DF8-BAF7-47D2-A922-0BE208ACD27A}" srcOrd="0" destOrd="0" presId="urn:microsoft.com/office/officeart/2005/8/layout/process5"/>
    <dgm:cxn modelId="{59C1BDA4-9E1B-4447-B299-563907579CFB}" srcId="{76C5B77A-CB85-4FE0-A495-8D6AE8B0F7F4}" destId="{3A5CFC2B-8057-4E56-8E11-8CA93EF95CA4}" srcOrd="3" destOrd="0" parTransId="{B5A2AD4B-7BB0-40B4-9D40-6E7409ACBA55}" sibTransId="{40EADE33-C594-47E9-B930-F48210152E57}"/>
    <dgm:cxn modelId="{F4F494B9-BEF1-4C3A-BB93-DE4F920A685D}" type="presOf" srcId="{EE3C712D-9C3F-4482-A2B5-2F8AFAA26EFF}" destId="{695B8415-6BF4-42A3-8135-5D4593CAB0FE}" srcOrd="1" destOrd="0" presId="urn:microsoft.com/office/officeart/2005/8/layout/process5"/>
    <dgm:cxn modelId="{942AC1BF-A0EB-41DC-AA1A-4BA9DB7D7AA3}" srcId="{76C5B77A-CB85-4FE0-A495-8D6AE8B0F7F4}" destId="{31D75DFE-4AB4-4B33-8BD9-134D12C8C73A}" srcOrd="6" destOrd="0" parTransId="{A58F0E76-A8FC-4D4C-B8A3-48FA79A20242}" sibTransId="{EE3C712D-9C3F-4482-A2B5-2F8AFAA26EFF}"/>
    <dgm:cxn modelId="{57CF87CB-5C09-4B3A-B6CD-B10D037FDFB8}" type="presOf" srcId="{2C08B044-CDF6-47F1-85E3-444930AD6C7B}" destId="{AEB4915A-E16E-465F-AA23-210200278462}" srcOrd="0" destOrd="0" presId="urn:microsoft.com/office/officeart/2005/8/layout/process5"/>
    <dgm:cxn modelId="{A4ECEBD0-E750-4CA9-B81E-1806C5C727C9}" type="presOf" srcId="{40EADE33-C594-47E9-B930-F48210152E57}" destId="{2C47D912-F6E5-4627-8B18-26B4E88D24D5}" srcOrd="1" destOrd="0" presId="urn:microsoft.com/office/officeart/2005/8/layout/process5"/>
    <dgm:cxn modelId="{B50137D5-893B-4CB3-A877-D2E07ABFCD11}" srcId="{76C5B77A-CB85-4FE0-A495-8D6AE8B0F7F4}" destId="{B28587C9-B09F-4F30-8B37-CACAD7DA173E}" srcOrd="1" destOrd="0" parTransId="{9E7827E5-A86E-4B08-B7B8-D3A71E510760}" sibTransId="{0C874E44-98CB-49E2-B3AC-561AE3D43C38}"/>
    <dgm:cxn modelId="{E1B7C6DF-549A-43DB-BA9B-76DA87427EC5}" type="presOf" srcId="{8F22F15E-9AEA-45B3-B2A1-EF734DF647B3}" destId="{F0CDC8FE-D689-459F-8034-B0F768B1BD65}" srcOrd="0" destOrd="0" presId="urn:microsoft.com/office/officeart/2005/8/layout/process5"/>
    <dgm:cxn modelId="{E62D76E5-29C2-4A37-890F-8D2A9B9C6962}" type="presOf" srcId="{3A5CFC2B-8057-4E56-8E11-8CA93EF95CA4}" destId="{603EF758-68FA-43BB-AD13-7DBDCFFB8E14}" srcOrd="0" destOrd="0" presId="urn:microsoft.com/office/officeart/2005/8/layout/process5"/>
    <dgm:cxn modelId="{2EE21AE8-0886-4DF5-BB69-3648E8B8FD48}" type="presOf" srcId="{B97880AB-45A1-4BF2-8E12-B9E0E58D3FDA}" destId="{65304C5D-AE35-4A06-8039-69079D3B901C}" srcOrd="0" destOrd="0" presId="urn:microsoft.com/office/officeart/2005/8/layout/process5"/>
    <dgm:cxn modelId="{94037FE8-F965-4BC7-BA2F-7E5FF785E8FE}" type="presOf" srcId="{76C5B77A-CB85-4FE0-A495-8D6AE8B0F7F4}" destId="{B8DF83F1-B474-49B5-A15F-6C0ADC2946F0}" srcOrd="0" destOrd="0" presId="urn:microsoft.com/office/officeart/2005/8/layout/process5"/>
    <dgm:cxn modelId="{4810B8EC-13E8-4DB2-9C80-FB7C5C876C5D}" srcId="{76C5B77A-CB85-4FE0-A495-8D6AE8B0F7F4}" destId="{AE631C13-1AE3-4A66-A86C-1F7E519DA11D}" srcOrd="2" destOrd="0" parTransId="{43C7910A-A23B-40F0-8359-5E5F1638E440}" sibTransId="{B97880AB-45A1-4BF2-8E12-B9E0E58D3FDA}"/>
    <dgm:cxn modelId="{190423F8-6283-422A-A6DA-471FD4CCEC38}" type="presOf" srcId="{8F22F15E-9AEA-45B3-B2A1-EF734DF647B3}" destId="{77B5921A-AD1A-4B38-A794-33991B8897E3}" srcOrd="1" destOrd="0" presId="urn:microsoft.com/office/officeart/2005/8/layout/process5"/>
    <dgm:cxn modelId="{DB5182E0-1F52-43AE-A905-889AECDE0BA3}" type="presParOf" srcId="{B8DF83F1-B474-49B5-A15F-6C0ADC2946F0}" destId="{AEB4915A-E16E-465F-AA23-210200278462}" srcOrd="0" destOrd="0" presId="urn:microsoft.com/office/officeart/2005/8/layout/process5"/>
    <dgm:cxn modelId="{C22503AC-09F6-4E39-A5B0-52D16ABE8C82}" type="presParOf" srcId="{B8DF83F1-B474-49B5-A15F-6C0ADC2946F0}" destId="{F0CDC8FE-D689-459F-8034-B0F768B1BD65}" srcOrd="1" destOrd="0" presId="urn:microsoft.com/office/officeart/2005/8/layout/process5"/>
    <dgm:cxn modelId="{874B3E36-0D62-47CF-9AD3-87659637CB6A}" type="presParOf" srcId="{F0CDC8FE-D689-459F-8034-B0F768B1BD65}" destId="{77B5921A-AD1A-4B38-A794-33991B8897E3}" srcOrd="0" destOrd="0" presId="urn:microsoft.com/office/officeart/2005/8/layout/process5"/>
    <dgm:cxn modelId="{DA1B5C81-2556-4A55-BA46-8756D709D59F}" type="presParOf" srcId="{B8DF83F1-B474-49B5-A15F-6C0ADC2946F0}" destId="{472EE05E-6346-45CD-8DE9-5D48EC5A01CD}" srcOrd="2" destOrd="0" presId="urn:microsoft.com/office/officeart/2005/8/layout/process5"/>
    <dgm:cxn modelId="{3B32E675-0E8C-4631-AC27-F64000ECA43B}" type="presParOf" srcId="{B8DF83F1-B474-49B5-A15F-6C0ADC2946F0}" destId="{FA5B0DF8-BAF7-47D2-A922-0BE208ACD27A}" srcOrd="3" destOrd="0" presId="urn:microsoft.com/office/officeart/2005/8/layout/process5"/>
    <dgm:cxn modelId="{4DFF5D0D-B72B-43B3-93F6-666BF0045C90}" type="presParOf" srcId="{FA5B0DF8-BAF7-47D2-A922-0BE208ACD27A}" destId="{7DF5F323-DDDF-468B-8BE8-5C3B19C9A424}" srcOrd="0" destOrd="0" presId="urn:microsoft.com/office/officeart/2005/8/layout/process5"/>
    <dgm:cxn modelId="{C7AC189E-08A6-4C32-80C6-D7983DBBD69D}" type="presParOf" srcId="{B8DF83F1-B474-49B5-A15F-6C0ADC2946F0}" destId="{59AEFE3F-82C6-4BDC-9B8B-2B7A15C48B93}" srcOrd="4" destOrd="0" presId="urn:microsoft.com/office/officeart/2005/8/layout/process5"/>
    <dgm:cxn modelId="{293E320C-D1AB-4CBE-9047-9489A77A5B1F}" type="presParOf" srcId="{B8DF83F1-B474-49B5-A15F-6C0ADC2946F0}" destId="{65304C5D-AE35-4A06-8039-69079D3B901C}" srcOrd="5" destOrd="0" presId="urn:microsoft.com/office/officeart/2005/8/layout/process5"/>
    <dgm:cxn modelId="{34DABA8E-43F4-4361-BE4F-3B82BE3FA9AC}" type="presParOf" srcId="{65304C5D-AE35-4A06-8039-69079D3B901C}" destId="{B3F4DA49-2832-44E5-9F04-76960AC8CAD7}" srcOrd="0" destOrd="0" presId="urn:microsoft.com/office/officeart/2005/8/layout/process5"/>
    <dgm:cxn modelId="{B47696C5-8578-4F89-B184-7542339C4D62}" type="presParOf" srcId="{B8DF83F1-B474-49B5-A15F-6C0ADC2946F0}" destId="{603EF758-68FA-43BB-AD13-7DBDCFFB8E14}" srcOrd="6" destOrd="0" presId="urn:microsoft.com/office/officeart/2005/8/layout/process5"/>
    <dgm:cxn modelId="{9E07EF14-1393-499F-B344-C0BF83334161}" type="presParOf" srcId="{B8DF83F1-B474-49B5-A15F-6C0ADC2946F0}" destId="{8D9F7D8A-A18C-4D22-A497-30CBD57AA875}" srcOrd="7" destOrd="0" presId="urn:microsoft.com/office/officeart/2005/8/layout/process5"/>
    <dgm:cxn modelId="{C4E7F9F6-85B6-4508-97AC-891EFFF5437B}" type="presParOf" srcId="{8D9F7D8A-A18C-4D22-A497-30CBD57AA875}" destId="{2C47D912-F6E5-4627-8B18-26B4E88D24D5}" srcOrd="0" destOrd="0" presId="urn:microsoft.com/office/officeart/2005/8/layout/process5"/>
    <dgm:cxn modelId="{DCF40F11-1144-47F7-8036-61FC22FA8191}" type="presParOf" srcId="{B8DF83F1-B474-49B5-A15F-6C0ADC2946F0}" destId="{EC8A32B8-4A0A-4D81-9292-C4DD6EA73004}" srcOrd="8" destOrd="0" presId="urn:microsoft.com/office/officeart/2005/8/layout/process5"/>
    <dgm:cxn modelId="{2DC8EF78-E06D-4F3C-B321-0A28F5B695BC}" type="presParOf" srcId="{B8DF83F1-B474-49B5-A15F-6C0ADC2946F0}" destId="{0B6C3D6A-52D6-4DBC-A075-16BAF86972B1}" srcOrd="9" destOrd="0" presId="urn:microsoft.com/office/officeart/2005/8/layout/process5"/>
    <dgm:cxn modelId="{B215ADAC-1079-4A14-B262-964AF319FB24}" type="presParOf" srcId="{0B6C3D6A-52D6-4DBC-A075-16BAF86972B1}" destId="{02703CC0-70BC-43B0-A38C-84AA62F37551}" srcOrd="0" destOrd="0" presId="urn:microsoft.com/office/officeart/2005/8/layout/process5"/>
    <dgm:cxn modelId="{E906020B-A0AF-4C01-AD6F-3D8D55E4A1D6}" type="presParOf" srcId="{B8DF83F1-B474-49B5-A15F-6C0ADC2946F0}" destId="{43C11E05-ADFE-4313-BAD5-802A7D56720C}" srcOrd="10" destOrd="0" presId="urn:microsoft.com/office/officeart/2005/8/layout/process5"/>
    <dgm:cxn modelId="{13AED730-FD5A-4069-AF9B-2BD615EB63F8}" type="presParOf" srcId="{B8DF83F1-B474-49B5-A15F-6C0ADC2946F0}" destId="{75C66044-C62D-437B-976A-A88C3CC957C2}" srcOrd="11" destOrd="0" presId="urn:microsoft.com/office/officeart/2005/8/layout/process5"/>
    <dgm:cxn modelId="{10F28320-D279-41A1-88BD-9443A6AAAF8C}" type="presParOf" srcId="{75C66044-C62D-437B-976A-A88C3CC957C2}" destId="{7D783AF0-32A4-4BC3-B61C-82416574E6FB}" srcOrd="0" destOrd="0" presId="urn:microsoft.com/office/officeart/2005/8/layout/process5"/>
    <dgm:cxn modelId="{1AF35182-1AF0-4515-AE74-95356D6D26CE}" type="presParOf" srcId="{B8DF83F1-B474-49B5-A15F-6C0ADC2946F0}" destId="{564FC588-B2AC-4AF4-A553-6A4CFE12C55C}" srcOrd="12" destOrd="0" presId="urn:microsoft.com/office/officeart/2005/8/layout/process5"/>
    <dgm:cxn modelId="{DBDD3F11-4849-494D-9661-DEEE6BA2D3EA}" type="presParOf" srcId="{B8DF83F1-B474-49B5-A15F-6C0ADC2946F0}" destId="{6DBED12B-7351-4540-B27F-66D472965719}" srcOrd="13" destOrd="0" presId="urn:microsoft.com/office/officeart/2005/8/layout/process5"/>
    <dgm:cxn modelId="{4CFE8BAA-C3B9-4C52-8749-7389086034ED}" type="presParOf" srcId="{6DBED12B-7351-4540-B27F-66D472965719}" destId="{695B8415-6BF4-42A3-8135-5D4593CAB0FE}" srcOrd="0" destOrd="0" presId="urn:microsoft.com/office/officeart/2005/8/layout/process5"/>
    <dgm:cxn modelId="{D57501B9-304B-4A41-BF9D-C04ECDEA824E}" type="presParOf" srcId="{B8DF83F1-B474-49B5-A15F-6C0ADC2946F0}" destId="{49101EFA-17AB-4694-ADEC-BFAD50D9B07F}" srcOrd="1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C5B77A-CB85-4FE0-A495-8D6AE8B0F7F4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C08B044-CDF6-47F1-85E3-444930AD6C7B}">
      <dgm:prSet phldrT="[Text]" custT="1"/>
      <dgm:spPr/>
      <dgm:t>
        <a:bodyPr/>
        <a:lstStyle/>
        <a:p>
          <a:r>
            <a:rPr lang="en-US" sz="1100" dirty="0"/>
            <a:t>Add request using request type “Adding Co-Client”</a:t>
          </a:r>
        </a:p>
      </dgm:t>
    </dgm:pt>
    <dgm:pt modelId="{7EC6FC62-2799-4E2A-8917-0A42F23F4E4F}" type="parTrans" cxnId="{D9A70832-3CB7-4542-ADFE-2E4348CE53A4}">
      <dgm:prSet/>
      <dgm:spPr/>
      <dgm:t>
        <a:bodyPr/>
        <a:lstStyle/>
        <a:p>
          <a:endParaRPr lang="en-US"/>
        </a:p>
      </dgm:t>
    </dgm:pt>
    <dgm:pt modelId="{8F22F15E-9AEA-45B3-B2A1-EF734DF647B3}" type="sibTrans" cxnId="{D9A70832-3CB7-4542-ADFE-2E4348CE53A4}">
      <dgm:prSet custT="1"/>
      <dgm:spPr/>
      <dgm:t>
        <a:bodyPr/>
        <a:lstStyle/>
        <a:p>
          <a:endParaRPr lang="en-US" sz="1000"/>
        </a:p>
      </dgm:t>
    </dgm:pt>
    <dgm:pt modelId="{B28587C9-B09F-4F30-8B37-CACAD7DA173E}">
      <dgm:prSet phldrT="[Text]" custT="1"/>
      <dgm:spPr/>
      <dgm:t>
        <a:bodyPr/>
        <a:lstStyle/>
        <a:p>
          <a:r>
            <a:rPr lang="en-US" sz="1100" dirty="0"/>
            <a:t>Responder –Self</a:t>
          </a:r>
        </a:p>
        <a:p>
          <a:r>
            <a:rPr lang="en-US" sz="1100" dirty="0"/>
            <a:t>Processor – Blank</a:t>
          </a:r>
        </a:p>
        <a:p>
          <a:r>
            <a:rPr lang="en-US" sz="1100" dirty="0"/>
            <a:t>Internal Status – Waiting on Accounting</a:t>
          </a:r>
        </a:p>
        <a:p>
          <a:r>
            <a:rPr lang="en-US" sz="1100" dirty="0"/>
            <a:t>NGO – todays date</a:t>
          </a:r>
        </a:p>
      </dgm:t>
    </dgm:pt>
    <dgm:pt modelId="{9E7827E5-A86E-4B08-B7B8-D3A71E510760}" type="parTrans" cxnId="{B50137D5-893B-4CB3-A877-D2E07ABFCD11}">
      <dgm:prSet/>
      <dgm:spPr/>
      <dgm:t>
        <a:bodyPr/>
        <a:lstStyle/>
        <a:p>
          <a:endParaRPr lang="en-US"/>
        </a:p>
      </dgm:t>
    </dgm:pt>
    <dgm:pt modelId="{0C874E44-98CB-49E2-B3AC-561AE3D43C38}" type="sibTrans" cxnId="{B50137D5-893B-4CB3-A877-D2E07ABFCD11}">
      <dgm:prSet/>
      <dgm:spPr/>
      <dgm:t>
        <a:bodyPr/>
        <a:lstStyle/>
        <a:p>
          <a:endParaRPr lang="en-US"/>
        </a:p>
      </dgm:t>
    </dgm:pt>
    <dgm:pt modelId="{AE631C13-1AE3-4A66-A86C-1F7E519DA11D}">
      <dgm:prSet phldrT="[Text]" custT="1"/>
      <dgm:spPr/>
      <dgm:t>
        <a:bodyPr/>
        <a:lstStyle/>
        <a:p>
          <a:pPr rtl="0"/>
          <a:r>
            <a:rPr lang="en-US" sz="1100" dirty="0"/>
            <a:t>Request Field Notes –</a:t>
          </a:r>
          <a:r>
            <a:rPr lang="en-US" sz="1100" dirty="0">
              <a:latin typeface="Calibri Light" panose="020F0302020204030204"/>
            </a:rPr>
            <a:t> </a:t>
          </a:r>
          <a:endParaRPr lang="en-US" sz="1100" dirty="0"/>
        </a:p>
        <a:p>
          <a:r>
            <a:rPr lang="en-US" sz="1100" dirty="0"/>
            <a:t>Please remove co-client from program</a:t>
          </a:r>
        </a:p>
        <a:p>
          <a:r>
            <a:rPr lang="en-US" sz="1100" dirty="0"/>
            <a:t>First and Last Name</a:t>
          </a:r>
        </a:p>
        <a:p>
          <a:r>
            <a:rPr lang="en-US" sz="1100" dirty="0"/>
            <a:t>Date of Birth</a:t>
          </a:r>
        </a:p>
        <a:p>
          <a:pPr rtl="0"/>
          <a:r>
            <a:rPr lang="en-US" sz="1100" dirty="0"/>
            <a:t>Social Security Number</a:t>
          </a:r>
          <a:r>
            <a:rPr lang="en-US" sz="1100" dirty="0">
              <a:latin typeface="Calibri Light" panose="020F0302020204030204"/>
            </a:rPr>
            <a:t> </a:t>
          </a:r>
        </a:p>
      </dgm:t>
    </dgm:pt>
    <dgm:pt modelId="{43C7910A-A23B-40F0-8359-5E5F1638E440}" type="parTrans" cxnId="{4810B8EC-13E8-4DB2-9C80-FB7C5C876C5D}">
      <dgm:prSet/>
      <dgm:spPr/>
      <dgm:t>
        <a:bodyPr/>
        <a:lstStyle/>
        <a:p>
          <a:endParaRPr lang="en-US"/>
        </a:p>
      </dgm:t>
    </dgm:pt>
    <dgm:pt modelId="{B97880AB-45A1-4BF2-8E12-B9E0E58D3FDA}" type="sibTrans" cxnId="{4810B8EC-13E8-4DB2-9C80-FB7C5C876C5D}">
      <dgm:prSet custT="1"/>
      <dgm:spPr/>
      <dgm:t>
        <a:bodyPr/>
        <a:lstStyle/>
        <a:p>
          <a:endParaRPr lang="en-US" sz="1000"/>
        </a:p>
      </dgm:t>
    </dgm:pt>
    <dgm:pt modelId="{3A5CFC2B-8057-4E56-8E11-8CA93EF95CA4}">
      <dgm:prSet phldrT="[Text]" custT="1"/>
      <dgm:spPr/>
      <dgm:t>
        <a:bodyPr/>
        <a:lstStyle/>
        <a:p>
          <a:pPr rtl="0"/>
          <a:r>
            <a:rPr lang="en-US" sz="1100" dirty="0"/>
            <a:t>Edit the Info Section under Processing Information in QuickBase and remove the Co-Clients Name, Social Security and Date of Birth.</a:t>
          </a:r>
          <a:r>
            <a:rPr lang="en-US" sz="1100" dirty="0">
              <a:latin typeface="Calibri Light" panose="020F0302020204030204"/>
            </a:rPr>
            <a:t> </a:t>
          </a:r>
          <a:endParaRPr lang="en-US" sz="1100" dirty="0"/>
        </a:p>
      </dgm:t>
    </dgm:pt>
    <dgm:pt modelId="{B5A2AD4B-7BB0-40B4-9D40-6E7409ACBA55}" type="parTrans" cxnId="{59C1BDA4-9E1B-4447-B299-563907579CFB}">
      <dgm:prSet/>
      <dgm:spPr/>
      <dgm:t>
        <a:bodyPr/>
        <a:lstStyle/>
        <a:p>
          <a:endParaRPr lang="en-US"/>
        </a:p>
      </dgm:t>
    </dgm:pt>
    <dgm:pt modelId="{40EADE33-C594-47E9-B930-F48210152E57}" type="sibTrans" cxnId="{59C1BDA4-9E1B-4447-B299-563907579CFB}">
      <dgm:prSet custT="1"/>
      <dgm:spPr/>
      <dgm:t>
        <a:bodyPr/>
        <a:lstStyle/>
        <a:p>
          <a:endParaRPr lang="en-US" sz="1000"/>
        </a:p>
      </dgm:t>
    </dgm:pt>
    <dgm:pt modelId="{CF70DC4D-FB07-4A12-8CAC-50F39D0F4B21}">
      <dgm:prSet phldrT="[Text]" custT="1"/>
      <dgm:spPr/>
      <dgm:t>
        <a:bodyPr/>
        <a:lstStyle/>
        <a:p>
          <a:r>
            <a:rPr lang="en-US" sz="1100" dirty="0"/>
            <a:t>Complete a program change to remove all accounts that the co-client is a borrower on</a:t>
          </a:r>
        </a:p>
      </dgm:t>
    </dgm:pt>
    <dgm:pt modelId="{0AA2FC95-C66F-4A39-85AA-03E0DE6C4A97}" type="parTrans" cxnId="{81410976-96AA-4390-B805-A4274274E8F7}">
      <dgm:prSet/>
      <dgm:spPr/>
      <dgm:t>
        <a:bodyPr/>
        <a:lstStyle/>
        <a:p>
          <a:endParaRPr lang="en-US"/>
        </a:p>
      </dgm:t>
    </dgm:pt>
    <dgm:pt modelId="{B2987AD5-547C-4689-94DC-DD4983446D67}" type="sibTrans" cxnId="{81410976-96AA-4390-B805-A4274274E8F7}">
      <dgm:prSet custT="1"/>
      <dgm:spPr/>
      <dgm:t>
        <a:bodyPr/>
        <a:lstStyle/>
        <a:p>
          <a:endParaRPr lang="en-US" sz="1000"/>
        </a:p>
      </dgm:t>
    </dgm:pt>
    <dgm:pt modelId="{31D75DFE-4AB4-4B33-8BD9-134D12C8C73A}">
      <dgm:prSet phldrT="[Text]" custT="1"/>
      <dgm:spPr/>
      <dgm:t>
        <a:bodyPr/>
        <a:lstStyle/>
        <a:p>
          <a:r>
            <a:rPr lang="en-US" sz="1100" dirty="0"/>
            <a:t>Notate comments</a:t>
          </a:r>
        </a:p>
        <a:p>
          <a:r>
            <a:rPr lang="en-US" sz="1100" dirty="0"/>
            <a:t>Save and close</a:t>
          </a:r>
        </a:p>
      </dgm:t>
    </dgm:pt>
    <dgm:pt modelId="{EE3C712D-9C3F-4482-A2B5-2F8AFAA26EFF}" type="sibTrans" cxnId="{942AC1BF-A0EB-41DC-AA1A-4BA9DB7D7AA3}">
      <dgm:prSet/>
      <dgm:spPr/>
      <dgm:t>
        <a:bodyPr/>
        <a:lstStyle/>
        <a:p>
          <a:endParaRPr lang="en-US"/>
        </a:p>
      </dgm:t>
    </dgm:pt>
    <dgm:pt modelId="{A58F0E76-A8FC-4D4C-B8A3-48FA79A20242}" type="parTrans" cxnId="{942AC1BF-A0EB-41DC-AA1A-4BA9DB7D7AA3}">
      <dgm:prSet/>
      <dgm:spPr/>
      <dgm:t>
        <a:bodyPr/>
        <a:lstStyle/>
        <a:p>
          <a:endParaRPr lang="en-US"/>
        </a:p>
      </dgm:t>
    </dgm:pt>
    <dgm:pt modelId="{B8DF83F1-B474-49B5-A15F-6C0ADC2946F0}" type="pres">
      <dgm:prSet presAssocID="{76C5B77A-CB85-4FE0-A495-8D6AE8B0F7F4}" presName="diagram" presStyleCnt="0">
        <dgm:presLayoutVars>
          <dgm:dir/>
          <dgm:resizeHandles val="exact"/>
        </dgm:presLayoutVars>
      </dgm:prSet>
      <dgm:spPr/>
    </dgm:pt>
    <dgm:pt modelId="{93B10730-D7CE-4373-B762-FB7937B553C1}" type="pres">
      <dgm:prSet presAssocID="{CF70DC4D-FB07-4A12-8CAC-50F39D0F4B21}" presName="node" presStyleLbl="node1" presStyleIdx="0" presStyleCnt="6" custScaleY="117069">
        <dgm:presLayoutVars>
          <dgm:bulletEnabled val="1"/>
        </dgm:presLayoutVars>
      </dgm:prSet>
      <dgm:spPr/>
    </dgm:pt>
    <dgm:pt modelId="{5992D785-A506-460D-8996-9E7AA63D9AD8}" type="pres">
      <dgm:prSet presAssocID="{B2987AD5-547C-4689-94DC-DD4983446D67}" presName="sibTrans" presStyleLbl="sibTrans2D1" presStyleIdx="0" presStyleCnt="5" custScaleY="117069"/>
      <dgm:spPr/>
    </dgm:pt>
    <dgm:pt modelId="{6F85E545-D3B2-4393-9DAF-B637C2C692ED}" type="pres">
      <dgm:prSet presAssocID="{B2987AD5-547C-4689-94DC-DD4983446D67}" presName="connectorText" presStyleLbl="sibTrans2D1" presStyleIdx="0" presStyleCnt="5"/>
      <dgm:spPr/>
    </dgm:pt>
    <dgm:pt modelId="{AEB4915A-E16E-465F-AA23-210200278462}" type="pres">
      <dgm:prSet presAssocID="{2C08B044-CDF6-47F1-85E3-444930AD6C7B}" presName="node" presStyleLbl="node1" presStyleIdx="1" presStyleCnt="6" custScaleY="117069">
        <dgm:presLayoutVars>
          <dgm:bulletEnabled val="1"/>
        </dgm:presLayoutVars>
      </dgm:prSet>
      <dgm:spPr/>
    </dgm:pt>
    <dgm:pt modelId="{F0CDC8FE-D689-459F-8034-B0F768B1BD65}" type="pres">
      <dgm:prSet presAssocID="{8F22F15E-9AEA-45B3-B2A1-EF734DF647B3}" presName="sibTrans" presStyleLbl="sibTrans2D1" presStyleIdx="1" presStyleCnt="5" custScaleY="117069"/>
      <dgm:spPr/>
    </dgm:pt>
    <dgm:pt modelId="{77B5921A-AD1A-4B38-A794-33991B8897E3}" type="pres">
      <dgm:prSet presAssocID="{8F22F15E-9AEA-45B3-B2A1-EF734DF647B3}" presName="connectorText" presStyleLbl="sibTrans2D1" presStyleIdx="1" presStyleCnt="5"/>
      <dgm:spPr/>
    </dgm:pt>
    <dgm:pt modelId="{472EE05E-6346-45CD-8DE9-5D48EC5A01CD}" type="pres">
      <dgm:prSet presAssocID="{B28587C9-B09F-4F30-8B37-CACAD7DA173E}" presName="node" presStyleLbl="node1" presStyleIdx="2" presStyleCnt="6" custScaleY="117069">
        <dgm:presLayoutVars>
          <dgm:bulletEnabled val="1"/>
        </dgm:presLayoutVars>
      </dgm:prSet>
      <dgm:spPr/>
    </dgm:pt>
    <dgm:pt modelId="{FA5B0DF8-BAF7-47D2-A922-0BE208ACD27A}" type="pres">
      <dgm:prSet presAssocID="{0C874E44-98CB-49E2-B3AC-561AE3D43C38}" presName="sibTrans" presStyleLbl="sibTrans2D1" presStyleIdx="2" presStyleCnt="5"/>
      <dgm:spPr/>
    </dgm:pt>
    <dgm:pt modelId="{7DF5F323-DDDF-468B-8BE8-5C3B19C9A424}" type="pres">
      <dgm:prSet presAssocID="{0C874E44-98CB-49E2-B3AC-561AE3D43C38}" presName="connectorText" presStyleLbl="sibTrans2D1" presStyleIdx="2" presStyleCnt="5"/>
      <dgm:spPr/>
    </dgm:pt>
    <dgm:pt modelId="{59AEFE3F-82C6-4BDC-9B8B-2B7A15C48B93}" type="pres">
      <dgm:prSet presAssocID="{AE631C13-1AE3-4A66-A86C-1F7E519DA11D}" presName="node" presStyleLbl="node1" presStyleIdx="3" presStyleCnt="6" custScaleY="121447">
        <dgm:presLayoutVars>
          <dgm:bulletEnabled val="1"/>
        </dgm:presLayoutVars>
      </dgm:prSet>
      <dgm:spPr/>
    </dgm:pt>
    <dgm:pt modelId="{65304C5D-AE35-4A06-8039-69079D3B901C}" type="pres">
      <dgm:prSet presAssocID="{B97880AB-45A1-4BF2-8E12-B9E0E58D3FDA}" presName="sibTrans" presStyleLbl="sibTrans2D1" presStyleIdx="3" presStyleCnt="5" custScaleY="117069"/>
      <dgm:spPr/>
    </dgm:pt>
    <dgm:pt modelId="{B3F4DA49-2832-44E5-9F04-76960AC8CAD7}" type="pres">
      <dgm:prSet presAssocID="{B97880AB-45A1-4BF2-8E12-B9E0E58D3FDA}" presName="connectorText" presStyleLbl="sibTrans2D1" presStyleIdx="3" presStyleCnt="5"/>
      <dgm:spPr/>
    </dgm:pt>
    <dgm:pt modelId="{603EF758-68FA-43BB-AD13-7DBDCFFB8E14}" type="pres">
      <dgm:prSet presAssocID="{3A5CFC2B-8057-4E56-8E11-8CA93EF95CA4}" presName="node" presStyleLbl="node1" presStyleIdx="4" presStyleCnt="6" custScaleY="117069">
        <dgm:presLayoutVars>
          <dgm:bulletEnabled val="1"/>
        </dgm:presLayoutVars>
      </dgm:prSet>
      <dgm:spPr/>
    </dgm:pt>
    <dgm:pt modelId="{8D9F7D8A-A18C-4D22-A497-30CBD57AA875}" type="pres">
      <dgm:prSet presAssocID="{40EADE33-C594-47E9-B930-F48210152E57}" presName="sibTrans" presStyleLbl="sibTrans2D1" presStyleIdx="4" presStyleCnt="5" custScaleY="117069"/>
      <dgm:spPr/>
    </dgm:pt>
    <dgm:pt modelId="{2C47D912-F6E5-4627-8B18-26B4E88D24D5}" type="pres">
      <dgm:prSet presAssocID="{40EADE33-C594-47E9-B930-F48210152E57}" presName="connectorText" presStyleLbl="sibTrans2D1" presStyleIdx="4" presStyleCnt="5"/>
      <dgm:spPr/>
    </dgm:pt>
    <dgm:pt modelId="{564FC588-B2AC-4AF4-A553-6A4CFE12C55C}" type="pres">
      <dgm:prSet presAssocID="{31D75DFE-4AB4-4B33-8BD9-134D12C8C73A}" presName="node" presStyleLbl="node1" presStyleIdx="5" presStyleCnt="6" custScaleY="117069">
        <dgm:presLayoutVars>
          <dgm:bulletEnabled val="1"/>
        </dgm:presLayoutVars>
      </dgm:prSet>
      <dgm:spPr/>
    </dgm:pt>
  </dgm:ptLst>
  <dgm:cxnLst>
    <dgm:cxn modelId="{2B88CF11-5351-4031-A14B-62389D2BF1FA}" type="presOf" srcId="{31D75DFE-4AB4-4B33-8BD9-134D12C8C73A}" destId="{564FC588-B2AC-4AF4-A553-6A4CFE12C55C}" srcOrd="0" destOrd="0" presId="urn:microsoft.com/office/officeart/2005/8/layout/process5"/>
    <dgm:cxn modelId="{ADC37B14-B04E-48C7-BA68-7FBEFDF37F5C}" type="presOf" srcId="{B97880AB-45A1-4BF2-8E12-B9E0E58D3FDA}" destId="{B3F4DA49-2832-44E5-9F04-76960AC8CAD7}" srcOrd="1" destOrd="0" presId="urn:microsoft.com/office/officeart/2005/8/layout/process5"/>
    <dgm:cxn modelId="{91C77727-9372-4F6C-B940-5F30437B618A}" type="presOf" srcId="{B28587C9-B09F-4F30-8B37-CACAD7DA173E}" destId="{472EE05E-6346-45CD-8DE9-5D48EC5A01CD}" srcOrd="0" destOrd="0" presId="urn:microsoft.com/office/officeart/2005/8/layout/process5"/>
    <dgm:cxn modelId="{D9A70832-3CB7-4542-ADFE-2E4348CE53A4}" srcId="{76C5B77A-CB85-4FE0-A495-8D6AE8B0F7F4}" destId="{2C08B044-CDF6-47F1-85E3-444930AD6C7B}" srcOrd="1" destOrd="0" parTransId="{7EC6FC62-2799-4E2A-8917-0A42F23F4E4F}" sibTransId="{8F22F15E-9AEA-45B3-B2A1-EF734DF647B3}"/>
    <dgm:cxn modelId="{59B6CB36-CF96-4464-824C-07657D2F11B8}" type="presOf" srcId="{CF70DC4D-FB07-4A12-8CAC-50F39D0F4B21}" destId="{93B10730-D7CE-4373-B762-FB7937B553C1}" srcOrd="0" destOrd="0" presId="urn:microsoft.com/office/officeart/2005/8/layout/process5"/>
    <dgm:cxn modelId="{0B4C593D-059A-4BA5-8085-99AFE2B299E9}" type="presOf" srcId="{0C874E44-98CB-49E2-B3AC-561AE3D43C38}" destId="{7DF5F323-DDDF-468B-8BE8-5C3B19C9A424}" srcOrd="1" destOrd="0" presId="urn:microsoft.com/office/officeart/2005/8/layout/process5"/>
    <dgm:cxn modelId="{83FCD849-B570-45CC-BF02-ADF1B181D04A}" type="presOf" srcId="{AE631C13-1AE3-4A66-A86C-1F7E519DA11D}" destId="{59AEFE3F-82C6-4BDC-9B8B-2B7A15C48B93}" srcOrd="0" destOrd="0" presId="urn:microsoft.com/office/officeart/2005/8/layout/process5"/>
    <dgm:cxn modelId="{0875624D-B78D-4AA8-A895-03CB4AEF6B22}" type="presOf" srcId="{40EADE33-C594-47E9-B930-F48210152E57}" destId="{8D9F7D8A-A18C-4D22-A497-30CBD57AA875}" srcOrd="0" destOrd="0" presId="urn:microsoft.com/office/officeart/2005/8/layout/process5"/>
    <dgm:cxn modelId="{81410976-96AA-4390-B805-A4274274E8F7}" srcId="{76C5B77A-CB85-4FE0-A495-8D6AE8B0F7F4}" destId="{CF70DC4D-FB07-4A12-8CAC-50F39D0F4B21}" srcOrd="0" destOrd="0" parTransId="{0AA2FC95-C66F-4A39-85AA-03E0DE6C4A97}" sibTransId="{B2987AD5-547C-4689-94DC-DD4983446D67}"/>
    <dgm:cxn modelId="{F0562682-E6F4-4F01-AB36-E6810168BA6E}" type="presOf" srcId="{B2987AD5-547C-4689-94DC-DD4983446D67}" destId="{5992D785-A506-460D-8996-9E7AA63D9AD8}" srcOrd="0" destOrd="0" presId="urn:microsoft.com/office/officeart/2005/8/layout/process5"/>
    <dgm:cxn modelId="{E8D3CD89-BC7E-4F4A-9AA9-A95740F21F38}" type="presOf" srcId="{B2987AD5-547C-4689-94DC-DD4983446D67}" destId="{6F85E545-D3B2-4393-9DAF-B637C2C692ED}" srcOrd="1" destOrd="0" presId="urn:microsoft.com/office/officeart/2005/8/layout/process5"/>
    <dgm:cxn modelId="{4ECDA7A4-F48F-4A42-9054-9EA032CC6EB7}" type="presOf" srcId="{0C874E44-98CB-49E2-B3AC-561AE3D43C38}" destId="{FA5B0DF8-BAF7-47D2-A922-0BE208ACD27A}" srcOrd="0" destOrd="0" presId="urn:microsoft.com/office/officeart/2005/8/layout/process5"/>
    <dgm:cxn modelId="{59C1BDA4-9E1B-4447-B299-563907579CFB}" srcId="{76C5B77A-CB85-4FE0-A495-8D6AE8B0F7F4}" destId="{3A5CFC2B-8057-4E56-8E11-8CA93EF95CA4}" srcOrd="4" destOrd="0" parTransId="{B5A2AD4B-7BB0-40B4-9D40-6E7409ACBA55}" sibTransId="{40EADE33-C594-47E9-B930-F48210152E57}"/>
    <dgm:cxn modelId="{942AC1BF-A0EB-41DC-AA1A-4BA9DB7D7AA3}" srcId="{76C5B77A-CB85-4FE0-A495-8D6AE8B0F7F4}" destId="{31D75DFE-4AB4-4B33-8BD9-134D12C8C73A}" srcOrd="5" destOrd="0" parTransId="{A58F0E76-A8FC-4D4C-B8A3-48FA79A20242}" sibTransId="{EE3C712D-9C3F-4482-A2B5-2F8AFAA26EFF}"/>
    <dgm:cxn modelId="{57CF87CB-5C09-4B3A-B6CD-B10D037FDFB8}" type="presOf" srcId="{2C08B044-CDF6-47F1-85E3-444930AD6C7B}" destId="{AEB4915A-E16E-465F-AA23-210200278462}" srcOrd="0" destOrd="0" presId="urn:microsoft.com/office/officeart/2005/8/layout/process5"/>
    <dgm:cxn modelId="{A4ECEBD0-E750-4CA9-B81E-1806C5C727C9}" type="presOf" srcId="{40EADE33-C594-47E9-B930-F48210152E57}" destId="{2C47D912-F6E5-4627-8B18-26B4E88D24D5}" srcOrd="1" destOrd="0" presId="urn:microsoft.com/office/officeart/2005/8/layout/process5"/>
    <dgm:cxn modelId="{B50137D5-893B-4CB3-A877-D2E07ABFCD11}" srcId="{76C5B77A-CB85-4FE0-A495-8D6AE8B0F7F4}" destId="{B28587C9-B09F-4F30-8B37-CACAD7DA173E}" srcOrd="2" destOrd="0" parTransId="{9E7827E5-A86E-4B08-B7B8-D3A71E510760}" sibTransId="{0C874E44-98CB-49E2-B3AC-561AE3D43C38}"/>
    <dgm:cxn modelId="{E1B7C6DF-549A-43DB-BA9B-76DA87427EC5}" type="presOf" srcId="{8F22F15E-9AEA-45B3-B2A1-EF734DF647B3}" destId="{F0CDC8FE-D689-459F-8034-B0F768B1BD65}" srcOrd="0" destOrd="0" presId="urn:microsoft.com/office/officeart/2005/8/layout/process5"/>
    <dgm:cxn modelId="{E62D76E5-29C2-4A37-890F-8D2A9B9C6962}" type="presOf" srcId="{3A5CFC2B-8057-4E56-8E11-8CA93EF95CA4}" destId="{603EF758-68FA-43BB-AD13-7DBDCFFB8E14}" srcOrd="0" destOrd="0" presId="urn:microsoft.com/office/officeart/2005/8/layout/process5"/>
    <dgm:cxn modelId="{2EE21AE8-0886-4DF5-BB69-3648E8B8FD48}" type="presOf" srcId="{B97880AB-45A1-4BF2-8E12-B9E0E58D3FDA}" destId="{65304C5D-AE35-4A06-8039-69079D3B901C}" srcOrd="0" destOrd="0" presId="urn:microsoft.com/office/officeart/2005/8/layout/process5"/>
    <dgm:cxn modelId="{94037FE8-F965-4BC7-BA2F-7E5FF785E8FE}" type="presOf" srcId="{76C5B77A-CB85-4FE0-A495-8D6AE8B0F7F4}" destId="{B8DF83F1-B474-49B5-A15F-6C0ADC2946F0}" srcOrd="0" destOrd="0" presId="urn:microsoft.com/office/officeart/2005/8/layout/process5"/>
    <dgm:cxn modelId="{4810B8EC-13E8-4DB2-9C80-FB7C5C876C5D}" srcId="{76C5B77A-CB85-4FE0-A495-8D6AE8B0F7F4}" destId="{AE631C13-1AE3-4A66-A86C-1F7E519DA11D}" srcOrd="3" destOrd="0" parTransId="{43C7910A-A23B-40F0-8359-5E5F1638E440}" sibTransId="{B97880AB-45A1-4BF2-8E12-B9E0E58D3FDA}"/>
    <dgm:cxn modelId="{190423F8-6283-422A-A6DA-471FD4CCEC38}" type="presOf" srcId="{8F22F15E-9AEA-45B3-B2A1-EF734DF647B3}" destId="{77B5921A-AD1A-4B38-A794-33991B8897E3}" srcOrd="1" destOrd="0" presId="urn:microsoft.com/office/officeart/2005/8/layout/process5"/>
    <dgm:cxn modelId="{3736C5B1-F90F-4961-BACF-5D7C1042581A}" type="presParOf" srcId="{B8DF83F1-B474-49B5-A15F-6C0ADC2946F0}" destId="{93B10730-D7CE-4373-B762-FB7937B553C1}" srcOrd="0" destOrd="0" presId="urn:microsoft.com/office/officeart/2005/8/layout/process5"/>
    <dgm:cxn modelId="{ECC9387E-9FFA-4C2D-B6F4-95B0DB8259BD}" type="presParOf" srcId="{B8DF83F1-B474-49B5-A15F-6C0ADC2946F0}" destId="{5992D785-A506-460D-8996-9E7AA63D9AD8}" srcOrd="1" destOrd="0" presId="urn:microsoft.com/office/officeart/2005/8/layout/process5"/>
    <dgm:cxn modelId="{E72907C5-76E7-4382-8919-27B6DC7F50B6}" type="presParOf" srcId="{5992D785-A506-460D-8996-9E7AA63D9AD8}" destId="{6F85E545-D3B2-4393-9DAF-B637C2C692ED}" srcOrd="0" destOrd="0" presId="urn:microsoft.com/office/officeart/2005/8/layout/process5"/>
    <dgm:cxn modelId="{DB5182E0-1F52-43AE-A905-889AECDE0BA3}" type="presParOf" srcId="{B8DF83F1-B474-49B5-A15F-6C0ADC2946F0}" destId="{AEB4915A-E16E-465F-AA23-210200278462}" srcOrd="2" destOrd="0" presId="urn:microsoft.com/office/officeart/2005/8/layout/process5"/>
    <dgm:cxn modelId="{C22503AC-09F6-4E39-A5B0-52D16ABE8C82}" type="presParOf" srcId="{B8DF83F1-B474-49B5-A15F-6C0ADC2946F0}" destId="{F0CDC8FE-D689-459F-8034-B0F768B1BD65}" srcOrd="3" destOrd="0" presId="urn:microsoft.com/office/officeart/2005/8/layout/process5"/>
    <dgm:cxn modelId="{874B3E36-0D62-47CF-9AD3-87659637CB6A}" type="presParOf" srcId="{F0CDC8FE-D689-459F-8034-B0F768B1BD65}" destId="{77B5921A-AD1A-4B38-A794-33991B8897E3}" srcOrd="0" destOrd="0" presId="urn:microsoft.com/office/officeart/2005/8/layout/process5"/>
    <dgm:cxn modelId="{DA1B5C81-2556-4A55-BA46-8756D709D59F}" type="presParOf" srcId="{B8DF83F1-B474-49B5-A15F-6C0ADC2946F0}" destId="{472EE05E-6346-45CD-8DE9-5D48EC5A01CD}" srcOrd="4" destOrd="0" presId="urn:microsoft.com/office/officeart/2005/8/layout/process5"/>
    <dgm:cxn modelId="{3B32E675-0E8C-4631-AC27-F64000ECA43B}" type="presParOf" srcId="{B8DF83F1-B474-49B5-A15F-6C0ADC2946F0}" destId="{FA5B0DF8-BAF7-47D2-A922-0BE208ACD27A}" srcOrd="5" destOrd="0" presId="urn:microsoft.com/office/officeart/2005/8/layout/process5"/>
    <dgm:cxn modelId="{4DFF5D0D-B72B-43B3-93F6-666BF0045C90}" type="presParOf" srcId="{FA5B0DF8-BAF7-47D2-A922-0BE208ACD27A}" destId="{7DF5F323-DDDF-468B-8BE8-5C3B19C9A424}" srcOrd="0" destOrd="0" presId="urn:microsoft.com/office/officeart/2005/8/layout/process5"/>
    <dgm:cxn modelId="{C7AC189E-08A6-4C32-80C6-D7983DBBD69D}" type="presParOf" srcId="{B8DF83F1-B474-49B5-A15F-6C0ADC2946F0}" destId="{59AEFE3F-82C6-4BDC-9B8B-2B7A15C48B93}" srcOrd="6" destOrd="0" presId="urn:microsoft.com/office/officeart/2005/8/layout/process5"/>
    <dgm:cxn modelId="{293E320C-D1AB-4CBE-9047-9489A77A5B1F}" type="presParOf" srcId="{B8DF83F1-B474-49B5-A15F-6C0ADC2946F0}" destId="{65304C5D-AE35-4A06-8039-69079D3B901C}" srcOrd="7" destOrd="0" presId="urn:microsoft.com/office/officeart/2005/8/layout/process5"/>
    <dgm:cxn modelId="{34DABA8E-43F4-4361-BE4F-3B82BE3FA9AC}" type="presParOf" srcId="{65304C5D-AE35-4A06-8039-69079D3B901C}" destId="{B3F4DA49-2832-44E5-9F04-76960AC8CAD7}" srcOrd="0" destOrd="0" presId="urn:microsoft.com/office/officeart/2005/8/layout/process5"/>
    <dgm:cxn modelId="{B47696C5-8578-4F89-B184-7542339C4D62}" type="presParOf" srcId="{B8DF83F1-B474-49B5-A15F-6C0ADC2946F0}" destId="{603EF758-68FA-43BB-AD13-7DBDCFFB8E14}" srcOrd="8" destOrd="0" presId="urn:microsoft.com/office/officeart/2005/8/layout/process5"/>
    <dgm:cxn modelId="{9E07EF14-1393-499F-B344-C0BF83334161}" type="presParOf" srcId="{B8DF83F1-B474-49B5-A15F-6C0ADC2946F0}" destId="{8D9F7D8A-A18C-4D22-A497-30CBD57AA875}" srcOrd="9" destOrd="0" presId="urn:microsoft.com/office/officeart/2005/8/layout/process5"/>
    <dgm:cxn modelId="{C4E7F9F6-85B6-4508-97AC-891EFFF5437B}" type="presParOf" srcId="{8D9F7D8A-A18C-4D22-A497-30CBD57AA875}" destId="{2C47D912-F6E5-4627-8B18-26B4E88D24D5}" srcOrd="0" destOrd="0" presId="urn:microsoft.com/office/officeart/2005/8/layout/process5"/>
    <dgm:cxn modelId="{1AF35182-1AF0-4515-AE74-95356D6D26CE}" type="presParOf" srcId="{B8DF83F1-B474-49B5-A15F-6C0ADC2946F0}" destId="{564FC588-B2AC-4AF4-A553-6A4CFE12C55C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B4915A-E16E-465F-AA23-210200278462}">
      <dsp:nvSpPr>
        <dsp:cNvPr id="0" name=""/>
        <dsp:cNvSpPr/>
      </dsp:nvSpPr>
      <dsp:spPr>
        <a:xfrm>
          <a:off x="576998" y="2489"/>
          <a:ext cx="2070145" cy="124208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Add request using request type “Adding Co-Client”</a:t>
          </a:r>
        </a:p>
      </dsp:txBody>
      <dsp:txXfrm>
        <a:off x="613377" y="38868"/>
        <a:ext cx="1997387" cy="1169329"/>
      </dsp:txXfrm>
    </dsp:sp>
    <dsp:sp modelId="{F0CDC8FE-D689-459F-8034-B0F768B1BD65}">
      <dsp:nvSpPr>
        <dsp:cNvPr id="0" name=""/>
        <dsp:cNvSpPr/>
      </dsp:nvSpPr>
      <dsp:spPr>
        <a:xfrm>
          <a:off x="2829316" y="366834"/>
          <a:ext cx="438870" cy="513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829316" y="469513"/>
        <a:ext cx="307209" cy="308038"/>
      </dsp:txXfrm>
    </dsp:sp>
    <dsp:sp modelId="{472EE05E-6346-45CD-8DE9-5D48EC5A01CD}">
      <dsp:nvSpPr>
        <dsp:cNvPr id="0" name=""/>
        <dsp:cNvSpPr/>
      </dsp:nvSpPr>
      <dsp:spPr>
        <a:xfrm>
          <a:off x="3475202" y="2489"/>
          <a:ext cx="2070145" cy="1242087"/>
        </a:xfrm>
        <a:prstGeom prst="roundRect">
          <a:avLst>
            <a:gd name="adj" fmla="val 10000"/>
          </a:avLst>
        </a:prstGeom>
        <a:solidFill>
          <a:schemeClr val="accent5">
            <a:hueOff val="-965506"/>
            <a:satOff val="-2488"/>
            <a:lumOff val="-16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Responder –Self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Processor – Blank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Internal Status – Waiting on </a:t>
          </a:r>
          <a:r>
            <a:rPr lang="en-US" sz="1000" kern="1200">
              <a:latin typeface="Calibri Light" panose="020F0302020204030204"/>
            </a:rPr>
            <a:t>Responder </a:t>
          </a:r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Calibri Light" panose="020F0302020204030204"/>
            </a:rPr>
            <a:t>Responder status - pending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NGO – todays date</a:t>
          </a:r>
        </a:p>
      </dsp:txBody>
      <dsp:txXfrm>
        <a:off x="3511581" y="38868"/>
        <a:ext cx="1997387" cy="1169329"/>
      </dsp:txXfrm>
    </dsp:sp>
    <dsp:sp modelId="{FA5B0DF8-BAF7-47D2-A922-0BE208ACD27A}">
      <dsp:nvSpPr>
        <dsp:cNvPr id="0" name=""/>
        <dsp:cNvSpPr/>
      </dsp:nvSpPr>
      <dsp:spPr>
        <a:xfrm>
          <a:off x="5727520" y="366834"/>
          <a:ext cx="438870" cy="513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5727520" y="469513"/>
        <a:ext cx="307209" cy="308038"/>
      </dsp:txXfrm>
    </dsp:sp>
    <dsp:sp modelId="{59AEFE3F-82C6-4BDC-9B8B-2B7A15C48B93}">
      <dsp:nvSpPr>
        <dsp:cNvPr id="0" name=""/>
        <dsp:cNvSpPr/>
      </dsp:nvSpPr>
      <dsp:spPr>
        <a:xfrm>
          <a:off x="6373406" y="2489"/>
          <a:ext cx="2070145" cy="1242087"/>
        </a:xfrm>
        <a:prstGeom prst="roundRect">
          <a:avLst>
            <a:gd name="adj" fmla="val 10000"/>
          </a:avLst>
        </a:prstGeom>
        <a:solidFill>
          <a:schemeClr val="accent5">
            <a:hueOff val="-1931012"/>
            <a:satOff val="-4977"/>
            <a:lumOff val="-33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Request Field Notes –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Please add co-client to program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First and Last Name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Date of Birth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Social Security Number </a:t>
          </a:r>
        </a:p>
      </dsp:txBody>
      <dsp:txXfrm>
        <a:off x="6409785" y="38868"/>
        <a:ext cx="1997387" cy="1169329"/>
      </dsp:txXfrm>
    </dsp:sp>
    <dsp:sp modelId="{65304C5D-AE35-4A06-8039-69079D3B901C}">
      <dsp:nvSpPr>
        <dsp:cNvPr id="0" name=""/>
        <dsp:cNvSpPr/>
      </dsp:nvSpPr>
      <dsp:spPr>
        <a:xfrm rot="5400000">
          <a:off x="7189043" y="1389486"/>
          <a:ext cx="438870" cy="513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7254460" y="1426749"/>
        <a:ext cx="308038" cy="307209"/>
      </dsp:txXfrm>
    </dsp:sp>
    <dsp:sp modelId="{603EF758-68FA-43BB-AD13-7DBDCFFB8E14}">
      <dsp:nvSpPr>
        <dsp:cNvPr id="0" name=""/>
        <dsp:cNvSpPr/>
      </dsp:nvSpPr>
      <dsp:spPr>
        <a:xfrm>
          <a:off x="6373406" y="2072634"/>
          <a:ext cx="2070145" cy="1242087"/>
        </a:xfrm>
        <a:prstGeom prst="roundRect">
          <a:avLst>
            <a:gd name="adj" fmla="val 10000"/>
          </a:avLst>
        </a:prstGeom>
        <a:solidFill>
          <a:schemeClr val="accent5">
            <a:hueOff val="-2896518"/>
            <a:satOff val="-7465"/>
            <a:lumOff val="-50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Edit the Info Section under Processing Information in Quickbase and fill in the Co-Clients Name, Social Security and Date of Birth</a:t>
          </a:r>
        </a:p>
      </dsp:txBody>
      <dsp:txXfrm>
        <a:off x="6409785" y="2109013"/>
        <a:ext cx="1997387" cy="1169329"/>
      </dsp:txXfrm>
    </dsp:sp>
    <dsp:sp modelId="{8D9F7D8A-A18C-4D22-A497-30CBD57AA875}">
      <dsp:nvSpPr>
        <dsp:cNvPr id="0" name=""/>
        <dsp:cNvSpPr/>
      </dsp:nvSpPr>
      <dsp:spPr>
        <a:xfrm rot="10800000">
          <a:off x="5752362" y="2436980"/>
          <a:ext cx="438870" cy="513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5884023" y="2539659"/>
        <a:ext cx="307209" cy="308038"/>
      </dsp:txXfrm>
    </dsp:sp>
    <dsp:sp modelId="{EC8A32B8-4A0A-4D81-9292-C4DD6EA73004}">
      <dsp:nvSpPr>
        <dsp:cNvPr id="0" name=""/>
        <dsp:cNvSpPr/>
      </dsp:nvSpPr>
      <dsp:spPr>
        <a:xfrm>
          <a:off x="3475202" y="2072634"/>
          <a:ext cx="2070145" cy="1242087"/>
        </a:xfrm>
        <a:prstGeom prst="roundRect">
          <a:avLst>
            <a:gd name="adj" fmla="val 10000"/>
          </a:avLst>
        </a:prstGeom>
        <a:solidFill>
          <a:schemeClr val="accent5">
            <a:hueOff val="-3862025"/>
            <a:satOff val="-9954"/>
            <a:lumOff val="-67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Click Pull Client Credit report </a:t>
          </a:r>
        </a:p>
      </dsp:txBody>
      <dsp:txXfrm>
        <a:off x="3511581" y="2109013"/>
        <a:ext cx="1997387" cy="1169329"/>
      </dsp:txXfrm>
    </dsp:sp>
    <dsp:sp modelId="{0B6C3D6A-52D6-4DBC-A075-16BAF86972B1}">
      <dsp:nvSpPr>
        <dsp:cNvPr id="0" name=""/>
        <dsp:cNvSpPr/>
      </dsp:nvSpPr>
      <dsp:spPr>
        <a:xfrm rot="10800000">
          <a:off x="2854158" y="2436980"/>
          <a:ext cx="438870" cy="513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985819" y="2539659"/>
        <a:ext cx="307209" cy="308038"/>
      </dsp:txXfrm>
    </dsp:sp>
    <dsp:sp modelId="{43C11E05-ADFE-4313-BAD5-802A7D56720C}">
      <dsp:nvSpPr>
        <dsp:cNvPr id="0" name=""/>
        <dsp:cNvSpPr/>
      </dsp:nvSpPr>
      <dsp:spPr>
        <a:xfrm>
          <a:off x="576998" y="2072634"/>
          <a:ext cx="2070145" cy="1242087"/>
        </a:xfrm>
        <a:prstGeom prst="roundRect">
          <a:avLst>
            <a:gd name="adj" fmla="val 10000"/>
          </a:avLst>
        </a:prstGeom>
        <a:solidFill>
          <a:schemeClr val="accent5">
            <a:hueOff val="-4827531"/>
            <a:satOff val="-12442"/>
            <a:lumOff val="-84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Obtain co-clients authorization and pull co-client credit report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Reference </a:t>
          </a:r>
          <a:r>
            <a:rPr lang="en-US" sz="1000" kern="1200">
              <a:hlinkClick xmlns:r="http://schemas.openxmlformats.org/officeDocument/2006/relationships" r:id="rId1"/>
            </a:rPr>
            <a:t>Credit Pull </a:t>
          </a:r>
          <a:r>
            <a:rPr lang="en-US" sz="1000" kern="1200">
              <a:latin typeface="Calibri Light" panose="020F0302020204030204"/>
            </a:rPr>
            <a:t> </a:t>
          </a:r>
          <a:r>
            <a:rPr lang="en-US" sz="1000" kern="1200"/>
            <a:t>and </a:t>
          </a:r>
          <a:r>
            <a:rPr lang="en-US" sz="1000" kern="1200" dirty="0">
              <a:hlinkClick xmlns:r="http://schemas.openxmlformats.org/officeDocument/2006/relationships" r:id="rId2"/>
            </a:rPr>
            <a:t>Credit Pull Script</a:t>
          </a:r>
          <a:endParaRPr lang="en-US" sz="1000" kern="1200" dirty="0"/>
        </a:p>
      </dsp:txBody>
      <dsp:txXfrm>
        <a:off x="613377" y="2109013"/>
        <a:ext cx="1997387" cy="1169329"/>
      </dsp:txXfrm>
    </dsp:sp>
    <dsp:sp modelId="{75C66044-C62D-437B-976A-A88C3CC957C2}">
      <dsp:nvSpPr>
        <dsp:cNvPr id="0" name=""/>
        <dsp:cNvSpPr/>
      </dsp:nvSpPr>
      <dsp:spPr>
        <a:xfrm rot="5400000">
          <a:off x="1392635" y="3459632"/>
          <a:ext cx="438870" cy="513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1458052" y="3496895"/>
        <a:ext cx="308038" cy="307209"/>
      </dsp:txXfrm>
    </dsp:sp>
    <dsp:sp modelId="{564FC588-B2AC-4AF4-A553-6A4CFE12C55C}">
      <dsp:nvSpPr>
        <dsp:cNvPr id="0" name=""/>
        <dsp:cNvSpPr/>
      </dsp:nvSpPr>
      <dsp:spPr>
        <a:xfrm>
          <a:off x="576998" y="4142780"/>
          <a:ext cx="2070145" cy="1242087"/>
        </a:xfrm>
        <a:prstGeom prst="roundRect">
          <a:avLst>
            <a:gd name="adj" fmla="val 10000"/>
          </a:avLst>
        </a:prstGeom>
        <a:solidFill>
          <a:schemeClr val="accent5">
            <a:hueOff val="-5793037"/>
            <a:satOff val="-14931"/>
            <a:lumOff val="-100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Save Co-Clients credit report to Client files.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Notates comments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Save and close</a:t>
          </a:r>
        </a:p>
      </dsp:txBody>
      <dsp:txXfrm>
        <a:off x="613377" y="4179159"/>
        <a:ext cx="1997387" cy="1169329"/>
      </dsp:txXfrm>
    </dsp:sp>
    <dsp:sp modelId="{6DBED12B-7351-4540-B27F-66D472965719}">
      <dsp:nvSpPr>
        <dsp:cNvPr id="0" name=""/>
        <dsp:cNvSpPr/>
      </dsp:nvSpPr>
      <dsp:spPr>
        <a:xfrm>
          <a:off x="2829316" y="4507126"/>
          <a:ext cx="438870" cy="5133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829316" y="4609805"/>
        <a:ext cx="307209" cy="308038"/>
      </dsp:txXfrm>
    </dsp:sp>
    <dsp:sp modelId="{49101EFA-17AB-4694-ADEC-BFAD50D9B07F}">
      <dsp:nvSpPr>
        <dsp:cNvPr id="0" name=""/>
        <dsp:cNvSpPr/>
      </dsp:nvSpPr>
      <dsp:spPr>
        <a:xfrm>
          <a:off x="3475202" y="4142780"/>
          <a:ext cx="2070145" cy="1242087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/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 dirty="0"/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Create a new SPAA </a:t>
          </a:r>
          <a:r>
            <a:rPr lang="en-US" sz="1000" b="1" kern="1200" dirty="0"/>
            <a:t>follow updating banking SOP, </a:t>
          </a:r>
          <a:r>
            <a:rPr lang="en-US" sz="1000" kern="1200" dirty="0"/>
            <a:t>adding the co-client as an authorized contact. (page 4)</a:t>
          </a:r>
        </a:p>
      </dsp:txBody>
      <dsp:txXfrm>
        <a:off x="3511581" y="4179159"/>
        <a:ext cx="1997387" cy="11693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10730-D7CE-4373-B762-FB7937B553C1}">
      <dsp:nvSpPr>
        <dsp:cNvPr id="0" name=""/>
        <dsp:cNvSpPr/>
      </dsp:nvSpPr>
      <dsp:spPr>
        <a:xfrm>
          <a:off x="7928" y="670228"/>
          <a:ext cx="2369656" cy="166447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Complete a program change to remove all accounts that the co-client is a borrower on</a:t>
          </a:r>
        </a:p>
      </dsp:txBody>
      <dsp:txXfrm>
        <a:off x="56679" y="718979"/>
        <a:ext cx="2272154" cy="1566977"/>
      </dsp:txXfrm>
    </dsp:sp>
    <dsp:sp modelId="{5992D785-A506-460D-8996-9E7AA63D9AD8}">
      <dsp:nvSpPr>
        <dsp:cNvPr id="0" name=""/>
        <dsp:cNvSpPr/>
      </dsp:nvSpPr>
      <dsp:spPr>
        <a:xfrm>
          <a:off x="2586114" y="1158475"/>
          <a:ext cx="502367" cy="6879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586114" y="1296072"/>
        <a:ext cx="351657" cy="412790"/>
      </dsp:txXfrm>
    </dsp:sp>
    <dsp:sp modelId="{AEB4915A-E16E-465F-AA23-210200278462}">
      <dsp:nvSpPr>
        <dsp:cNvPr id="0" name=""/>
        <dsp:cNvSpPr/>
      </dsp:nvSpPr>
      <dsp:spPr>
        <a:xfrm>
          <a:off x="3325446" y="670228"/>
          <a:ext cx="2369656" cy="1664479"/>
        </a:xfrm>
        <a:prstGeom prst="roundRect">
          <a:avLst>
            <a:gd name="adj" fmla="val 10000"/>
          </a:avLst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Add request using request type “Adding Co-Client”</a:t>
          </a:r>
        </a:p>
      </dsp:txBody>
      <dsp:txXfrm>
        <a:off x="3374197" y="718979"/>
        <a:ext cx="2272154" cy="1566977"/>
      </dsp:txXfrm>
    </dsp:sp>
    <dsp:sp modelId="{F0CDC8FE-D689-459F-8034-B0F768B1BD65}">
      <dsp:nvSpPr>
        <dsp:cNvPr id="0" name=""/>
        <dsp:cNvSpPr/>
      </dsp:nvSpPr>
      <dsp:spPr>
        <a:xfrm>
          <a:off x="5903632" y="1158475"/>
          <a:ext cx="502367" cy="6879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903632" y="1296072"/>
        <a:ext cx="351657" cy="412790"/>
      </dsp:txXfrm>
    </dsp:sp>
    <dsp:sp modelId="{472EE05E-6346-45CD-8DE9-5D48EC5A01CD}">
      <dsp:nvSpPr>
        <dsp:cNvPr id="0" name=""/>
        <dsp:cNvSpPr/>
      </dsp:nvSpPr>
      <dsp:spPr>
        <a:xfrm>
          <a:off x="6642965" y="670228"/>
          <a:ext cx="2369656" cy="1664479"/>
        </a:xfrm>
        <a:prstGeom prst="roundRect">
          <a:avLst>
            <a:gd name="adj" fmla="val 10000"/>
          </a:avLst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Responder –Self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Processor – Blank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Internal Status – Waiting on Accounting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NGO – todays date</a:t>
          </a:r>
        </a:p>
      </dsp:txBody>
      <dsp:txXfrm>
        <a:off x="6691716" y="718979"/>
        <a:ext cx="2272154" cy="1566977"/>
      </dsp:txXfrm>
    </dsp:sp>
    <dsp:sp modelId="{FA5B0DF8-BAF7-47D2-A922-0BE208ACD27A}">
      <dsp:nvSpPr>
        <dsp:cNvPr id="0" name=""/>
        <dsp:cNvSpPr/>
      </dsp:nvSpPr>
      <dsp:spPr>
        <a:xfrm rot="5400000">
          <a:off x="7576610" y="2500584"/>
          <a:ext cx="502367" cy="5876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7651492" y="2543237"/>
        <a:ext cx="352604" cy="351657"/>
      </dsp:txXfrm>
    </dsp:sp>
    <dsp:sp modelId="{59AEFE3F-82C6-4BDC-9B8B-2B7A15C48B93}">
      <dsp:nvSpPr>
        <dsp:cNvPr id="0" name=""/>
        <dsp:cNvSpPr/>
      </dsp:nvSpPr>
      <dsp:spPr>
        <a:xfrm>
          <a:off x="6642965" y="3282570"/>
          <a:ext cx="2369656" cy="1726725"/>
        </a:xfrm>
        <a:prstGeom prst="roundRect">
          <a:avLst>
            <a:gd name="adj" fmla="val 10000"/>
          </a:avLst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Request Field Notes –</a:t>
          </a:r>
          <a:r>
            <a:rPr lang="en-US" sz="1100" kern="1200" dirty="0">
              <a:latin typeface="Calibri Light" panose="020F0302020204030204"/>
            </a:rPr>
            <a:t> 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Please remove co-client from program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First and Last Name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Date of Birth</a:t>
          </a:r>
        </a:p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Social Security Number</a:t>
          </a:r>
          <a:r>
            <a:rPr lang="en-US" sz="1100" kern="1200" dirty="0">
              <a:latin typeface="Calibri Light" panose="020F0302020204030204"/>
            </a:rPr>
            <a:t> </a:t>
          </a:r>
        </a:p>
      </dsp:txBody>
      <dsp:txXfrm>
        <a:off x="6693539" y="3333144"/>
        <a:ext cx="2268508" cy="1625577"/>
      </dsp:txXfrm>
    </dsp:sp>
    <dsp:sp modelId="{65304C5D-AE35-4A06-8039-69079D3B901C}">
      <dsp:nvSpPr>
        <dsp:cNvPr id="0" name=""/>
        <dsp:cNvSpPr/>
      </dsp:nvSpPr>
      <dsp:spPr>
        <a:xfrm rot="10800000">
          <a:off x="5932068" y="3801941"/>
          <a:ext cx="502367" cy="6879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6082778" y="3939538"/>
        <a:ext cx="351657" cy="412790"/>
      </dsp:txXfrm>
    </dsp:sp>
    <dsp:sp modelId="{603EF758-68FA-43BB-AD13-7DBDCFFB8E14}">
      <dsp:nvSpPr>
        <dsp:cNvPr id="0" name=""/>
        <dsp:cNvSpPr/>
      </dsp:nvSpPr>
      <dsp:spPr>
        <a:xfrm>
          <a:off x="3325446" y="3313693"/>
          <a:ext cx="2369656" cy="1664479"/>
        </a:xfrm>
        <a:prstGeom prst="roundRect">
          <a:avLst>
            <a:gd name="adj" fmla="val 10000"/>
          </a:avLst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Edit the Info Section under Processing Information in QuickBase and remove the Co-Clients Name, Social Security and Date of Birth.</a:t>
          </a:r>
          <a:r>
            <a:rPr lang="en-US" sz="1100" kern="1200" dirty="0">
              <a:latin typeface="Calibri Light" panose="020F0302020204030204"/>
            </a:rPr>
            <a:t> </a:t>
          </a:r>
          <a:endParaRPr lang="en-US" sz="1100" kern="1200" dirty="0"/>
        </a:p>
      </dsp:txBody>
      <dsp:txXfrm>
        <a:off x="3374197" y="3362444"/>
        <a:ext cx="2272154" cy="1566977"/>
      </dsp:txXfrm>
    </dsp:sp>
    <dsp:sp modelId="{8D9F7D8A-A18C-4D22-A497-30CBD57AA875}">
      <dsp:nvSpPr>
        <dsp:cNvPr id="0" name=""/>
        <dsp:cNvSpPr/>
      </dsp:nvSpPr>
      <dsp:spPr>
        <a:xfrm rot="10800000">
          <a:off x="2614550" y="3801941"/>
          <a:ext cx="502367" cy="6879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2765260" y="3939538"/>
        <a:ext cx="351657" cy="412790"/>
      </dsp:txXfrm>
    </dsp:sp>
    <dsp:sp modelId="{564FC588-B2AC-4AF4-A553-6A4CFE12C55C}">
      <dsp:nvSpPr>
        <dsp:cNvPr id="0" name=""/>
        <dsp:cNvSpPr/>
      </dsp:nvSpPr>
      <dsp:spPr>
        <a:xfrm>
          <a:off x="7928" y="3313693"/>
          <a:ext cx="2369656" cy="1664479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Notate comments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Save and close</a:t>
          </a:r>
        </a:p>
      </dsp:txBody>
      <dsp:txXfrm>
        <a:off x="56679" y="3362444"/>
        <a:ext cx="2272154" cy="15669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1"/>
            <a:ext cx="3070860" cy="470258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F9FBA1EC-A60A-495A-B477-8D73E894888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5100" y="1171575"/>
            <a:ext cx="4216400" cy="31638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510565"/>
            <a:ext cx="5669280" cy="3690461"/>
          </a:xfrm>
          <a:prstGeom prst="rect">
            <a:avLst/>
          </a:prstGeom>
        </p:spPr>
        <p:txBody>
          <a:bodyPr vert="horz" lIns="94046" tIns="47023" rIns="94046" bIns="470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4"/>
            <a:ext cx="3070860" cy="470257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56818EA0-D2EF-4C38-A8B1-0D8C28DF2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0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7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Enrollments were down to $61MM in December from $81MM in November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Internal (non-affiliate) enrollments of $46MM were 23% below forecast ($60MM)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Drivers include macro factors: holiday seasonality, </a:t>
            </a:r>
            <a:r>
              <a:rPr lang="en-US" err="1"/>
              <a:t>covid</a:t>
            </a:r>
            <a:r>
              <a:rPr lang="en-US"/>
              <a:t> increases, stimulus allowing customers to put off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Internally we are observing it is harder to reach customers, lower P2 rates, and lower close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3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1F91-5DAF-4308-8CD1-103E6D52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9D70A-3474-4171-B199-95A778533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A482-2466-4B34-B5F0-68952F62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2E932-A71F-4C87-8F29-F42C899ED4B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4685A-6E3E-4417-9863-4F2A54DAB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F1FC-F314-455E-89ED-44D60103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4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47936-FF79-4BAD-9467-808480C3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1E9D8-3E19-4E1C-8437-CFC470EF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E1A8-58BC-40F9-A6E9-C2EA9C48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42F31-02C1-498D-9CC2-B92C2CDF434E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A46-7D43-4A54-93C9-9EF0E81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70E-CEFD-4DE4-A0FC-6F069EA2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6B35C-AE0D-47A6-9D58-2B81B44D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1A32-793D-441B-AD68-4238442E1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11632-D9DF-4A7B-BF50-F25DCA77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7864-DF79-4588-8239-29C6AE689228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D7EE-09FD-4EC1-91CB-5868F9A4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9428E-60CF-473F-90FC-33845451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45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AB0-7FF6-4933-9E22-F868C192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08B35-4553-47E2-9C69-248E2027A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70A51-07F6-4B4E-AC1B-00C92A5F9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59BD2-1DA7-47C2-927E-1EDAB02E4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FAA2-19A9-44AB-B8FA-E5869F238D47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BB89C-01D5-4C85-B148-89F7B797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56DD1-999E-4E85-80AF-C5D57619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77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2E3C4-28DC-4891-B961-D5AC5549E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39514-3694-4568-AA95-82CF0B69D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33A6-5E74-4ACD-8AC0-FAB6C7E08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B50B8-823E-4597-A8E8-6A9638DD9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E8A5CD-818C-4AC2-9FF0-0375B10D2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47E56-F9CA-448D-BF16-285FBDD6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6C686-7BE9-4586-A687-B2D1E9405BF2}" type="datetime1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1C511-854E-4BC2-B903-8E577EE9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A9210-8AFB-4D59-BF25-4EFD379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8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B0A4E-7214-4395-B4A9-683862A1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1BA23A-F6DD-474E-874D-71837CEC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7A63C-776B-4C75-811A-901240DE072E}" type="datetime1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EEFDA-3E42-47C0-93DC-C1219B95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1EABA-4C8C-473F-B711-E494A05F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834C0-0139-4568-8744-EE8A5CE9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8578-255A-4EAB-AB9D-DF676188B002}" type="datetime1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01E73B-DCCE-4735-81B5-1825A15A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9F196-8163-4B75-8CAC-61E1C785D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22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E244-A061-4E80-BC9C-E6AB7DBD1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428FE-F029-409E-B569-681CD14E9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A74DE-FA8C-4583-9E68-BF0214191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68F3A-DC58-4F1A-923E-357CDF90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85B3-C4AE-4BB1-B021-68841BA35016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46901-5A47-40C9-BF0C-854E9818E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F09E-1A7A-4217-88C3-C6FCE58F0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8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30C2-9AC3-40D2-82EA-7358BE3F3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3CFF1-6F5E-4EDE-9591-B88623C67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FF47-9845-4311-A900-C88BE6D75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ED47-9E30-48B0-BD7D-5D140FE8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9113-9AB1-4051-924D-DF3D9AA7B385}" type="datetime1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5465-F8EA-489B-B0CE-6D03E7A7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B23C1-C907-4F63-83FE-12326EA9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A720-C411-4ED2-9590-91859DC2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C8D4A-1E59-44F0-B9D5-55F4EF51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062-E7CF-4226-ABBC-7FAB80D5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E5AC6-156C-4CB5-BA0A-41EEB99F2C31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2C07-11CD-4FCA-9EF9-DBCB43960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F8289-ACCF-49F8-B239-9BC52C1BA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6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1DD16A-B6EA-4F1C-B1D6-276E8C388D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D3C60F-2B01-4456-A9C9-E40F68052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CACA6-C1E6-45CC-987A-36AA89D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1CCD-7326-4A57-A1EF-8B0B37DF77B7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BCBA4-F9B0-4FFA-8023-E056B2BF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91EB5-9BD0-4358-9027-51E68369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EBC77-63D1-42E8-A976-F7270279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64DF2-E1A1-406E-AEE5-0CF1A3C7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C1D8-9EE9-42E3-A226-76CF87AC6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4C46C-9D8A-450F-A7A1-8B8352E02805}" type="datetime1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C20A-ED86-43E7-BD47-C0407000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B9E82-8B6D-4553-B4F9-228C6E8BF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8DC1C-CF51-4F7D-8E83-F954D293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7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4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3.png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3" y="-2610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Adding Co-Client to a Client’s Program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08021" y="6473797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63" y="635015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496AF46-82F0-4057-9CCC-0F61FFF528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7671438"/>
              </p:ext>
            </p:extLst>
          </p:nvPr>
        </p:nvGraphicFramePr>
        <p:xfrm>
          <a:off x="-217554" y="513731"/>
          <a:ext cx="9020550" cy="5387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58F63BB9-1867-4C03-B4BE-7A641F0EE1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0872" y="4175795"/>
            <a:ext cx="2356782" cy="44653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B0C349-4913-4F01-A47B-429B4B3ABD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8402" y="3886611"/>
            <a:ext cx="2510017" cy="12488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4379D-6024-4D68-AC29-C8BECE3861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61117" y="5243684"/>
            <a:ext cx="3467805" cy="71939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56AA55-C3D1-476F-8803-E66BC8F60DF9}"/>
              </a:ext>
            </a:extLst>
          </p:cNvPr>
          <p:cNvSpPr/>
          <p:nvPr/>
        </p:nvSpPr>
        <p:spPr>
          <a:xfrm>
            <a:off x="119543" y="6261800"/>
            <a:ext cx="6928701" cy="558993"/>
          </a:xfrm>
          <a:prstGeom prst="roundRect">
            <a:avLst/>
          </a:prstGeom>
          <a:solidFill>
            <a:srgbClr val="5B9BD5">
              <a:hueOff val="-2896518"/>
              <a:satOff val="-7465"/>
              <a:lumOff val="-5042"/>
              <a:alphaOff val="0"/>
            </a:srgbClr>
          </a:solidFill>
          <a:ln w="1270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41910" tIns="41910" rIns="41910" bIns="41910" numCol="1" spcCol="1270" anchor="ctr" anchorCtr="0">
            <a:noAutofit/>
          </a:bodyPr>
          <a:lstStyle/>
          <a:p>
            <a:r>
              <a:rPr lang="en-US" sz="1400"/>
              <a:t>Exceptions: when a co-client is only being added to make decision on behalf of the client and is not enrolling any of their own debt you may skip steps 5 and 6 (pulling co-client credit). </a:t>
            </a:r>
          </a:p>
        </p:txBody>
      </p:sp>
    </p:spTree>
    <p:extLst>
      <p:ext uri="{BB962C8B-B14F-4D97-AF65-F5344CB8AC3E}">
        <p14:creationId xmlns:p14="http://schemas.microsoft.com/office/powerpoint/2010/main" val="42485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Removing Co-Client from a Client’s Program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-1008021" y="6473797"/>
            <a:ext cx="3086100" cy="365125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263" y="6350153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496AF46-82F0-4057-9CCC-0F61FFF528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075514"/>
              </p:ext>
            </p:extLst>
          </p:nvPr>
        </p:nvGraphicFramePr>
        <p:xfrm>
          <a:off x="2667029" y="-201518"/>
          <a:ext cx="9020550" cy="5679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58F63BB9-1867-4C03-B4BE-7A641F0EE1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3609" y="5701471"/>
            <a:ext cx="2356782" cy="44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33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9DC55F4-8034-4279-A768-3BC59612D256}" vid="{D2D9A7DC-B5CD-4C3A-A780-7E5258CB9C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a50bad3c638598752483e3e576d1490c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f8f025033282243cc96c211b2abd8d6e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54B98F-2B59-4E83-AB7F-1619296425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44613A-A1AE-446C-ADE1-2243A58D2292}">
  <ds:schemaRefs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fca21091-4343-4232-a795-e59481497cb5"/>
    <ds:schemaRef ds:uri="http://schemas.microsoft.com/office/2006/metadata/properties"/>
    <ds:schemaRef ds:uri="http://purl.org/dc/elements/1.1/"/>
    <ds:schemaRef ds:uri="http://schemas.microsoft.com/sharepoint/v3"/>
    <ds:schemaRef ds:uri="http://schemas.openxmlformats.org/package/2006/metadata/core-properties"/>
    <ds:schemaRef ds:uri="dfbadaf6-90cf-41d3-a0ba-bbd98d259036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DE55A03-F6E1-4A34-A947-858DDDDDC8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COA ppt template</Template>
  <TotalTime>0</TotalTime>
  <Words>346</Words>
  <Application>Microsoft Office PowerPoint</Application>
  <PresentationFormat>On-screen Show (4:3)</PresentationFormat>
  <Paragraphs>52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Adding Co-Client to a Client’s Program</vt:lpstr>
      <vt:lpstr>Removing Co-Client from a Client’s Program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Lending Tree Insights</dc:title>
  <dc:creator>Brandon Homuth</dc:creator>
  <cp:lastModifiedBy>Katalina Sussman</cp:lastModifiedBy>
  <cp:revision>22</cp:revision>
  <cp:lastPrinted>2020-12-17T16:31:33Z</cp:lastPrinted>
  <dcterms:created xsi:type="dcterms:W3CDTF">2020-07-08T17:20:15Z</dcterms:created>
  <dcterms:modified xsi:type="dcterms:W3CDTF">2026-02-12T20:00:08Z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