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1943" r:id="rId5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8052E-5D32-F94A-19F5-99EB8A39E58C}" v="21" dt="2025-09-26T17:38:43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09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Request to mail documents 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321FDA-0857-43D5-A380-DA893069FF75}"/>
              </a:ext>
            </a:extLst>
          </p:cNvPr>
          <p:cNvSpPr/>
          <p:nvPr/>
        </p:nvSpPr>
        <p:spPr>
          <a:xfrm>
            <a:off x="208800" y="649800"/>
            <a:ext cx="8712000" cy="69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ea typeface="+mn-lt"/>
                <a:cs typeface="+mn-lt"/>
              </a:rPr>
              <a:t>For use if a client has requested to have physical documents mailed out after we have provided the email option </a:t>
            </a:r>
            <a:endParaRPr lang="en-US"/>
          </a:p>
        </p:txBody>
      </p:sp>
      <p:sp>
        <p:nvSpPr>
          <p:cNvPr id="14" name="Rectangle: Diagonal Corners Snipped 13">
            <a:extLst>
              <a:ext uri="{FF2B5EF4-FFF2-40B4-BE49-F238E27FC236}">
                <a16:creationId xmlns:a16="http://schemas.microsoft.com/office/drawing/2014/main" id="{C259B992-9087-477F-BC3C-F96A9F3EDB42}"/>
              </a:ext>
            </a:extLst>
          </p:cNvPr>
          <p:cNvSpPr/>
          <p:nvPr/>
        </p:nvSpPr>
        <p:spPr>
          <a:xfrm>
            <a:off x="208800" y="1495800"/>
            <a:ext cx="4281905" cy="247115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Generate email to 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mailroom@clearoneadvantage.com</a:t>
            </a:r>
            <a:r>
              <a:rPr lang="en-US" dirty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 </a:t>
            </a:r>
            <a:endParaRPr lang="en-US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  Format the email as follows  ​</a:t>
            </a:r>
            <a:endParaRPr lang="en-US" dirty="0">
              <a:ea typeface="Calibri"/>
              <a:cs typeface="Calibri"/>
            </a:endParaRPr>
          </a:p>
          <a:p>
            <a:pPr lvl="1" rtl="0"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Subject line- Outgoing mail ​</a:t>
            </a:r>
          </a:p>
          <a:p>
            <a:pPr lvl="1" rtl="0"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Attach requested document to the email ​</a:t>
            </a:r>
          </a:p>
          <a:p>
            <a:pPr lvl="1"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Body of the email must include clients name, mailing address ​&amp; clients QB link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A528F86-0504-4B41-B64D-54A9456F2F8B}"/>
              </a:ext>
            </a:extLst>
          </p:cNvPr>
          <p:cNvSpPr/>
          <p:nvPr/>
        </p:nvSpPr>
        <p:spPr>
          <a:xfrm>
            <a:off x="4843800" y="1495800"/>
            <a:ext cx="4077000" cy="231300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Mail from the following week will be sent every Friday </a:t>
            </a:r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Please set appropriate expectations. 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B4F23B-8F08-4B2D-BD0F-716445871EED}"/>
              </a:ext>
            </a:extLst>
          </p:cNvPr>
          <p:cNvSpPr/>
          <p:nvPr/>
        </p:nvSpPr>
        <p:spPr>
          <a:xfrm>
            <a:off x="136611" y="4334779"/>
            <a:ext cx="8712000" cy="69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ea typeface="+mn-lt"/>
                <a:cs typeface="+mn-lt"/>
              </a:rPr>
              <a:t>Please note that any email received that has not been formatted correctly will be sent back to original agent </a:t>
            </a:r>
          </a:p>
        </p:txBody>
      </p:sp>
    </p:spTree>
    <p:extLst>
      <p:ext uri="{BB962C8B-B14F-4D97-AF65-F5344CB8AC3E}">
        <p14:creationId xmlns:p14="http://schemas.microsoft.com/office/powerpoint/2010/main" val="1926399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BA5092-7189-4DD9-B469-74F2EB4767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C1D25B-C9D7-4A85-9CA8-F1FE7C31EA43}">
  <ds:schemaRefs>
    <ds:schemaRef ds:uri="49a14083-d019-4b24-adc6-cf652797b544"/>
    <ds:schemaRef ds:uri="5b24465e-2bcf-4362-9b4d-3bbeb5c65673"/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64E358A-10F0-4D83-A729-927469F20D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Application>Microsoft Office PowerPoint</Application>
  <PresentationFormat>On-screen Show (4:3)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Request to mail documents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revision>13</cp:revision>
  <cp:lastPrinted>2020-12-17T16:31:33Z</cp:lastPrinted>
  <dcterms:created xsi:type="dcterms:W3CDTF">2020-07-08T17:20:15Z</dcterms:created>
  <dcterms:modified xsi:type="dcterms:W3CDTF">2026-02-12T20:20:40Z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