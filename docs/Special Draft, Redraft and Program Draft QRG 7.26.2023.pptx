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19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5DB78-113C-9CD8-B888-53F0573E4A3C}" v="2" dt="2025-10-31T16:15:39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96DE9F-7CF9-4175-940B-2C95C9692F6B}" type="doc">
      <dgm:prSet loTypeId="urn:microsoft.com/office/officeart/2005/8/layout/hierarchy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112B16-7E53-4473-9D6A-3398C57A6185}">
      <dgm:prSet phldrT="[Text]"/>
      <dgm:spPr/>
      <dgm:t>
        <a:bodyPr/>
        <a:lstStyle/>
        <a:p>
          <a:r>
            <a:rPr lang="en-US" dirty="0"/>
            <a:t>Special Drafts</a:t>
          </a:r>
        </a:p>
      </dgm:t>
    </dgm:pt>
    <dgm:pt modelId="{D7D72FC5-79BD-4A23-B7B0-91751D672C81}" type="parTrans" cxnId="{BC74456C-9916-4513-9A42-08DFE977F2F7}">
      <dgm:prSet/>
      <dgm:spPr/>
      <dgm:t>
        <a:bodyPr/>
        <a:lstStyle/>
        <a:p>
          <a:endParaRPr lang="en-US"/>
        </a:p>
      </dgm:t>
    </dgm:pt>
    <dgm:pt modelId="{C19A0DAF-394F-4501-8072-B7B5DE95AD00}" type="sibTrans" cxnId="{BC74456C-9916-4513-9A42-08DFE977F2F7}">
      <dgm:prSet/>
      <dgm:spPr/>
      <dgm:t>
        <a:bodyPr/>
        <a:lstStyle/>
        <a:p>
          <a:endParaRPr lang="en-US"/>
        </a:p>
      </dgm:t>
    </dgm:pt>
    <dgm:pt modelId="{ADFC4B26-A7B0-4F52-A1C1-FA1243B72608}">
      <dgm:prSet phldrT="[Text]"/>
      <dgm:spPr/>
      <dgm:t>
        <a:bodyPr/>
        <a:lstStyle/>
        <a:p>
          <a:r>
            <a:rPr lang="en-US" dirty="0"/>
            <a:t>In the Draft Date/Start Date field, select the first draft date</a:t>
          </a:r>
        </a:p>
      </dgm:t>
    </dgm:pt>
    <dgm:pt modelId="{DB522196-8FD6-48AA-83BE-B7B0BCC24661}" type="parTrans" cxnId="{B768208C-FE8E-4AAD-ADDB-CD177CD4114D}">
      <dgm:prSet/>
      <dgm:spPr/>
      <dgm:t>
        <a:bodyPr/>
        <a:lstStyle/>
        <a:p>
          <a:endParaRPr lang="en-US"/>
        </a:p>
      </dgm:t>
    </dgm:pt>
    <dgm:pt modelId="{A2FE8B66-3307-46F3-8338-52993E776616}" type="sibTrans" cxnId="{B768208C-FE8E-4AAD-ADDB-CD177CD4114D}">
      <dgm:prSet/>
      <dgm:spPr/>
      <dgm:t>
        <a:bodyPr/>
        <a:lstStyle/>
        <a:p>
          <a:endParaRPr lang="en-US"/>
        </a:p>
      </dgm:t>
    </dgm:pt>
    <dgm:pt modelId="{05DD6875-CACA-4DD0-878F-401DEDA8695C}">
      <dgm:prSet phldrT="[Text]"/>
      <dgm:spPr/>
      <dgm:t>
        <a:bodyPr/>
        <a:lstStyle/>
        <a:p>
          <a:r>
            <a:rPr lang="en-US" dirty="0"/>
            <a:t>In the Number of Occurrences field, input the number of times the draft will continue that day of the month</a:t>
          </a:r>
        </a:p>
      </dgm:t>
    </dgm:pt>
    <dgm:pt modelId="{84961629-1A26-4A26-A2B0-675196B300B5}" type="parTrans" cxnId="{8BEBC3A1-1FB3-46E3-A8B2-CD30D3CBC298}">
      <dgm:prSet/>
      <dgm:spPr/>
      <dgm:t>
        <a:bodyPr/>
        <a:lstStyle/>
        <a:p>
          <a:endParaRPr lang="en-US"/>
        </a:p>
      </dgm:t>
    </dgm:pt>
    <dgm:pt modelId="{FB74AEDC-F597-4610-BE91-B8382414D2FE}" type="sibTrans" cxnId="{8BEBC3A1-1FB3-46E3-A8B2-CD30D3CBC298}">
      <dgm:prSet/>
      <dgm:spPr/>
      <dgm:t>
        <a:bodyPr/>
        <a:lstStyle/>
        <a:p>
          <a:endParaRPr lang="en-US"/>
        </a:p>
      </dgm:t>
    </dgm:pt>
    <dgm:pt modelId="{13490298-0E08-410B-8153-BA627B3A4F66}">
      <dgm:prSet phldrT="[Text]"/>
      <dgm:spPr/>
      <dgm:t>
        <a:bodyPr/>
        <a:lstStyle/>
        <a:p>
          <a:r>
            <a:rPr lang="en-US" dirty="0"/>
            <a:t>Re-Draft</a:t>
          </a:r>
        </a:p>
      </dgm:t>
    </dgm:pt>
    <dgm:pt modelId="{544ED375-4367-4515-AAE3-60F80BCE4B7C}" type="parTrans" cxnId="{D5F8032E-ABA6-450F-8443-F3C9F600FCCD}">
      <dgm:prSet/>
      <dgm:spPr/>
      <dgm:t>
        <a:bodyPr/>
        <a:lstStyle/>
        <a:p>
          <a:endParaRPr lang="en-US"/>
        </a:p>
      </dgm:t>
    </dgm:pt>
    <dgm:pt modelId="{C78EFB25-1AEC-408D-8AA0-17BE5E1B92A2}" type="sibTrans" cxnId="{D5F8032E-ABA6-450F-8443-F3C9F600FCCD}">
      <dgm:prSet/>
      <dgm:spPr/>
      <dgm:t>
        <a:bodyPr/>
        <a:lstStyle/>
        <a:p>
          <a:endParaRPr lang="en-US"/>
        </a:p>
      </dgm:t>
    </dgm:pt>
    <dgm:pt modelId="{AC50DE1B-9CC9-4C65-BAA6-9DA43697C589}">
      <dgm:prSet phldrT="[Text]"/>
      <dgm:spPr/>
      <dgm:t>
        <a:bodyPr/>
        <a:lstStyle/>
        <a:p>
          <a:r>
            <a:rPr lang="en-US" dirty="0"/>
            <a:t>From the draft filter drop down, select NSF Drafts and hit refresh</a:t>
          </a:r>
        </a:p>
      </dgm:t>
    </dgm:pt>
    <dgm:pt modelId="{2654C39B-5528-496B-817E-35EC2730F231}" type="parTrans" cxnId="{AD46294C-171A-41CC-9B71-894F7F163460}">
      <dgm:prSet/>
      <dgm:spPr/>
      <dgm:t>
        <a:bodyPr/>
        <a:lstStyle/>
        <a:p>
          <a:endParaRPr lang="en-US"/>
        </a:p>
      </dgm:t>
    </dgm:pt>
    <dgm:pt modelId="{FE6ADE2B-DBD5-470C-950B-29737BB088A1}" type="sibTrans" cxnId="{AD46294C-171A-41CC-9B71-894F7F163460}">
      <dgm:prSet/>
      <dgm:spPr/>
      <dgm:t>
        <a:bodyPr/>
        <a:lstStyle/>
        <a:p>
          <a:endParaRPr lang="en-US"/>
        </a:p>
      </dgm:t>
    </dgm:pt>
    <dgm:pt modelId="{2A8567C6-E088-45E4-A0BA-D3D7A771DA4E}">
      <dgm:prSet phldrT="[Text]"/>
      <dgm:spPr/>
      <dgm:t>
        <a:bodyPr/>
        <a:lstStyle/>
        <a:p>
          <a:r>
            <a:rPr lang="en-US" dirty="0"/>
            <a:t>Select the draft the client is authorizing to Re-Draft and select the Confirm Status</a:t>
          </a:r>
        </a:p>
      </dgm:t>
    </dgm:pt>
    <dgm:pt modelId="{61AFFD3C-9F55-43E2-97C4-F08D1026D04D}" type="parTrans" cxnId="{8E04773A-E661-4E05-992F-F1ABE355219F}">
      <dgm:prSet/>
      <dgm:spPr/>
      <dgm:t>
        <a:bodyPr/>
        <a:lstStyle/>
        <a:p>
          <a:endParaRPr lang="en-US"/>
        </a:p>
      </dgm:t>
    </dgm:pt>
    <dgm:pt modelId="{37CA68C8-A90A-495E-BEF2-9CEA11191C48}" type="sibTrans" cxnId="{8E04773A-E661-4E05-992F-F1ABE355219F}">
      <dgm:prSet/>
      <dgm:spPr/>
      <dgm:t>
        <a:bodyPr/>
        <a:lstStyle/>
        <a:p>
          <a:endParaRPr lang="en-US"/>
        </a:p>
      </dgm:t>
    </dgm:pt>
    <dgm:pt modelId="{D301668F-278B-4CF4-82CA-8721844BDFFD}">
      <dgm:prSet phldrT="[Text]"/>
      <dgm:spPr/>
      <dgm:t>
        <a:bodyPr/>
        <a:lstStyle/>
        <a:p>
          <a:r>
            <a:rPr lang="en-US" dirty="0"/>
            <a:t>Click the Build Draft Schedule </a:t>
          </a:r>
          <a:r>
            <a:rPr lang="en-US" dirty="0">
              <a:latin typeface="Calibri Light" panose="020F0302020204030204"/>
            </a:rPr>
            <a:t>button</a:t>
          </a:r>
          <a:endParaRPr lang="en-US" dirty="0"/>
        </a:p>
      </dgm:t>
    </dgm:pt>
    <dgm:pt modelId="{A32AD7B9-9FDB-4A74-99B1-32E3B1428CE5}" type="parTrans" cxnId="{97A4A7E0-5D77-4A51-8ED1-502E97DEAD3B}">
      <dgm:prSet/>
      <dgm:spPr/>
      <dgm:t>
        <a:bodyPr/>
        <a:lstStyle/>
        <a:p>
          <a:endParaRPr lang="en-US"/>
        </a:p>
      </dgm:t>
    </dgm:pt>
    <dgm:pt modelId="{18496344-FA04-4FD2-BFA2-4457219971CA}" type="sibTrans" cxnId="{97A4A7E0-5D77-4A51-8ED1-502E97DEAD3B}">
      <dgm:prSet/>
      <dgm:spPr/>
      <dgm:t>
        <a:bodyPr/>
        <a:lstStyle/>
        <a:p>
          <a:endParaRPr lang="en-US"/>
        </a:p>
      </dgm:t>
    </dgm:pt>
    <dgm:pt modelId="{930E9B8C-95E7-45C3-B9EB-73C6F208031C}">
      <dgm:prSet phldrT="[Text]"/>
      <dgm:spPr/>
      <dgm:t>
        <a:bodyPr/>
        <a:lstStyle/>
        <a:p>
          <a:pPr rtl="0"/>
          <a:r>
            <a:rPr lang="en-US" dirty="0"/>
            <a:t>Obtain the clients authorization on the recording</a:t>
          </a:r>
          <a:r>
            <a:rPr lang="en-US" dirty="0">
              <a:latin typeface="Calibri Light" panose="020F0302020204030204"/>
            </a:rPr>
            <a:t> </a:t>
          </a:r>
          <a:endParaRPr lang="en-US" dirty="0"/>
        </a:p>
      </dgm:t>
    </dgm:pt>
    <dgm:pt modelId="{C7228752-7D60-488A-A467-ACD0A1FDD9D5}" type="parTrans" cxnId="{4589E54B-2EBF-4055-99ED-87CB1D064390}">
      <dgm:prSet/>
      <dgm:spPr/>
      <dgm:t>
        <a:bodyPr/>
        <a:lstStyle/>
        <a:p>
          <a:endParaRPr lang="en-US"/>
        </a:p>
      </dgm:t>
    </dgm:pt>
    <dgm:pt modelId="{F2AA7ADD-A69D-4E3E-BBDA-EC744C3925D4}" type="sibTrans" cxnId="{4589E54B-2EBF-4055-99ED-87CB1D064390}">
      <dgm:prSet/>
      <dgm:spPr/>
      <dgm:t>
        <a:bodyPr/>
        <a:lstStyle/>
        <a:p>
          <a:endParaRPr lang="en-US"/>
        </a:p>
      </dgm:t>
    </dgm:pt>
    <dgm:pt modelId="{92F255C5-9DF2-4370-BAAF-9293E57BAAE5}">
      <dgm:prSet phldrT="[Text]"/>
      <dgm:spPr/>
      <dgm:t>
        <a:bodyPr/>
        <a:lstStyle/>
        <a:p>
          <a:r>
            <a:rPr lang="en-US" dirty="0"/>
            <a:t>Select pending drafts and click finalize</a:t>
          </a:r>
        </a:p>
      </dgm:t>
    </dgm:pt>
    <dgm:pt modelId="{16940906-656B-40E6-B1A9-E495C5792D1C}" type="parTrans" cxnId="{36C31298-B30F-42ED-9EA9-9DBF69AABCEF}">
      <dgm:prSet/>
      <dgm:spPr/>
      <dgm:t>
        <a:bodyPr/>
        <a:lstStyle/>
        <a:p>
          <a:endParaRPr lang="en-US"/>
        </a:p>
      </dgm:t>
    </dgm:pt>
    <dgm:pt modelId="{510EAB55-8EC6-4EB8-9A25-67F33AEC3511}" type="sibTrans" cxnId="{36C31298-B30F-42ED-9EA9-9DBF69AABCEF}">
      <dgm:prSet/>
      <dgm:spPr/>
      <dgm:t>
        <a:bodyPr/>
        <a:lstStyle/>
        <a:p>
          <a:endParaRPr lang="en-US"/>
        </a:p>
      </dgm:t>
    </dgm:pt>
    <dgm:pt modelId="{1BEA405E-8EB3-4717-B4F9-E41DBEB326BD}">
      <dgm:prSet phldrT="[Text]"/>
      <dgm:spPr/>
      <dgm:t>
        <a:bodyPr/>
        <a:lstStyle/>
        <a:p>
          <a:r>
            <a:rPr lang="en-US" dirty="0"/>
            <a:t>In the Draft Date/Start Date select the date that the drafts should be scheduled (should be within 3 months)</a:t>
          </a:r>
        </a:p>
      </dgm:t>
    </dgm:pt>
    <dgm:pt modelId="{30C061F7-D153-4D61-A594-876D5D84B3B3}" type="parTrans" cxnId="{3008367D-2480-43DA-B308-1BD18694FA03}">
      <dgm:prSet/>
      <dgm:spPr/>
      <dgm:t>
        <a:bodyPr/>
        <a:lstStyle/>
        <a:p>
          <a:endParaRPr lang="en-US"/>
        </a:p>
      </dgm:t>
    </dgm:pt>
    <dgm:pt modelId="{FCAF4D69-0221-43F3-B61D-D19A1906855E}" type="sibTrans" cxnId="{3008367D-2480-43DA-B308-1BD18694FA03}">
      <dgm:prSet/>
      <dgm:spPr/>
      <dgm:t>
        <a:bodyPr/>
        <a:lstStyle/>
        <a:p>
          <a:endParaRPr lang="en-US"/>
        </a:p>
      </dgm:t>
    </dgm:pt>
    <dgm:pt modelId="{76FF5671-1A38-4673-A653-DA8CC6FE9432}">
      <dgm:prSet phldrT="[Text]"/>
      <dgm:spPr/>
      <dgm:t>
        <a:bodyPr/>
        <a:lstStyle/>
        <a:p>
          <a:r>
            <a:rPr lang="en-US" dirty="0"/>
            <a:t>In the draft amount field, enter the amount of the re-draft (don’t forget to include the $25 NSF fee)</a:t>
          </a:r>
        </a:p>
      </dgm:t>
    </dgm:pt>
    <dgm:pt modelId="{CB14B9C1-7010-4A8C-B98F-6A5541C9034A}" type="parTrans" cxnId="{5D67763A-8A41-442D-A1A2-EE8152486BFA}">
      <dgm:prSet/>
      <dgm:spPr/>
      <dgm:t>
        <a:bodyPr/>
        <a:lstStyle/>
        <a:p>
          <a:endParaRPr lang="en-US"/>
        </a:p>
      </dgm:t>
    </dgm:pt>
    <dgm:pt modelId="{3E131613-6FFB-48DA-BC52-C2D4852CB444}" type="sibTrans" cxnId="{5D67763A-8A41-442D-A1A2-EE8152486BFA}">
      <dgm:prSet/>
      <dgm:spPr/>
      <dgm:t>
        <a:bodyPr/>
        <a:lstStyle/>
        <a:p>
          <a:endParaRPr lang="en-US"/>
        </a:p>
      </dgm:t>
    </dgm:pt>
    <dgm:pt modelId="{23A93BF5-4FC9-41A5-994D-6F3B0111D069}">
      <dgm:prSet phldrT="[Text]"/>
      <dgm:spPr/>
      <dgm:t>
        <a:bodyPr/>
        <a:lstStyle/>
        <a:p>
          <a:r>
            <a:rPr lang="en-US" dirty="0"/>
            <a:t>Obtain the clients authorization on the recording.</a:t>
          </a:r>
        </a:p>
      </dgm:t>
    </dgm:pt>
    <dgm:pt modelId="{8642DE59-40F7-41DA-AFFD-DE4751B0A49B}" type="parTrans" cxnId="{8B911585-6F1C-498A-8455-9B8E9B095980}">
      <dgm:prSet/>
      <dgm:spPr/>
      <dgm:t>
        <a:bodyPr/>
        <a:lstStyle/>
        <a:p>
          <a:endParaRPr lang="en-US"/>
        </a:p>
      </dgm:t>
    </dgm:pt>
    <dgm:pt modelId="{E2A22667-E775-4A70-B48E-659B0FF83789}" type="sibTrans" cxnId="{8B911585-6F1C-498A-8455-9B8E9B095980}">
      <dgm:prSet/>
      <dgm:spPr/>
      <dgm:t>
        <a:bodyPr/>
        <a:lstStyle/>
        <a:p>
          <a:endParaRPr lang="en-US"/>
        </a:p>
      </dgm:t>
    </dgm:pt>
    <dgm:pt modelId="{781E8C71-FFAA-4A71-B4C1-71F1742BD8D5}">
      <dgm:prSet phldrT="[Text]"/>
      <dgm:spPr/>
      <dgm:t>
        <a:bodyPr/>
        <a:lstStyle/>
        <a:p>
          <a:r>
            <a:rPr lang="en-US" dirty="0"/>
            <a:t>Select pending draft and click finalize</a:t>
          </a:r>
        </a:p>
      </dgm:t>
    </dgm:pt>
    <dgm:pt modelId="{495457AD-40C9-40D8-B89E-DA8A5EFD8899}" type="parTrans" cxnId="{269C4876-E477-47D7-934E-08F50480604E}">
      <dgm:prSet/>
      <dgm:spPr/>
      <dgm:t>
        <a:bodyPr/>
        <a:lstStyle/>
        <a:p>
          <a:endParaRPr lang="en-US"/>
        </a:p>
      </dgm:t>
    </dgm:pt>
    <dgm:pt modelId="{8EF16859-26FF-47E8-80B8-59E66BFA1625}" type="sibTrans" cxnId="{269C4876-E477-47D7-934E-08F50480604E}">
      <dgm:prSet/>
      <dgm:spPr/>
      <dgm:t>
        <a:bodyPr/>
        <a:lstStyle/>
        <a:p>
          <a:endParaRPr lang="en-US"/>
        </a:p>
      </dgm:t>
    </dgm:pt>
    <dgm:pt modelId="{49716E06-C59E-40A4-8F67-039D82D6EF03}" type="pres">
      <dgm:prSet presAssocID="{A696DE9F-7CF9-4175-940B-2C95C9692F6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2F0E716-7EEF-44CF-99A6-DB4A3A913403}" type="pres">
      <dgm:prSet presAssocID="{9C112B16-7E53-4473-9D6A-3398C57A6185}" presName="root" presStyleCnt="0"/>
      <dgm:spPr/>
    </dgm:pt>
    <dgm:pt modelId="{666AA36D-DA40-4985-9E41-D9BD89FF2822}" type="pres">
      <dgm:prSet presAssocID="{9C112B16-7E53-4473-9D6A-3398C57A6185}" presName="rootComposite" presStyleCnt="0"/>
      <dgm:spPr/>
    </dgm:pt>
    <dgm:pt modelId="{9C41A9F9-8CF3-4DC5-AFB5-E94F9D11A8C2}" type="pres">
      <dgm:prSet presAssocID="{9C112B16-7E53-4473-9D6A-3398C57A6185}" presName="rootText" presStyleLbl="node1" presStyleIdx="0" presStyleCnt="2" custScaleX="441141"/>
      <dgm:spPr/>
    </dgm:pt>
    <dgm:pt modelId="{CC7AEE5B-5287-4664-B545-5D13BC4F7F23}" type="pres">
      <dgm:prSet presAssocID="{9C112B16-7E53-4473-9D6A-3398C57A6185}" presName="rootConnector" presStyleLbl="node1" presStyleIdx="0" presStyleCnt="2"/>
      <dgm:spPr/>
    </dgm:pt>
    <dgm:pt modelId="{4C88129F-C571-4E0A-8B75-066B5B95B993}" type="pres">
      <dgm:prSet presAssocID="{9C112B16-7E53-4473-9D6A-3398C57A6185}" presName="childShape" presStyleCnt="0"/>
      <dgm:spPr/>
    </dgm:pt>
    <dgm:pt modelId="{39C43792-2509-4203-A785-0C88C78B6D09}" type="pres">
      <dgm:prSet presAssocID="{DB522196-8FD6-48AA-83BE-B7B0BCC24661}" presName="Name13" presStyleLbl="parChTrans1D2" presStyleIdx="0" presStyleCnt="11"/>
      <dgm:spPr/>
    </dgm:pt>
    <dgm:pt modelId="{4789F659-71A6-4E28-BBC7-97B0712B67EE}" type="pres">
      <dgm:prSet presAssocID="{ADFC4B26-A7B0-4F52-A1C1-FA1243B72608}" presName="childText" presStyleLbl="bgAcc1" presStyleIdx="0" presStyleCnt="11" custScaleX="441141">
        <dgm:presLayoutVars>
          <dgm:bulletEnabled val="1"/>
        </dgm:presLayoutVars>
      </dgm:prSet>
      <dgm:spPr/>
    </dgm:pt>
    <dgm:pt modelId="{F3376C00-B2BD-4A6F-B159-985BFEB6A86B}" type="pres">
      <dgm:prSet presAssocID="{84961629-1A26-4A26-A2B0-675196B300B5}" presName="Name13" presStyleLbl="parChTrans1D2" presStyleIdx="1" presStyleCnt="11"/>
      <dgm:spPr/>
    </dgm:pt>
    <dgm:pt modelId="{6DE73969-6BC7-4EF8-87A8-3374F86C25C4}" type="pres">
      <dgm:prSet presAssocID="{05DD6875-CACA-4DD0-878F-401DEDA8695C}" presName="childText" presStyleLbl="bgAcc1" presStyleIdx="1" presStyleCnt="11" custScaleX="441141">
        <dgm:presLayoutVars>
          <dgm:bulletEnabled val="1"/>
        </dgm:presLayoutVars>
      </dgm:prSet>
      <dgm:spPr/>
    </dgm:pt>
    <dgm:pt modelId="{4452EC09-6483-4C13-B589-CB52B818FEEB}" type="pres">
      <dgm:prSet presAssocID="{A32AD7B9-9FDB-4A74-99B1-32E3B1428CE5}" presName="Name13" presStyleLbl="parChTrans1D2" presStyleIdx="2" presStyleCnt="11"/>
      <dgm:spPr/>
    </dgm:pt>
    <dgm:pt modelId="{9B2B3028-4D4C-4B84-B1F0-1947932BD4B4}" type="pres">
      <dgm:prSet presAssocID="{D301668F-278B-4CF4-82CA-8721844BDFFD}" presName="childText" presStyleLbl="bgAcc1" presStyleIdx="2" presStyleCnt="11" custScaleX="441141">
        <dgm:presLayoutVars>
          <dgm:bulletEnabled val="1"/>
        </dgm:presLayoutVars>
      </dgm:prSet>
      <dgm:spPr/>
    </dgm:pt>
    <dgm:pt modelId="{76BDC361-209D-478A-91C0-C237DF68D6AA}" type="pres">
      <dgm:prSet presAssocID="{C7228752-7D60-488A-A467-ACD0A1FDD9D5}" presName="Name13" presStyleLbl="parChTrans1D2" presStyleIdx="3" presStyleCnt="11"/>
      <dgm:spPr/>
    </dgm:pt>
    <dgm:pt modelId="{4B7D2C10-21BE-4FF4-8712-1E3F33D62AD7}" type="pres">
      <dgm:prSet presAssocID="{930E9B8C-95E7-45C3-B9EB-73C6F208031C}" presName="childText" presStyleLbl="bgAcc1" presStyleIdx="3" presStyleCnt="11" custScaleX="441141">
        <dgm:presLayoutVars>
          <dgm:bulletEnabled val="1"/>
        </dgm:presLayoutVars>
      </dgm:prSet>
      <dgm:spPr/>
    </dgm:pt>
    <dgm:pt modelId="{BBF2D137-D20F-4B99-BE06-1C2025EA4275}" type="pres">
      <dgm:prSet presAssocID="{16940906-656B-40E6-B1A9-E495C5792D1C}" presName="Name13" presStyleLbl="parChTrans1D2" presStyleIdx="4" presStyleCnt="11"/>
      <dgm:spPr/>
    </dgm:pt>
    <dgm:pt modelId="{875D2359-6881-4820-8634-8C27D272807F}" type="pres">
      <dgm:prSet presAssocID="{92F255C5-9DF2-4370-BAAF-9293E57BAAE5}" presName="childText" presStyleLbl="bgAcc1" presStyleIdx="4" presStyleCnt="11" custScaleX="441141">
        <dgm:presLayoutVars>
          <dgm:bulletEnabled val="1"/>
        </dgm:presLayoutVars>
      </dgm:prSet>
      <dgm:spPr/>
    </dgm:pt>
    <dgm:pt modelId="{0EA02523-2227-42BB-9255-ABA95E2F014A}" type="pres">
      <dgm:prSet presAssocID="{13490298-0E08-410B-8153-BA627B3A4F66}" presName="root" presStyleCnt="0"/>
      <dgm:spPr/>
    </dgm:pt>
    <dgm:pt modelId="{0368DDF6-A7CC-4882-A0F9-A8D62D3DEAD9}" type="pres">
      <dgm:prSet presAssocID="{13490298-0E08-410B-8153-BA627B3A4F66}" presName="rootComposite" presStyleCnt="0"/>
      <dgm:spPr/>
    </dgm:pt>
    <dgm:pt modelId="{F78731F1-890E-4B68-B278-BFA78A548740}" type="pres">
      <dgm:prSet presAssocID="{13490298-0E08-410B-8153-BA627B3A4F66}" presName="rootText" presStyleLbl="node1" presStyleIdx="1" presStyleCnt="2" custScaleX="441141"/>
      <dgm:spPr/>
    </dgm:pt>
    <dgm:pt modelId="{6A2A55C5-8BE3-4A27-8E81-7533BF046F3B}" type="pres">
      <dgm:prSet presAssocID="{13490298-0E08-410B-8153-BA627B3A4F66}" presName="rootConnector" presStyleLbl="node1" presStyleIdx="1" presStyleCnt="2"/>
      <dgm:spPr/>
    </dgm:pt>
    <dgm:pt modelId="{1AD4ACA3-9806-4906-8CF0-EDCD6AB2E06C}" type="pres">
      <dgm:prSet presAssocID="{13490298-0E08-410B-8153-BA627B3A4F66}" presName="childShape" presStyleCnt="0"/>
      <dgm:spPr/>
    </dgm:pt>
    <dgm:pt modelId="{8FF77A16-7AF7-4670-9E14-AB54E58EC0F1}" type="pres">
      <dgm:prSet presAssocID="{2654C39B-5528-496B-817E-35EC2730F231}" presName="Name13" presStyleLbl="parChTrans1D2" presStyleIdx="5" presStyleCnt="11"/>
      <dgm:spPr/>
    </dgm:pt>
    <dgm:pt modelId="{C731D677-F733-477D-97E9-78670F7619FA}" type="pres">
      <dgm:prSet presAssocID="{AC50DE1B-9CC9-4C65-BAA6-9DA43697C589}" presName="childText" presStyleLbl="bgAcc1" presStyleIdx="5" presStyleCnt="11" custScaleX="441141">
        <dgm:presLayoutVars>
          <dgm:bulletEnabled val="1"/>
        </dgm:presLayoutVars>
      </dgm:prSet>
      <dgm:spPr/>
    </dgm:pt>
    <dgm:pt modelId="{6ADFA81B-2C59-427D-A508-B4764BFE7CED}" type="pres">
      <dgm:prSet presAssocID="{61AFFD3C-9F55-43E2-97C4-F08D1026D04D}" presName="Name13" presStyleLbl="parChTrans1D2" presStyleIdx="6" presStyleCnt="11"/>
      <dgm:spPr/>
    </dgm:pt>
    <dgm:pt modelId="{C13AA588-C17D-4842-B3D9-2A40D41111AA}" type="pres">
      <dgm:prSet presAssocID="{2A8567C6-E088-45E4-A0BA-D3D7A771DA4E}" presName="childText" presStyleLbl="bgAcc1" presStyleIdx="6" presStyleCnt="11" custScaleX="441141">
        <dgm:presLayoutVars>
          <dgm:bulletEnabled val="1"/>
        </dgm:presLayoutVars>
      </dgm:prSet>
      <dgm:spPr/>
    </dgm:pt>
    <dgm:pt modelId="{E37DB613-5BAA-433D-9644-829BCD2837A7}" type="pres">
      <dgm:prSet presAssocID="{30C061F7-D153-4D61-A594-876D5D84B3B3}" presName="Name13" presStyleLbl="parChTrans1D2" presStyleIdx="7" presStyleCnt="11"/>
      <dgm:spPr/>
    </dgm:pt>
    <dgm:pt modelId="{EE155DAF-28E7-4F65-A4CC-46E465491BDB}" type="pres">
      <dgm:prSet presAssocID="{1BEA405E-8EB3-4717-B4F9-E41DBEB326BD}" presName="childText" presStyleLbl="bgAcc1" presStyleIdx="7" presStyleCnt="11" custScaleX="441141">
        <dgm:presLayoutVars>
          <dgm:bulletEnabled val="1"/>
        </dgm:presLayoutVars>
      </dgm:prSet>
      <dgm:spPr/>
    </dgm:pt>
    <dgm:pt modelId="{52E3332F-BADD-4617-8BD2-DA60C413978A}" type="pres">
      <dgm:prSet presAssocID="{CB14B9C1-7010-4A8C-B98F-6A5541C9034A}" presName="Name13" presStyleLbl="parChTrans1D2" presStyleIdx="8" presStyleCnt="11"/>
      <dgm:spPr/>
    </dgm:pt>
    <dgm:pt modelId="{2F3945CE-7811-438A-90E9-061446CD3BBC}" type="pres">
      <dgm:prSet presAssocID="{76FF5671-1A38-4673-A653-DA8CC6FE9432}" presName="childText" presStyleLbl="bgAcc1" presStyleIdx="8" presStyleCnt="11" custScaleX="441141">
        <dgm:presLayoutVars>
          <dgm:bulletEnabled val="1"/>
        </dgm:presLayoutVars>
      </dgm:prSet>
      <dgm:spPr/>
    </dgm:pt>
    <dgm:pt modelId="{AA9D4A53-E14D-43F9-ABEB-86C56212E98E}" type="pres">
      <dgm:prSet presAssocID="{8642DE59-40F7-41DA-AFFD-DE4751B0A49B}" presName="Name13" presStyleLbl="parChTrans1D2" presStyleIdx="9" presStyleCnt="11"/>
      <dgm:spPr/>
    </dgm:pt>
    <dgm:pt modelId="{D62E8B95-E81A-4FEE-8735-AA5A5872CBAA}" type="pres">
      <dgm:prSet presAssocID="{23A93BF5-4FC9-41A5-994D-6F3B0111D069}" presName="childText" presStyleLbl="bgAcc1" presStyleIdx="9" presStyleCnt="11" custScaleX="441141">
        <dgm:presLayoutVars>
          <dgm:bulletEnabled val="1"/>
        </dgm:presLayoutVars>
      </dgm:prSet>
      <dgm:spPr/>
    </dgm:pt>
    <dgm:pt modelId="{120F5D76-81B0-4B52-83E9-89C440D2FF7A}" type="pres">
      <dgm:prSet presAssocID="{495457AD-40C9-40D8-B89E-DA8A5EFD8899}" presName="Name13" presStyleLbl="parChTrans1D2" presStyleIdx="10" presStyleCnt="11"/>
      <dgm:spPr/>
    </dgm:pt>
    <dgm:pt modelId="{3DC37DEE-1497-492E-B7A9-91161C2664F7}" type="pres">
      <dgm:prSet presAssocID="{781E8C71-FFAA-4A71-B4C1-71F1742BD8D5}" presName="childText" presStyleLbl="bgAcc1" presStyleIdx="10" presStyleCnt="11" custScaleX="441141">
        <dgm:presLayoutVars>
          <dgm:bulletEnabled val="1"/>
        </dgm:presLayoutVars>
      </dgm:prSet>
      <dgm:spPr/>
    </dgm:pt>
  </dgm:ptLst>
  <dgm:cxnLst>
    <dgm:cxn modelId="{B68CA20A-7EBE-4791-BEC6-D212B0CD6A80}" type="presOf" srcId="{16940906-656B-40E6-B1A9-E495C5792D1C}" destId="{BBF2D137-D20F-4B99-BE06-1C2025EA4275}" srcOrd="0" destOrd="0" presId="urn:microsoft.com/office/officeart/2005/8/layout/hierarchy3"/>
    <dgm:cxn modelId="{792FEA0F-4577-452F-83EC-EECD52E09F50}" type="presOf" srcId="{ADFC4B26-A7B0-4F52-A1C1-FA1243B72608}" destId="{4789F659-71A6-4E28-BBC7-97B0712B67EE}" srcOrd="0" destOrd="0" presId="urn:microsoft.com/office/officeart/2005/8/layout/hierarchy3"/>
    <dgm:cxn modelId="{D5F8032E-ABA6-450F-8443-F3C9F600FCCD}" srcId="{A696DE9F-7CF9-4175-940B-2C95C9692F6B}" destId="{13490298-0E08-410B-8153-BA627B3A4F66}" srcOrd="1" destOrd="0" parTransId="{544ED375-4367-4515-AAE3-60F80BCE4B7C}" sibTransId="{C78EFB25-1AEC-408D-8AA0-17BE5E1B92A2}"/>
    <dgm:cxn modelId="{3296F137-9F49-486E-8CFF-F40770EA493F}" type="presOf" srcId="{76FF5671-1A38-4673-A653-DA8CC6FE9432}" destId="{2F3945CE-7811-438A-90E9-061446CD3BBC}" srcOrd="0" destOrd="0" presId="urn:microsoft.com/office/officeart/2005/8/layout/hierarchy3"/>
    <dgm:cxn modelId="{5D67763A-8A41-442D-A1A2-EE8152486BFA}" srcId="{13490298-0E08-410B-8153-BA627B3A4F66}" destId="{76FF5671-1A38-4673-A653-DA8CC6FE9432}" srcOrd="3" destOrd="0" parTransId="{CB14B9C1-7010-4A8C-B98F-6A5541C9034A}" sibTransId="{3E131613-6FFB-48DA-BC52-C2D4852CB444}"/>
    <dgm:cxn modelId="{8E04773A-E661-4E05-992F-F1ABE355219F}" srcId="{13490298-0E08-410B-8153-BA627B3A4F66}" destId="{2A8567C6-E088-45E4-A0BA-D3D7A771DA4E}" srcOrd="1" destOrd="0" parTransId="{61AFFD3C-9F55-43E2-97C4-F08D1026D04D}" sibTransId="{37CA68C8-A90A-495E-BEF2-9CEA11191C48}"/>
    <dgm:cxn modelId="{4589E54B-2EBF-4055-99ED-87CB1D064390}" srcId="{9C112B16-7E53-4473-9D6A-3398C57A6185}" destId="{930E9B8C-95E7-45C3-B9EB-73C6F208031C}" srcOrd="3" destOrd="0" parTransId="{C7228752-7D60-488A-A467-ACD0A1FDD9D5}" sibTransId="{F2AA7ADD-A69D-4E3E-BBDA-EC744C3925D4}"/>
    <dgm:cxn modelId="{AD46294C-171A-41CC-9B71-894F7F163460}" srcId="{13490298-0E08-410B-8153-BA627B3A4F66}" destId="{AC50DE1B-9CC9-4C65-BAA6-9DA43697C589}" srcOrd="0" destOrd="0" parTransId="{2654C39B-5528-496B-817E-35EC2730F231}" sibTransId="{FE6ADE2B-DBD5-470C-950B-29737BB088A1}"/>
    <dgm:cxn modelId="{BC74456C-9916-4513-9A42-08DFE977F2F7}" srcId="{A696DE9F-7CF9-4175-940B-2C95C9692F6B}" destId="{9C112B16-7E53-4473-9D6A-3398C57A6185}" srcOrd="0" destOrd="0" parTransId="{D7D72FC5-79BD-4A23-B7B0-91751D672C81}" sibTransId="{C19A0DAF-394F-4501-8072-B7B5DE95AD00}"/>
    <dgm:cxn modelId="{E779784D-9BE8-4C25-8509-92CFB582482D}" type="presOf" srcId="{23A93BF5-4FC9-41A5-994D-6F3B0111D069}" destId="{D62E8B95-E81A-4FEE-8735-AA5A5872CBAA}" srcOrd="0" destOrd="0" presId="urn:microsoft.com/office/officeart/2005/8/layout/hierarchy3"/>
    <dgm:cxn modelId="{72650154-750B-4757-BBF3-C91A8B5535F8}" type="presOf" srcId="{8642DE59-40F7-41DA-AFFD-DE4751B0A49B}" destId="{AA9D4A53-E14D-43F9-ABEB-86C56212E98E}" srcOrd="0" destOrd="0" presId="urn:microsoft.com/office/officeart/2005/8/layout/hierarchy3"/>
    <dgm:cxn modelId="{26CB9075-F699-47EE-8389-35811B317B26}" type="presOf" srcId="{61AFFD3C-9F55-43E2-97C4-F08D1026D04D}" destId="{6ADFA81B-2C59-427D-A508-B4764BFE7CED}" srcOrd="0" destOrd="0" presId="urn:microsoft.com/office/officeart/2005/8/layout/hierarchy3"/>
    <dgm:cxn modelId="{269C4876-E477-47D7-934E-08F50480604E}" srcId="{13490298-0E08-410B-8153-BA627B3A4F66}" destId="{781E8C71-FFAA-4A71-B4C1-71F1742BD8D5}" srcOrd="5" destOrd="0" parTransId="{495457AD-40C9-40D8-B89E-DA8A5EFD8899}" sibTransId="{8EF16859-26FF-47E8-80B8-59E66BFA1625}"/>
    <dgm:cxn modelId="{173F6259-3047-44A5-867F-765EB1FDED7D}" type="presOf" srcId="{930E9B8C-95E7-45C3-B9EB-73C6F208031C}" destId="{4B7D2C10-21BE-4FF4-8712-1E3F33D62AD7}" srcOrd="0" destOrd="0" presId="urn:microsoft.com/office/officeart/2005/8/layout/hierarchy3"/>
    <dgm:cxn modelId="{3008367D-2480-43DA-B308-1BD18694FA03}" srcId="{13490298-0E08-410B-8153-BA627B3A4F66}" destId="{1BEA405E-8EB3-4717-B4F9-E41DBEB326BD}" srcOrd="2" destOrd="0" parTransId="{30C061F7-D153-4D61-A594-876D5D84B3B3}" sibTransId="{FCAF4D69-0221-43F3-B61D-D19A1906855E}"/>
    <dgm:cxn modelId="{8B911585-6F1C-498A-8455-9B8E9B095980}" srcId="{13490298-0E08-410B-8153-BA627B3A4F66}" destId="{23A93BF5-4FC9-41A5-994D-6F3B0111D069}" srcOrd="4" destOrd="0" parTransId="{8642DE59-40F7-41DA-AFFD-DE4751B0A49B}" sibTransId="{E2A22667-E775-4A70-B48E-659B0FF83789}"/>
    <dgm:cxn modelId="{51F1BF88-DF79-42C1-B34B-2E79A10088AA}" type="presOf" srcId="{CB14B9C1-7010-4A8C-B98F-6A5541C9034A}" destId="{52E3332F-BADD-4617-8BD2-DA60C413978A}" srcOrd="0" destOrd="0" presId="urn:microsoft.com/office/officeart/2005/8/layout/hierarchy3"/>
    <dgm:cxn modelId="{B768208C-FE8E-4AAD-ADDB-CD177CD4114D}" srcId="{9C112B16-7E53-4473-9D6A-3398C57A6185}" destId="{ADFC4B26-A7B0-4F52-A1C1-FA1243B72608}" srcOrd="0" destOrd="0" parTransId="{DB522196-8FD6-48AA-83BE-B7B0BCC24661}" sibTransId="{A2FE8B66-3307-46F3-8338-52993E776616}"/>
    <dgm:cxn modelId="{8BF6EC8C-0A91-4798-9A76-7CE1E6CA2A29}" type="presOf" srcId="{84961629-1A26-4A26-A2B0-675196B300B5}" destId="{F3376C00-B2BD-4A6F-B159-985BFEB6A86B}" srcOrd="0" destOrd="0" presId="urn:microsoft.com/office/officeart/2005/8/layout/hierarchy3"/>
    <dgm:cxn modelId="{829C3396-010C-4F04-832E-9CECD888A24B}" type="presOf" srcId="{781E8C71-FFAA-4A71-B4C1-71F1742BD8D5}" destId="{3DC37DEE-1497-492E-B7A9-91161C2664F7}" srcOrd="0" destOrd="0" presId="urn:microsoft.com/office/officeart/2005/8/layout/hierarchy3"/>
    <dgm:cxn modelId="{4288B796-A241-409E-8A5E-35F90ECD06EC}" type="presOf" srcId="{13490298-0E08-410B-8153-BA627B3A4F66}" destId="{6A2A55C5-8BE3-4A27-8E81-7533BF046F3B}" srcOrd="1" destOrd="0" presId="urn:microsoft.com/office/officeart/2005/8/layout/hierarchy3"/>
    <dgm:cxn modelId="{36C31298-B30F-42ED-9EA9-9DBF69AABCEF}" srcId="{9C112B16-7E53-4473-9D6A-3398C57A6185}" destId="{92F255C5-9DF2-4370-BAAF-9293E57BAAE5}" srcOrd="4" destOrd="0" parTransId="{16940906-656B-40E6-B1A9-E495C5792D1C}" sibTransId="{510EAB55-8EC6-4EB8-9A25-67F33AEC3511}"/>
    <dgm:cxn modelId="{7B5D159D-8B06-4453-AE45-4DE3BDA5C83E}" type="presOf" srcId="{495457AD-40C9-40D8-B89E-DA8A5EFD8899}" destId="{120F5D76-81B0-4B52-83E9-89C440D2FF7A}" srcOrd="0" destOrd="0" presId="urn:microsoft.com/office/officeart/2005/8/layout/hierarchy3"/>
    <dgm:cxn modelId="{F4351AA0-C47F-4981-91F2-959442C1FBF5}" type="presOf" srcId="{2A8567C6-E088-45E4-A0BA-D3D7A771DA4E}" destId="{C13AA588-C17D-4842-B3D9-2A40D41111AA}" srcOrd="0" destOrd="0" presId="urn:microsoft.com/office/officeart/2005/8/layout/hierarchy3"/>
    <dgm:cxn modelId="{8BEBC3A1-1FB3-46E3-A8B2-CD30D3CBC298}" srcId="{9C112B16-7E53-4473-9D6A-3398C57A6185}" destId="{05DD6875-CACA-4DD0-878F-401DEDA8695C}" srcOrd="1" destOrd="0" parTransId="{84961629-1A26-4A26-A2B0-675196B300B5}" sibTransId="{FB74AEDC-F597-4610-BE91-B8382414D2FE}"/>
    <dgm:cxn modelId="{961A1BAB-7D6C-4614-BED4-894A6980DE5D}" type="presOf" srcId="{9C112B16-7E53-4473-9D6A-3398C57A6185}" destId="{CC7AEE5B-5287-4664-B545-5D13BC4F7F23}" srcOrd="1" destOrd="0" presId="urn:microsoft.com/office/officeart/2005/8/layout/hierarchy3"/>
    <dgm:cxn modelId="{5C8838B9-D3DA-4C8D-AFE3-807288FD0091}" type="presOf" srcId="{30C061F7-D153-4D61-A594-876D5D84B3B3}" destId="{E37DB613-5BAA-433D-9644-829BCD2837A7}" srcOrd="0" destOrd="0" presId="urn:microsoft.com/office/officeart/2005/8/layout/hierarchy3"/>
    <dgm:cxn modelId="{3E6EDEBB-5459-4512-95B0-00DA170F7864}" type="presOf" srcId="{AC50DE1B-9CC9-4C65-BAA6-9DA43697C589}" destId="{C731D677-F733-477D-97E9-78670F7619FA}" srcOrd="0" destOrd="0" presId="urn:microsoft.com/office/officeart/2005/8/layout/hierarchy3"/>
    <dgm:cxn modelId="{A7A960C2-D8DA-4E94-BD8F-9E8B9690DB81}" type="presOf" srcId="{9C112B16-7E53-4473-9D6A-3398C57A6185}" destId="{9C41A9F9-8CF3-4DC5-AFB5-E94F9D11A8C2}" srcOrd="0" destOrd="0" presId="urn:microsoft.com/office/officeart/2005/8/layout/hierarchy3"/>
    <dgm:cxn modelId="{CE3D10C3-E5C4-4AD5-A73A-3B91CC4DCC8B}" type="presOf" srcId="{05DD6875-CACA-4DD0-878F-401DEDA8695C}" destId="{6DE73969-6BC7-4EF8-87A8-3374F86C25C4}" srcOrd="0" destOrd="0" presId="urn:microsoft.com/office/officeart/2005/8/layout/hierarchy3"/>
    <dgm:cxn modelId="{61625ACD-AFC7-4CB2-BB89-A119423C57EF}" type="presOf" srcId="{92F255C5-9DF2-4370-BAAF-9293E57BAAE5}" destId="{875D2359-6881-4820-8634-8C27D272807F}" srcOrd="0" destOrd="0" presId="urn:microsoft.com/office/officeart/2005/8/layout/hierarchy3"/>
    <dgm:cxn modelId="{E067AAD0-0C97-4D4D-84A2-B385ADD703D1}" type="presOf" srcId="{13490298-0E08-410B-8153-BA627B3A4F66}" destId="{F78731F1-890E-4B68-B278-BFA78A548740}" srcOrd="0" destOrd="0" presId="urn:microsoft.com/office/officeart/2005/8/layout/hierarchy3"/>
    <dgm:cxn modelId="{A45B05D9-2FC4-41F0-A948-F718BE006C49}" type="presOf" srcId="{A32AD7B9-9FDB-4A74-99B1-32E3B1428CE5}" destId="{4452EC09-6483-4C13-B589-CB52B818FEEB}" srcOrd="0" destOrd="0" presId="urn:microsoft.com/office/officeart/2005/8/layout/hierarchy3"/>
    <dgm:cxn modelId="{97A4A7E0-5D77-4A51-8ED1-502E97DEAD3B}" srcId="{9C112B16-7E53-4473-9D6A-3398C57A6185}" destId="{D301668F-278B-4CF4-82CA-8721844BDFFD}" srcOrd="2" destOrd="0" parTransId="{A32AD7B9-9FDB-4A74-99B1-32E3B1428CE5}" sibTransId="{18496344-FA04-4FD2-BFA2-4457219971CA}"/>
    <dgm:cxn modelId="{001DE2E4-77AD-4949-AC00-64CB28E3E6ED}" type="presOf" srcId="{D301668F-278B-4CF4-82CA-8721844BDFFD}" destId="{9B2B3028-4D4C-4B84-B1F0-1947932BD4B4}" srcOrd="0" destOrd="0" presId="urn:microsoft.com/office/officeart/2005/8/layout/hierarchy3"/>
    <dgm:cxn modelId="{F1E0C2EA-FD4D-47AC-A559-5D484AA367E2}" type="presOf" srcId="{1BEA405E-8EB3-4717-B4F9-E41DBEB326BD}" destId="{EE155DAF-28E7-4F65-A4CC-46E465491BDB}" srcOrd="0" destOrd="0" presId="urn:microsoft.com/office/officeart/2005/8/layout/hierarchy3"/>
    <dgm:cxn modelId="{DC31F6EF-DA53-4A25-AF30-7E48F148F45C}" type="presOf" srcId="{C7228752-7D60-488A-A467-ACD0A1FDD9D5}" destId="{76BDC361-209D-478A-91C0-C237DF68D6AA}" srcOrd="0" destOrd="0" presId="urn:microsoft.com/office/officeart/2005/8/layout/hierarchy3"/>
    <dgm:cxn modelId="{004C11F5-9770-40DB-897A-4E952A47E3CD}" type="presOf" srcId="{A696DE9F-7CF9-4175-940B-2C95C9692F6B}" destId="{49716E06-C59E-40A4-8F67-039D82D6EF03}" srcOrd="0" destOrd="0" presId="urn:microsoft.com/office/officeart/2005/8/layout/hierarchy3"/>
    <dgm:cxn modelId="{C7E8FEF7-7F9E-4DE5-B3F3-3DF954D63271}" type="presOf" srcId="{DB522196-8FD6-48AA-83BE-B7B0BCC24661}" destId="{39C43792-2509-4203-A785-0C88C78B6D09}" srcOrd="0" destOrd="0" presId="urn:microsoft.com/office/officeart/2005/8/layout/hierarchy3"/>
    <dgm:cxn modelId="{E228A2FB-F3EF-4749-A6D6-2D5342A16FB6}" type="presOf" srcId="{2654C39B-5528-496B-817E-35EC2730F231}" destId="{8FF77A16-7AF7-4670-9E14-AB54E58EC0F1}" srcOrd="0" destOrd="0" presId="urn:microsoft.com/office/officeart/2005/8/layout/hierarchy3"/>
    <dgm:cxn modelId="{4A92639C-C7D2-4CE2-A46D-35674D4C1BA8}" type="presParOf" srcId="{49716E06-C59E-40A4-8F67-039D82D6EF03}" destId="{D2F0E716-7EEF-44CF-99A6-DB4A3A913403}" srcOrd="0" destOrd="0" presId="urn:microsoft.com/office/officeart/2005/8/layout/hierarchy3"/>
    <dgm:cxn modelId="{CD31038B-759A-43EF-8312-23B3F4627F54}" type="presParOf" srcId="{D2F0E716-7EEF-44CF-99A6-DB4A3A913403}" destId="{666AA36D-DA40-4985-9E41-D9BD89FF2822}" srcOrd="0" destOrd="0" presId="urn:microsoft.com/office/officeart/2005/8/layout/hierarchy3"/>
    <dgm:cxn modelId="{6AA769D9-C226-49FF-88C6-A7D6843ACBB2}" type="presParOf" srcId="{666AA36D-DA40-4985-9E41-D9BD89FF2822}" destId="{9C41A9F9-8CF3-4DC5-AFB5-E94F9D11A8C2}" srcOrd="0" destOrd="0" presId="urn:microsoft.com/office/officeart/2005/8/layout/hierarchy3"/>
    <dgm:cxn modelId="{8E6C02C1-5672-40B3-9164-22326D6F1603}" type="presParOf" srcId="{666AA36D-DA40-4985-9E41-D9BD89FF2822}" destId="{CC7AEE5B-5287-4664-B545-5D13BC4F7F23}" srcOrd="1" destOrd="0" presId="urn:microsoft.com/office/officeart/2005/8/layout/hierarchy3"/>
    <dgm:cxn modelId="{22847AEB-16CA-4A27-B5C9-F7BE89C9E867}" type="presParOf" srcId="{D2F0E716-7EEF-44CF-99A6-DB4A3A913403}" destId="{4C88129F-C571-4E0A-8B75-066B5B95B993}" srcOrd="1" destOrd="0" presId="urn:microsoft.com/office/officeart/2005/8/layout/hierarchy3"/>
    <dgm:cxn modelId="{C0151742-484B-4EAD-B63A-04FA34A9D491}" type="presParOf" srcId="{4C88129F-C571-4E0A-8B75-066B5B95B993}" destId="{39C43792-2509-4203-A785-0C88C78B6D09}" srcOrd="0" destOrd="0" presId="urn:microsoft.com/office/officeart/2005/8/layout/hierarchy3"/>
    <dgm:cxn modelId="{4EAE74BB-E386-4A8C-AE9D-51A16A1203DC}" type="presParOf" srcId="{4C88129F-C571-4E0A-8B75-066B5B95B993}" destId="{4789F659-71A6-4E28-BBC7-97B0712B67EE}" srcOrd="1" destOrd="0" presId="urn:microsoft.com/office/officeart/2005/8/layout/hierarchy3"/>
    <dgm:cxn modelId="{5E90EF1D-6CD5-4A38-87A0-53F6A7D080C7}" type="presParOf" srcId="{4C88129F-C571-4E0A-8B75-066B5B95B993}" destId="{F3376C00-B2BD-4A6F-B159-985BFEB6A86B}" srcOrd="2" destOrd="0" presId="urn:microsoft.com/office/officeart/2005/8/layout/hierarchy3"/>
    <dgm:cxn modelId="{F6F45A91-597A-4EF0-B4C1-498B47F7F3FE}" type="presParOf" srcId="{4C88129F-C571-4E0A-8B75-066B5B95B993}" destId="{6DE73969-6BC7-4EF8-87A8-3374F86C25C4}" srcOrd="3" destOrd="0" presId="urn:microsoft.com/office/officeart/2005/8/layout/hierarchy3"/>
    <dgm:cxn modelId="{1D88C027-1B9B-41F9-9C05-3F701D7F9397}" type="presParOf" srcId="{4C88129F-C571-4E0A-8B75-066B5B95B993}" destId="{4452EC09-6483-4C13-B589-CB52B818FEEB}" srcOrd="4" destOrd="0" presId="urn:microsoft.com/office/officeart/2005/8/layout/hierarchy3"/>
    <dgm:cxn modelId="{448E97C0-3E99-4601-BF7C-EBF39DA7777F}" type="presParOf" srcId="{4C88129F-C571-4E0A-8B75-066B5B95B993}" destId="{9B2B3028-4D4C-4B84-B1F0-1947932BD4B4}" srcOrd="5" destOrd="0" presId="urn:microsoft.com/office/officeart/2005/8/layout/hierarchy3"/>
    <dgm:cxn modelId="{F342E771-E537-4CC6-A33B-B1408DAF0A16}" type="presParOf" srcId="{4C88129F-C571-4E0A-8B75-066B5B95B993}" destId="{76BDC361-209D-478A-91C0-C237DF68D6AA}" srcOrd="6" destOrd="0" presId="urn:microsoft.com/office/officeart/2005/8/layout/hierarchy3"/>
    <dgm:cxn modelId="{9167FAB3-29BF-4071-ADC4-ADCB4A1FF30C}" type="presParOf" srcId="{4C88129F-C571-4E0A-8B75-066B5B95B993}" destId="{4B7D2C10-21BE-4FF4-8712-1E3F33D62AD7}" srcOrd="7" destOrd="0" presId="urn:microsoft.com/office/officeart/2005/8/layout/hierarchy3"/>
    <dgm:cxn modelId="{226CB3B0-E629-4B75-A951-852D9EA02C32}" type="presParOf" srcId="{4C88129F-C571-4E0A-8B75-066B5B95B993}" destId="{BBF2D137-D20F-4B99-BE06-1C2025EA4275}" srcOrd="8" destOrd="0" presId="urn:microsoft.com/office/officeart/2005/8/layout/hierarchy3"/>
    <dgm:cxn modelId="{9D67FBF6-2533-4247-99A3-8CAFB7A1D4C7}" type="presParOf" srcId="{4C88129F-C571-4E0A-8B75-066B5B95B993}" destId="{875D2359-6881-4820-8634-8C27D272807F}" srcOrd="9" destOrd="0" presId="urn:microsoft.com/office/officeart/2005/8/layout/hierarchy3"/>
    <dgm:cxn modelId="{BD6AA84A-AFA9-4FF3-8BC8-E93F6ED80700}" type="presParOf" srcId="{49716E06-C59E-40A4-8F67-039D82D6EF03}" destId="{0EA02523-2227-42BB-9255-ABA95E2F014A}" srcOrd="1" destOrd="0" presId="urn:microsoft.com/office/officeart/2005/8/layout/hierarchy3"/>
    <dgm:cxn modelId="{F44E5D11-18E3-4534-92A7-099B05CF5568}" type="presParOf" srcId="{0EA02523-2227-42BB-9255-ABA95E2F014A}" destId="{0368DDF6-A7CC-4882-A0F9-A8D62D3DEAD9}" srcOrd="0" destOrd="0" presId="urn:microsoft.com/office/officeart/2005/8/layout/hierarchy3"/>
    <dgm:cxn modelId="{871E1ECC-6B09-49BB-BFD1-E5EB9BBADB30}" type="presParOf" srcId="{0368DDF6-A7CC-4882-A0F9-A8D62D3DEAD9}" destId="{F78731F1-890E-4B68-B278-BFA78A548740}" srcOrd="0" destOrd="0" presId="urn:microsoft.com/office/officeart/2005/8/layout/hierarchy3"/>
    <dgm:cxn modelId="{BC1CC892-52EB-449E-9FAD-075FA0070F68}" type="presParOf" srcId="{0368DDF6-A7CC-4882-A0F9-A8D62D3DEAD9}" destId="{6A2A55C5-8BE3-4A27-8E81-7533BF046F3B}" srcOrd="1" destOrd="0" presId="urn:microsoft.com/office/officeart/2005/8/layout/hierarchy3"/>
    <dgm:cxn modelId="{11F09D84-9CCB-4D25-8D2A-2C7140AB2A83}" type="presParOf" srcId="{0EA02523-2227-42BB-9255-ABA95E2F014A}" destId="{1AD4ACA3-9806-4906-8CF0-EDCD6AB2E06C}" srcOrd="1" destOrd="0" presId="urn:microsoft.com/office/officeart/2005/8/layout/hierarchy3"/>
    <dgm:cxn modelId="{75470D69-B5D3-4ACC-9D28-027EFF2578F2}" type="presParOf" srcId="{1AD4ACA3-9806-4906-8CF0-EDCD6AB2E06C}" destId="{8FF77A16-7AF7-4670-9E14-AB54E58EC0F1}" srcOrd="0" destOrd="0" presId="urn:microsoft.com/office/officeart/2005/8/layout/hierarchy3"/>
    <dgm:cxn modelId="{A8CBFF96-DFA5-4EAE-ACFD-A4B59D4D7A1B}" type="presParOf" srcId="{1AD4ACA3-9806-4906-8CF0-EDCD6AB2E06C}" destId="{C731D677-F733-477D-97E9-78670F7619FA}" srcOrd="1" destOrd="0" presId="urn:microsoft.com/office/officeart/2005/8/layout/hierarchy3"/>
    <dgm:cxn modelId="{8B41AAED-3B45-4294-A57D-D5DCB2EED22D}" type="presParOf" srcId="{1AD4ACA3-9806-4906-8CF0-EDCD6AB2E06C}" destId="{6ADFA81B-2C59-427D-A508-B4764BFE7CED}" srcOrd="2" destOrd="0" presId="urn:microsoft.com/office/officeart/2005/8/layout/hierarchy3"/>
    <dgm:cxn modelId="{69C17CD7-F777-4C66-A056-3DAF02FD2957}" type="presParOf" srcId="{1AD4ACA3-9806-4906-8CF0-EDCD6AB2E06C}" destId="{C13AA588-C17D-4842-B3D9-2A40D41111AA}" srcOrd="3" destOrd="0" presId="urn:microsoft.com/office/officeart/2005/8/layout/hierarchy3"/>
    <dgm:cxn modelId="{82EFFF6E-5C87-4DA1-A08B-D021D51F0C65}" type="presParOf" srcId="{1AD4ACA3-9806-4906-8CF0-EDCD6AB2E06C}" destId="{E37DB613-5BAA-433D-9644-829BCD2837A7}" srcOrd="4" destOrd="0" presId="urn:microsoft.com/office/officeart/2005/8/layout/hierarchy3"/>
    <dgm:cxn modelId="{45736B5F-6D20-4729-9664-9838E1F5B409}" type="presParOf" srcId="{1AD4ACA3-9806-4906-8CF0-EDCD6AB2E06C}" destId="{EE155DAF-28E7-4F65-A4CC-46E465491BDB}" srcOrd="5" destOrd="0" presId="urn:microsoft.com/office/officeart/2005/8/layout/hierarchy3"/>
    <dgm:cxn modelId="{066BB46B-FE81-4A86-87B0-69B48FF9DDAD}" type="presParOf" srcId="{1AD4ACA3-9806-4906-8CF0-EDCD6AB2E06C}" destId="{52E3332F-BADD-4617-8BD2-DA60C413978A}" srcOrd="6" destOrd="0" presId="urn:microsoft.com/office/officeart/2005/8/layout/hierarchy3"/>
    <dgm:cxn modelId="{188731B5-C938-45DD-919D-192479B76FA5}" type="presParOf" srcId="{1AD4ACA3-9806-4906-8CF0-EDCD6AB2E06C}" destId="{2F3945CE-7811-438A-90E9-061446CD3BBC}" srcOrd="7" destOrd="0" presId="urn:microsoft.com/office/officeart/2005/8/layout/hierarchy3"/>
    <dgm:cxn modelId="{30907FE5-8865-48F2-88D0-9D05B9BA9A45}" type="presParOf" srcId="{1AD4ACA3-9806-4906-8CF0-EDCD6AB2E06C}" destId="{AA9D4A53-E14D-43F9-ABEB-86C56212E98E}" srcOrd="8" destOrd="0" presId="urn:microsoft.com/office/officeart/2005/8/layout/hierarchy3"/>
    <dgm:cxn modelId="{0907BACA-9D74-4351-A204-511919364732}" type="presParOf" srcId="{1AD4ACA3-9806-4906-8CF0-EDCD6AB2E06C}" destId="{D62E8B95-E81A-4FEE-8735-AA5A5872CBAA}" srcOrd="9" destOrd="0" presId="urn:microsoft.com/office/officeart/2005/8/layout/hierarchy3"/>
    <dgm:cxn modelId="{35FEDFEC-F4F7-4AD0-93EF-B90179F9DD01}" type="presParOf" srcId="{1AD4ACA3-9806-4906-8CF0-EDCD6AB2E06C}" destId="{120F5D76-81B0-4B52-83E9-89C440D2FF7A}" srcOrd="10" destOrd="0" presId="urn:microsoft.com/office/officeart/2005/8/layout/hierarchy3"/>
    <dgm:cxn modelId="{D4D6885D-BB2B-4EE2-9A0C-116C0266AACF}" type="presParOf" srcId="{1AD4ACA3-9806-4906-8CF0-EDCD6AB2E06C}" destId="{3DC37DEE-1497-492E-B7A9-91161C2664F7}" srcOrd="1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1A9F9-8CF3-4DC5-AFB5-E94F9D11A8C2}">
      <dsp:nvSpPr>
        <dsp:cNvPr id="0" name=""/>
        <dsp:cNvSpPr/>
      </dsp:nvSpPr>
      <dsp:spPr>
        <a:xfrm>
          <a:off x="237566" y="1612"/>
          <a:ext cx="4214998" cy="477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34290" rIns="51435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Special Drafts</a:t>
          </a:r>
        </a:p>
      </dsp:txBody>
      <dsp:txXfrm>
        <a:off x="251558" y="15604"/>
        <a:ext cx="4187014" cy="449754"/>
      </dsp:txXfrm>
    </dsp:sp>
    <dsp:sp modelId="{39C43792-2509-4203-A785-0C88C78B6D09}">
      <dsp:nvSpPr>
        <dsp:cNvPr id="0" name=""/>
        <dsp:cNvSpPr/>
      </dsp:nvSpPr>
      <dsp:spPr>
        <a:xfrm>
          <a:off x="659066" y="479350"/>
          <a:ext cx="421499" cy="3583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8303"/>
              </a:lnTo>
              <a:lnTo>
                <a:pt x="421499" y="3583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9F659-71A6-4E28-BBC7-97B0712B67EE}">
      <dsp:nvSpPr>
        <dsp:cNvPr id="0" name=""/>
        <dsp:cNvSpPr/>
      </dsp:nvSpPr>
      <dsp:spPr>
        <a:xfrm>
          <a:off x="1080566" y="598785"/>
          <a:ext cx="3371999" cy="47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 the Draft Date/Start Date field, select the first draft date</a:t>
          </a:r>
        </a:p>
      </dsp:txBody>
      <dsp:txXfrm>
        <a:off x="1094558" y="612777"/>
        <a:ext cx="3344015" cy="449754"/>
      </dsp:txXfrm>
    </dsp:sp>
    <dsp:sp modelId="{F3376C00-B2BD-4A6F-B159-985BFEB6A86B}">
      <dsp:nvSpPr>
        <dsp:cNvPr id="0" name=""/>
        <dsp:cNvSpPr/>
      </dsp:nvSpPr>
      <dsp:spPr>
        <a:xfrm>
          <a:off x="659066" y="479350"/>
          <a:ext cx="421499" cy="955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5476"/>
              </a:lnTo>
              <a:lnTo>
                <a:pt x="421499" y="9554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E73969-6BC7-4EF8-87A8-3374F86C25C4}">
      <dsp:nvSpPr>
        <dsp:cNvPr id="0" name=""/>
        <dsp:cNvSpPr/>
      </dsp:nvSpPr>
      <dsp:spPr>
        <a:xfrm>
          <a:off x="1080566" y="1195958"/>
          <a:ext cx="3371999" cy="47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 the Number of Occurrences field, input the number of times the draft will continue that day of the month</a:t>
          </a:r>
        </a:p>
      </dsp:txBody>
      <dsp:txXfrm>
        <a:off x="1094558" y="1209950"/>
        <a:ext cx="3344015" cy="449754"/>
      </dsp:txXfrm>
    </dsp:sp>
    <dsp:sp modelId="{4452EC09-6483-4C13-B589-CB52B818FEEB}">
      <dsp:nvSpPr>
        <dsp:cNvPr id="0" name=""/>
        <dsp:cNvSpPr/>
      </dsp:nvSpPr>
      <dsp:spPr>
        <a:xfrm>
          <a:off x="659066" y="479350"/>
          <a:ext cx="421499" cy="15526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2649"/>
              </a:lnTo>
              <a:lnTo>
                <a:pt x="421499" y="15526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2B3028-4D4C-4B84-B1F0-1947932BD4B4}">
      <dsp:nvSpPr>
        <dsp:cNvPr id="0" name=""/>
        <dsp:cNvSpPr/>
      </dsp:nvSpPr>
      <dsp:spPr>
        <a:xfrm>
          <a:off x="1080566" y="1793130"/>
          <a:ext cx="3371999" cy="47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Click the Build Draft Schedule </a:t>
          </a:r>
          <a:r>
            <a:rPr lang="en-US" sz="1100" kern="1200" dirty="0">
              <a:latin typeface="Calibri Light" panose="020F0302020204030204"/>
            </a:rPr>
            <a:t>button</a:t>
          </a:r>
          <a:endParaRPr lang="en-US" sz="1100" kern="1200" dirty="0"/>
        </a:p>
      </dsp:txBody>
      <dsp:txXfrm>
        <a:off x="1094558" y="1807122"/>
        <a:ext cx="3344015" cy="449754"/>
      </dsp:txXfrm>
    </dsp:sp>
    <dsp:sp modelId="{76BDC361-209D-478A-91C0-C237DF68D6AA}">
      <dsp:nvSpPr>
        <dsp:cNvPr id="0" name=""/>
        <dsp:cNvSpPr/>
      </dsp:nvSpPr>
      <dsp:spPr>
        <a:xfrm>
          <a:off x="659066" y="479350"/>
          <a:ext cx="421499" cy="21498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9822"/>
              </a:lnTo>
              <a:lnTo>
                <a:pt x="421499" y="21498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7D2C10-21BE-4FF4-8712-1E3F33D62AD7}">
      <dsp:nvSpPr>
        <dsp:cNvPr id="0" name=""/>
        <dsp:cNvSpPr/>
      </dsp:nvSpPr>
      <dsp:spPr>
        <a:xfrm>
          <a:off x="1080566" y="2390303"/>
          <a:ext cx="3371999" cy="47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Obtain the clients authorization on the recording</a:t>
          </a:r>
          <a:r>
            <a:rPr lang="en-US" sz="1100" kern="1200" dirty="0">
              <a:latin typeface="Calibri Light" panose="020F0302020204030204"/>
            </a:rPr>
            <a:t> </a:t>
          </a:r>
          <a:endParaRPr lang="en-US" sz="1100" kern="1200" dirty="0"/>
        </a:p>
      </dsp:txBody>
      <dsp:txXfrm>
        <a:off x="1094558" y="2404295"/>
        <a:ext cx="3344015" cy="449754"/>
      </dsp:txXfrm>
    </dsp:sp>
    <dsp:sp modelId="{BBF2D137-D20F-4B99-BE06-1C2025EA4275}">
      <dsp:nvSpPr>
        <dsp:cNvPr id="0" name=""/>
        <dsp:cNvSpPr/>
      </dsp:nvSpPr>
      <dsp:spPr>
        <a:xfrm>
          <a:off x="659066" y="479350"/>
          <a:ext cx="421499" cy="27469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46995"/>
              </a:lnTo>
              <a:lnTo>
                <a:pt x="421499" y="27469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5D2359-6881-4820-8634-8C27D272807F}">
      <dsp:nvSpPr>
        <dsp:cNvPr id="0" name=""/>
        <dsp:cNvSpPr/>
      </dsp:nvSpPr>
      <dsp:spPr>
        <a:xfrm>
          <a:off x="1080566" y="2987476"/>
          <a:ext cx="3371999" cy="47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Select pending drafts and click finalize</a:t>
          </a:r>
        </a:p>
      </dsp:txBody>
      <dsp:txXfrm>
        <a:off x="1094558" y="3001468"/>
        <a:ext cx="3344015" cy="449754"/>
      </dsp:txXfrm>
    </dsp:sp>
    <dsp:sp modelId="{F78731F1-890E-4B68-B278-BFA78A548740}">
      <dsp:nvSpPr>
        <dsp:cNvPr id="0" name=""/>
        <dsp:cNvSpPr/>
      </dsp:nvSpPr>
      <dsp:spPr>
        <a:xfrm>
          <a:off x="4691434" y="1612"/>
          <a:ext cx="4214998" cy="4777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34290" rIns="51435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Re-Draft</a:t>
          </a:r>
        </a:p>
      </dsp:txBody>
      <dsp:txXfrm>
        <a:off x="4705426" y="15604"/>
        <a:ext cx="4187014" cy="449754"/>
      </dsp:txXfrm>
    </dsp:sp>
    <dsp:sp modelId="{8FF77A16-7AF7-4670-9E14-AB54E58EC0F1}">
      <dsp:nvSpPr>
        <dsp:cNvPr id="0" name=""/>
        <dsp:cNvSpPr/>
      </dsp:nvSpPr>
      <dsp:spPr>
        <a:xfrm>
          <a:off x="5112934" y="479350"/>
          <a:ext cx="421499" cy="3583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8303"/>
              </a:lnTo>
              <a:lnTo>
                <a:pt x="421499" y="3583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31D677-F733-477D-97E9-78670F7619FA}">
      <dsp:nvSpPr>
        <dsp:cNvPr id="0" name=""/>
        <dsp:cNvSpPr/>
      </dsp:nvSpPr>
      <dsp:spPr>
        <a:xfrm>
          <a:off x="5534434" y="598785"/>
          <a:ext cx="3371999" cy="47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From the draft filter drop down, select NSF Drafts and hit refresh</a:t>
          </a:r>
        </a:p>
      </dsp:txBody>
      <dsp:txXfrm>
        <a:off x="5548426" y="612777"/>
        <a:ext cx="3344015" cy="449754"/>
      </dsp:txXfrm>
    </dsp:sp>
    <dsp:sp modelId="{6ADFA81B-2C59-427D-A508-B4764BFE7CED}">
      <dsp:nvSpPr>
        <dsp:cNvPr id="0" name=""/>
        <dsp:cNvSpPr/>
      </dsp:nvSpPr>
      <dsp:spPr>
        <a:xfrm>
          <a:off x="5112934" y="479350"/>
          <a:ext cx="421499" cy="955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5476"/>
              </a:lnTo>
              <a:lnTo>
                <a:pt x="421499" y="9554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3AA588-C17D-4842-B3D9-2A40D41111AA}">
      <dsp:nvSpPr>
        <dsp:cNvPr id="0" name=""/>
        <dsp:cNvSpPr/>
      </dsp:nvSpPr>
      <dsp:spPr>
        <a:xfrm>
          <a:off x="5534434" y="1195958"/>
          <a:ext cx="3371999" cy="47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Select the draft the client is authorizing to Re-Draft and select the Confirm Status</a:t>
          </a:r>
        </a:p>
      </dsp:txBody>
      <dsp:txXfrm>
        <a:off x="5548426" y="1209950"/>
        <a:ext cx="3344015" cy="449754"/>
      </dsp:txXfrm>
    </dsp:sp>
    <dsp:sp modelId="{E37DB613-5BAA-433D-9644-829BCD2837A7}">
      <dsp:nvSpPr>
        <dsp:cNvPr id="0" name=""/>
        <dsp:cNvSpPr/>
      </dsp:nvSpPr>
      <dsp:spPr>
        <a:xfrm>
          <a:off x="5112934" y="479350"/>
          <a:ext cx="421499" cy="15526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2649"/>
              </a:lnTo>
              <a:lnTo>
                <a:pt x="421499" y="15526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55DAF-28E7-4F65-A4CC-46E465491BDB}">
      <dsp:nvSpPr>
        <dsp:cNvPr id="0" name=""/>
        <dsp:cNvSpPr/>
      </dsp:nvSpPr>
      <dsp:spPr>
        <a:xfrm>
          <a:off x="5534434" y="1793130"/>
          <a:ext cx="3371999" cy="47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 the Draft Date/Start Date select the date that the drafts should be scheduled (should be within 3 months)</a:t>
          </a:r>
        </a:p>
      </dsp:txBody>
      <dsp:txXfrm>
        <a:off x="5548426" y="1807122"/>
        <a:ext cx="3344015" cy="449754"/>
      </dsp:txXfrm>
    </dsp:sp>
    <dsp:sp modelId="{52E3332F-BADD-4617-8BD2-DA60C413978A}">
      <dsp:nvSpPr>
        <dsp:cNvPr id="0" name=""/>
        <dsp:cNvSpPr/>
      </dsp:nvSpPr>
      <dsp:spPr>
        <a:xfrm>
          <a:off x="5112934" y="479350"/>
          <a:ext cx="421499" cy="21498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9822"/>
              </a:lnTo>
              <a:lnTo>
                <a:pt x="421499" y="21498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3945CE-7811-438A-90E9-061446CD3BBC}">
      <dsp:nvSpPr>
        <dsp:cNvPr id="0" name=""/>
        <dsp:cNvSpPr/>
      </dsp:nvSpPr>
      <dsp:spPr>
        <a:xfrm>
          <a:off x="5534434" y="2390303"/>
          <a:ext cx="3371999" cy="47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 the draft amount field, enter the amount of the re-draft (don’t forget to include the $25 NSF fee)</a:t>
          </a:r>
        </a:p>
      </dsp:txBody>
      <dsp:txXfrm>
        <a:off x="5548426" y="2404295"/>
        <a:ext cx="3344015" cy="449754"/>
      </dsp:txXfrm>
    </dsp:sp>
    <dsp:sp modelId="{AA9D4A53-E14D-43F9-ABEB-86C56212E98E}">
      <dsp:nvSpPr>
        <dsp:cNvPr id="0" name=""/>
        <dsp:cNvSpPr/>
      </dsp:nvSpPr>
      <dsp:spPr>
        <a:xfrm>
          <a:off x="5112934" y="479350"/>
          <a:ext cx="421499" cy="27469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46995"/>
              </a:lnTo>
              <a:lnTo>
                <a:pt x="421499" y="27469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2E8B95-E81A-4FEE-8735-AA5A5872CBAA}">
      <dsp:nvSpPr>
        <dsp:cNvPr id="0" name=""/>
        <dsp:cNvSpPr/>
      </dsp:nvSpPr>
      <dsp:spPr>
        <a:xfrm>
          <a:off x="5534434" y="2987476"/>
          <a:ext cx="3371999" cy="47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Obtain the clients authorization on the recording.</a:t>
          </a:r>
        </a:p>
      </dsp:txBody>
      <dsp:txXfrm>
        <a:off x="5548426" y="3001468"/>
        <a:ext cx="3344015" cy="449754"/>
      </dsp:txXfrm>
    </dsp:sp>
    <dsp:sp modelId="{120F5D76-81B0-4B52-83E9-89C440D2FF7A}">
      <dsp:nvSpPr>
        <dsp:cNvPr id="0" name=""/>
        <dsp:cNvSpPr/>
      </dsp:nvSpPr>
      <dsp:spPr>
        <a:xfrm>
          <a:off x="5112934" y="479350"/>
          <a:ext cx="421499" cy="3344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44167"/>
              </a:lnTo>
              <a:lnTo>
                <a:pt x="421499" y="334416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C37DEE-1497-492E-B7A9-91161C2664F7}">
      <dsp:nvSpPr>
        <dsp:cNvPr id="0" name=""/>
        <dsp:cNvSpPr/>
      </dsp:nvSpPr>
      <dsp:spPr>
        <a:xfrm>
          <a:off x="5534434" y="3584649"/>
          <a:ext cx="3371999" cy="4777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Select pending draft and click finalize</a:t>
          </a:r>
        </a:p>
      </dsp:txBody>
      <dsp:txXfrm>
        <a:off x="5548426" y="3598641"/>
        <a:ext cx="3344015" cy="4497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1794E-0FE0-4C03-BECB-FEF0CAAD4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E390E-9EB2-4815-A496-32276558C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4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06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3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3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3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9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3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9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1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8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5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1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hyperlink" Target="https://clearoneadvantage365.sharepoint.com/:p:/r/sites/COACustomerService/_layouts/15/Doc.aspx?sourcedoc=%7B9B479E85-9182-4CB1-A6EC-398D39E21CEB%7D&amp;file=Program%20Change%20QRG%208.29.2025.pptx&amp;action=edit&amp;mobileredirect=true&amp;DefaultItemOpen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Scheduling a Special Draft, Re-Draft or a Program Draft</a:t>
            </a: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289" y="73799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1E00A6-F11E-45E2-A805-CC7CFDD9CA8B}"/>
              </a:ext>
            </a:extLst>
          </p:cNvPr>
          <p:cNvSpPr/>
          <p:nvPr/>
        </p:nvSpPr>
        <p:spPr>
          <a:xfrm>
            <a:off x="343988" y="615361"/>
            <a:ext cx="8456023" cy="6792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In Clients Calc always confirm that the Drafts Will Process has Y next to it. If Y – continue, if N – obtain a new SPAA.</a:t>
            </a:r>
          </a:p>
          <a:p>
            <a:pPr algn="ctr"/>
            <a:r>
              <a:rPr lang="en-US" sz="1400"/>
              <a:t>Use Schedule Draft Tab and select appropriate draft type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EE54AB16-129B-4525-9C33-C9085743BE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2873230"/>
              </p:ext>
            </p:extLst>
          </p:nvPr>
        </p:nvGraphicFramePr>
        <p:xfrm>
          <a:off x="64784" y="1498806"/>
          <a:ext cx="9144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473FF6B-31AE-42A4-BF31-475827789034}"/>
              </a:ext>
            </a:extLst>
          </p:cNvPr>
          <p:cNvSpPr/>
          <p:nvPr/>
        </p:nvSpPr>
        <p:spPr>
          <a:xfrm>
            <a:off x="343987" y="5562778"/>
            <a:ext cx="8456023" cy="1220831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If extending the program and adding additional program drafts reference </a:t>
            </a:r>
            <a:r>
              <a:rPr lang="en-US" sz="1400" dirty="0">
                <a:hlinkClick r:id="rId9"/>
              </a:rPr>
              <a:t>Program Change and Drafts</a:t>
            </a:r>
          </a:p>
          <a:p>
            <a:pPr algn="ctr"/>
            <a:r>
              <a:rPr lang="en-US" sz="1400" dirty="0"/>
              <a:t>In the Client Balance Schedule section, click DL Global Data and Recalculate</a:t>
            </a:r>
            <a:endParaRPr lang="en-US" sz="1400" dirty="0">
              <a:ea typeface="Calibri"/>
              <a:cs typeface="Calibri"/>
            </a:endParaRPr>
          </a:p>
          <a:p>
            <a:pPr algn="ctr"/>
            <a:r>
              <a:rPr lang="en-US" sz="1400" dirty="0"/>
              <a:t>In the Historical Balance Saved Tab, Save Balance</a:t>
            </a:r>
            <a:endParaRPr lang="en-US" sz="1400" dirty="0">
              <a:ea typeface="Calibri"/>
              <a:cs typeface="Calibri"/>
            </a:endParaRPr>
          </a:p>
          <a:p>
            <a:pPr algn="ctr"/>
            <a:r>
              <a:rPr lang="en-US" sz="1400" dirty="0"/>
              <a:t>Upload recording to Client File</a:t>
            </a:r>
            <a:endParaRPr lang="en-US" sz="1400" dirty="0">
              <a:ea typeface="Calibri"/>
              <a:cs typeface="Calibri"/>
            </a:endParaRPr>
          </a:p>
          <a:p>
            <a:pPr algn="ctr"/>
            <a:r>
              <a:rPr lang="en-US" sz="1400" dirty="0"/>
              <a:t>Notate clients account with all necessary and detailed information</a:t>
            </a:r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1965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a50bad3c638598752483e3e576d1490c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f8f025033282243cc96c211b2abd8d6e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1B63CD-C9C0-4434-842D-C76B262E42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528014-2060-4DA5-BDC8-4DA248FAA7B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fca21091-4343-4232-a795-e59481497cb5"/>
    <ds:schemaRef ds:uri="dfbadaf6-90cf-41d3-a0ba-bbd98d259036"/>
  </ds:schemaRefs>
</ds:datastoreItem>
</file>

<file path=customXml/itemProps3.xml><?xml version="1.0" encoding="utf-8"?>
<ds:datastoreItem xmlns:ds="http://schemas.openxmlformats.org/officeDocument/2006/customXml" ds:itemID="{08778FED-133F-4462-AA69-D0067AE11B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Scheduling a Special Draft, Re-Draft or a Program Draft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Cancel without OFC and without Active SIFS</dc:title>
  <dc:creator>Christina Borrello</dc:creator>
  <cp:revision>7</cp:revision>
  <dcterms:created xsi:type="dcterms:W3CDTF">2021-09-02T18:42:54Z</dcterms:created>
  <dcterms:modified xsi:type="dcterms:W3CDTF">2026-02-12T20:25:35Z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