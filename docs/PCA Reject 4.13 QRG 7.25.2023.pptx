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42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31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18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780"/>
    </p:cViewPr>
  </p:sorterViewPr>
  <p:notesViewPr>
    <p:cSldViewPr snapToGrid="0">
      <p:cViewPr varScale="1">
        <p:scale>
          <a:sx n="82" d="100"/>
          <a:sy n="82" d="100"/>
        </p:scale>
        <p:origin x="381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10B164-2671-4A78-9A9E-0183C0490CC6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757A1B-0A8D-410B-AD89-59624A22F6B5}">
      <dgm:prSet phldrT="[Text]"/>
      <dgm:spPr/>
      <dgm:t>
        <a:bodyPr/>
        <a:lstStyle/>
        <a:p>
          <a:r>
            <a:rPr lang="en-US" dirty="0"/>
            <a:t>Was the settlement prior to 1/31/2021?</a:t>
          </a:r>
        </a:p>
      </dgm:t>
    </dgm:pt>
    <dgm:pt modelId="{D60F80B6-3DBA-41EB-A988-83F22D1AC763}" type="parTrans" cxnId="{D23095A7-843B-444B-84FB-E725B61A5951}">
      <dgm:prSet/>
      <dgm:spPr/>
      <dgm:t>
        <a:bodyPr/>
        <a:lstStyle/>
        <a:p>
          <a:endParaRPr lang="en-US"/>
        </a:p>
      </dgm:t>
    </dgm:pt>
    <dgm:pt modelId="{8B1D3D40-D158-4CDB-B02B-5D0E79B9BAC5}" type="sibTrans" cxnId="{D23095A7-843B-444B-84FB-E725B61A5951}">
      <dgm:prSet/>
      <dgm:spPr/>
      <dgm:t>
        <a:bodyPr/>
        <a:lstStyle/>
        <a:p>
          <a:endParaRPr lang="en-US"/>
        </a:p>
      </dgm:t>
    </dgm:pt>
    <dgm:pt modelId="{07292B69-D75F-4AB1-B62A-4F3104A38AFF}">
      <dgm:prSet phldrT="[Text]"/>
      <dgm:spPr/>
      <dgm:t>
        <a:bodyPr/>
        <a:lstStyle/>
        <a:p>
          <a:r>
            <a:rPr lang="en-US" dirty="0"/>
            <a:t>If yes – PCA Rejection Request Needed</a:t>
          </a:r>
        </a:p>
      </dgm:t>
    </dgm:pt>
    <dgm:pt modelId="{AB5622F0-CC2F-4F93-98F7-E5E382B8301E}" type="parTrans" cxnId="{4E71FF2E-2827-4AE0-A2DB-1C63064E3AF9}">
      <dgm:prSet/>
      <dgm:spPr/>
      <dgm:t>
        <a:bodyPr/>
        <a:lstStyle/>
        <a:p>
          <a:endParaRPr lang="en-US"/>
        </a:p>
      </dgm:t>
    </dgm:pt>
    <dgm:pt modelId="{BC82B9B5-F894-4A0B-8707-449118EA9B71}" type="sibTrans" cxnId="{4E71FF2E-2827-4AE0-A2DB-1C63064E3AF9}">
      <dgm:prSet/>
      <dgm:spPr/>
      <dgm:t>
        <a:bodyPr/>
        <a:lstStyle/>
        <a:p>
          <a:endParaRPr lang="en-US"/>
        </a:p>
      </dgm:t>
    </dgm:pt>
    <dgm:pt modelId="{987B8E61-4B9A-4A66-B259-7FBCFF0111C6}">
      <dgm:prSet phldrT="[Text]"/>
      <dgm:spPr/>
      <dgm:t>
        <a:bodyPr/>
        <a:lstStyle/>
        <a:p>
          <a:r>
            <a:rPr lang="en-US" dirty="0"/>
            <a:t>Did payments go out to creditor?</a:t>
          </a:r>
        </a:p>
      </dgm:t>
    </dgm:pt>
    <dgm:pt modelId="{B5882987-A76E-46C5-B567-6EAFDD17E58C}" type="parTrans" cxnId="{224E65E8-F095-4B8A-A962-2FA7FE2F69CB}">
      <dgm:prSet/>
      <dgm:spPr/>
      <dgm:t>
        <a:bodyPr/>
        <a:lstStyle/>
        <a:p>
          <a:endParaRPr lang="en-US"/>
        </a:p>
      </dgm:t>
    </dgm:pt>
    <dgm:pt modelId="{55574C32-3081-4138-8ED7-020F70F65B8E}" type="sibTrans" cxnId="{224E65E8-F095-4B8A-A962-2FA7FE2F69CB}">
      <dgm:prSet/>
      <dgm:spPr/>
      <dgm:t>
        <a:bodyPr/>
        <a:lstStyle/>
        <a:p>
          <a:endParaRPr lang="en-US"/>
        </a:p>
      </dgm:t>
    </dgm:pt>
    <dgm:pt modelId="{88913422-F9DB-4A9C-AA50-ED298D44399F}">
      <dgm:prSet phldrT="[Text]"/>
      <dgm:spPr/>
      <dgm:t>
        <a:bodyPr/>
        <a:lstStyle/>
        <a:p>
          <a:r>
            <a:rPr lang="en-US" dirty="0"/>
            <a:t>If Yes – PCA Rejection Request Needed</a:t>
          </a:r>
        </a:p>
      </dgm:t>
    </dgm:pt>
    <dgm:pt modelId="{28BF932F-35AA-4C17-B2E9-43B93D55FA3D}" type="parTrans" cxnId="{1A264D54-9C3C-4192-8B4F-3758C8895FB4}">
      <dgm:prSet/>
      <dgm:spPr/>
      <dgm:t>
        <a:bodyPr/>
        <a:lstStyle/>
        <a:p>
          <a:endParaRPr lang="en-US"/>
        </a:p>
      </dgm:t>
    </dgm:pt>
    <dgm:pt modelId="{6BB44808-F0DD-4159-93EF-DB3E3D4BE966}" type="sibTrans" cxnId="{1A264D54-9C3C-4192-8B4F-3758C8895FB4}">
      <dgm:prSet/>
      <dgm:spPr/>
      <dgm:t>
        <a:bodyPr/>
        <a:lstStyle/>
        <a:p>
          <a:endParaRPr lang="en-US"/>
        </a:p>
      </dgm:t>
    </dgm:pt>
    <dgm:pt modelId="{81617F2D-F2D2-4645-91C2-3B5BA2E54340}">
      <dgm:prSet phldrT="[Text]"/>
      <dgm:spPr/>
      <dgm:t>
        <a:bodyPr/>
        <a:lstStyle/>
        <a:p>
          <a:r>
            <a:rPr lang="en-US" dirty="0"/>
            <a:t>What is the payment Authorization Reminder Status?</a:t>
          </a:r>
        </a:p>
      </dgm:t>
    </dgm:pt>
    <dgm:pt modelId="{5F5B7AA7-7935-4DDF-9059-9BC051C24154}" type="parTrans" cxnId="{53D447D9-E50E-4EF9-951E-3531F09644FE}">
      <dgm:prSet/>
      <dgm:spPr/>
      <dgm:t>
        <a:bodyPr/>
        <a:lstStyle/>
        <a:p>
          <a:endParaRPr lang="en-US"/>
        </a:p>
      </dgm:t>
    </dgm:pt>
    <dgm:pt modelId="{D0BAF8BE-08A6-4A84-8216-3E43A8F8C028}" type="sibTrans" cxnId="{53D447D9-E50E-4EF9-951E-3531F09644FE}">
      <dgm:prSet/>
      <dgm:spPr/>
      <dgm:t>
        <a:bodyPr/>
        <a:lstStyle/>
        <a:p>
          <a:endParaRPr lang="en-US"/>
        </a:p>
      </dgm:t>
    </dgm:pt>
    <dgm:pt modelId="{C1CA9648-5D55-4B51-A55D-7143975BC85E}">
      <dgm:prSet phldrT="[Text]"/>
      <dgm:spPr/>
      <dgm:t>
        <a:bodyPr/>
        <a:lstStyle/>
        <a:p>
          <a:r>
            <a:rPr lang="en-US" dirty="0"/>
            <a:t>PCA Complete – PCA Rejection Request Needed</a:t>
          </a:r>
        </a:p>
      </dgm:t>
    </dgm:pt>
    <dgm:pt modelId="{5FFB9259-7444-4CED-B8E5-A54497FC2F59}" type="parTrans" cxnId="{BD150ECB-052A-49C1-A6A0-125F939E9F3B}">
      <dgm:prSet/>
      <dgm:spPr/>
      <dgm:t>
        <a:bodyPr/>
        <a:lstStyle/>
        <a:p>
          <a:endParaRPr lang="en-US"/>
        </a:p>
      </dgm:t>
    </dgm:pt>
    <dgm:pt modelId="{5BA12C38-FE8D-40D4-AAAC-A6071AABA054}" type="sibTrans" cxnId="{BD150ECB-052A-49C1-A6A0-125F939E9F3B}">
      <dgm:prSet/>
      <dgm:spPr/>
      <dgm:t>
        <a:bodyPr/>
        <a:lstStyle/>
        <a:p>
          <a:endParaRPr lang="en-US"/>
        </a:p>
      </dgm:t>
    </dgm:pt>
    <dgm:pt modelId="{89738FC5-D38A-4F48-86D8-CD6E5AD72BF2}">
      <dgm:prSet phldrT="[Text]"/>
      <dgm:spPr/>
      <dgm:t>
        <a:bodyPr/>
        <a:lstStyle/>
        <a:p>
          <a:r>
            <a:rPr lang="en-US" dirty="0"/>
            <a:t>Needs Auth – No request needed </a:t>
          </a:r>
        </a:p>
      </dgm:t>
    </dgm:pt>
    <dgm:pt modelId="{14D9F956-3A6B-4F35-B815-A82E34C9B291}" type="parTrans" cxnId="{C6F614F9-D02A-465F-96CF-3AE54006A802}">
      <dgm:prSet/>
      <dgm:spPr/>
      <dgm:t>
        <a:bodyPr/>
        <a:lstStyle/>
        <a:p>
          <a:endParaRPr lang="en-US"/>
        </a:p>
      </dgm:t>
    </dgm:pt>
    <dgm:pt modelId="{0B28C884-1D82-49C4-8821-55809940023C}" type="sibTrans" cxnId="{C6F614F9-D02A-465F-96CF-3AE54006A802}">
      <dgm:prSet/>
      <dgm:spPr/>
      <dgm:t>
        <a:bodyPr/>
        <a:lstStyle/>
        <a:p>
          <a:endParaRPr lang="en-US"/>
        </a:p>
      </dgm:t>
    </dgm:pt>
    <dgm:pt modelId="{81AA5352-1F14-4A21-827B-D8B3251C2F01}" type="pres">
      <dgm:prSet presAssocID="{5710B164-2671-4A78-9A9E-0183C0490CC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779A946-3B97-45ED-ABB1-CD6C9AD39992}" type="pres">
      <dgm:prSet presAssocID="{61757A1B-0A8D-410B-AD89-59624A22F6B5}" presName="horFlow" presStyleCnt="0"/>
      <dgm:spPr/>
    </dgm:pt>
    <dgm:pt modelId="{5356B37C-DBD2-4A12-9A7C-54B19BD39FAB}" type="pres">
      <dgm:prSet presAssocID="{61757A1B-0A8D-410B-AD89-59624A22F6B5}" presName="bigChev" presStyleLbl="node1" presStyleIdx="0" presStyleCnt="3"/>
      <dgm:spPr/>
    </dgm:pt>
    <dgm:pt modelId="{7981B3B7-0CF1-4675-9A37-FEB34CE83353}" type="pres">
      <dgm:prSet presAssocID="{AB5622F0-CC2F-4F93-98F7-E5E382B8301E}" presName="parTrans" presStyleCnt="0"/>
      <dgm:spPr/>
    </dgm:pt>
    <dgm:pt modelId="{E6DFB628-57BD-44E8-B6D5-FDCDDDF9D826}" type="pres">
      <dgm:prSet presAssocID="{07292B69-D75F-4AB1-B62A-4F3104A38AFF}" presName="node" presStyleLbl="alignAccFollowNode1" presStyleIdx="0" presStyleCnt="4">
        <dgm:presLayoutVars>
          <dgm:bulletEnabled val="1"/>
        </dgm:presLayoutVars>
      </dgm:prSet>
      <dgm:spPr/>
    </dgm:pt>
    <dgm:pt modelId="{9FAF4796-C11B-4E81-A4DA-9CC7197E5DAF}" type="pres">
      <dgm:prSet presAssocID="{61757A1B-0A8D-410B-AD89-59624A22F6B5}" presName="vSp" presStyleCnt="0"/>
      <dgm:spPr/>
    </dgm:pt>
    <dgm:pt modelId="{6DA33E76-E927-415D-A345-F613F5DC173A}" type="pres">
      <dgm:prSet presAssocID="{987B8E61-4B9A-4A66-B259-7FBCFF0111C6}" presName="horFlow" presStyleCnt="0"/>
      <dgm:spPr/>
    </dgm:pt>
    <dgm:pt modelId="{9857AB63-0972-436B-89D2-171545CC1037}" type="pres">
      <dgm:prSet presAssocID="{987B8E61-4B9A-4A66-B259-7FBCFF0111C6}" presName="bigChev" presStyleLbl="node1" presStyleIdx="1" presStyleCnt="3"/>
      <dgm:spPr/>
    </dgm:pt>
    <dgm:pt modelId="{E262B045-66D6-4928-BFDE-C73BA7F275B2}" type="pres">
      <dgm:prSet presAssocID="{28BF932F-35AA-4C17-B2E9-43B93D55FA3D}" presName="parTrans" presStyleCnt="0"/>
      <dgm:spPr/>
    </dgm:pt>
    <dgm:pt modelId="{2BA2CBBA-6BB4-4C69-BCB8-9B6855660AD0}" type="pres">
      <dgm:prSet presAssocID="{88913422-F9DB-4A9C-AA50-ED298D44399F}" presName="node" presStyleLbl="alignAccFollowNode1" presStyleIdx="1" presStyleCnt="4">
        <dgm:presLayoutVars>
          <dgm:bulletEnabled val="1"/>
        </dgm:presLayoutVars>
      </dgm:prSet>
      <dgm:spPr/>
    </dgm:pt>
    <dgm:pt modelId="{DBB677FC-729B-43AD-BD24-89BBC2C9649B}" type="pres">
      <dgm:prSet presAssocID="{987B8E61-4B9A-4A66-B259-7FBCFF0111C6}" presName="vSp" presStyleCnt="0"/>
      <dgm:spPr/>
    </dgm:pt>
    <dgm:pt modelId="{8A4E12B8-F022-4691-A0FE-C3F639880D47}" type="pres">
      <dgm:prSet presAssocID="{81617F2D-F2D2-4645-91C2-3B5BA2E54340}" presName="horFlow" presStyleCnt="0"/>
      <dgm:spPr/>
    </dgm:pt>
    <dgm:pt modelId="{D77CED93-1153-42E7-9CE8-A247F14DCD65}" type="pres">
      <dgm:prSet presAssocID="{81617F2D-F2D2-4645-91C2-3B5BA2E54340}" presName="bigChev" presStyleLbl="node1" presStyleIdx="2" presStyleCnt="3"/>
      <dgm:spPr/>
    </dgm:pt>
    <dgm:pt modelId="{E916CE43-4A70-46D2-8B95-B220BFB99E1C}" type="pres">
      <dgm:prSet presAssocID="{5FFB9259-7444-4CED-B8E5-A54497FC2F59}" presName="parTrans" presStyleCnt="0"/>
      <dgm:spPr/>
    </dgm:pt>
    <dgm:pt modelId="{59939309-6A2D-43D6-AD2B-BB61939ECE8C}" type="pres">
      <dgm:prSet presAssocID="{C1CA9648-5D55-4B51-A55D-7143975BC85E}" presName="node" presStyleLbl="alignAccFollowNode1" presStyleIdx="2" presStyleCnt="4">
        <dgm:presLayoutVars>
          <dgm:bulletEnabled val="1"/>
        </dgm:presLayoutVars>
      </dgm:prSet>
      <dgm:spPr/>
    </dgm:pt>
    <dgm:pt modelId="{219C8BC0-34FC-4DA4-ACE1-5007C48617C9}" type="pres">
      <dgm:prSet presAssocID="{5BA12C38-FE8D-40D4-AAAC-A6071AABA054}" presName="sibTrans" presStyleCnt="0"/>
      <dgm:spPr/>
    </dgm:pt>
    <dgm:pt modelId="{00D85961-AD95-4054-8441-31E483A9BEEA}" type="pres">
      <dgm:prSet presAssocID="{89738FC5-D38A-4F48-86D8-CD6E5AD72BF2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4E71FF2E-2827-4AE0-A2DB-1C63064E3AF9}" srcId="{61757A1B-0A8D-410B-AD89-59624A22F6B5}" destId="{07292B69-D75F-4AB1-B62A-4F3104A38AFF}" srcOrd="0" destOrd="0" parTransId="{AB5622F0-CC2F-4F93-98F7-E5E382B8301E}" sibTransId="{BC82B9B5-F894-4A0B-8707-449118EA9B71}"/>
    <dgm:cxn modelId="{64D9DF32-050C-4504-96E8-335C8906D2B5}" type="presOf" srcId="{88913422-F9DB-4A9C-AA50-ED298D44399F}" destId="{2BA2CBBA-6BB4-4C69-BCB8-9B6855660AD0}" srcOrd="0" destOrd="0" presId="urn:microsoft.com/office/officeart/2005/8/layout/lProcess3"/>
    <dgm:cxn modelId="{FAC7BD45-CB61-4B9A-A203-C00C45C947D3}" type="presOf" srcId="{81617F2D-F2D2-4645-91C2-3B5BA2E54340}" destId="{D77CED93-1153-42E7-9CE8-A247F14DCD65}" srcOrd="0" destOrd="0" presId="urn:microsoft.com/office/officeart/2005/8/layout/lProcess3"/>
    <dgm:cxn modelId="{6326F365-3A2F-4D81-AD77-9D200DFF857B}" type="presOf" srcId="{89738FC5-D38A-4F48-86D8-CD6E5AD72BF2}" destId="{00D85961-AD95-4054-8441-31E483A9BEEA}" srcOrd="0" destOrd="0" presId="urn:microsoft.com/office/officeart/2005/8/layout/lProcess3"/>
    <dgm:cxn modelId="{5CE82E52-F8B4-440C-9051-3D09A4A3B0D6}" type="presOf" srcId="{07292B69-D75F-4AB1-B62A-4F3104A38AFF}" destId="{E6DFB628-57BD-44E8-B6D5-FDCDDDF9D826}" srcOrd="0" destOrd="0" presId="urn:microsoft.com/office/officeart/2005/8/layout/lProcess3"/>
    <dgm:cxn modelId="{1A264D54-9C3C-4192-8B4F-3758C8895FB4}" srcId="{987B8E61-4B9A-4A66-B259-7FBCFF0111C6}" destId="{88913422-F9DB-4A9C-AA50-ED298D44399F}" srcOrd="0" destOrd="0" parTransId="{28BF932F-35AA-4C17-B2E9-43B93D55FA3D}" sibTransId="{6BB44808-F0DD-4159-93EF-DB3E3D4BE966}"/>
    <dgm:cxn modelId="{FE786778-C18F-4C3A-A182-CE4D524F919E}" type="presOf" srcId="{987B8E61-4B9A-4A66-B259-7FBCFF0111C6}" destId="{9857AB63-0972-436B-89D2-171545CC1037}" srcOrd="0" destOrd="0" presId="urn:microsoft.com/office/officeart/2005/8/layout/lProcess3"/>
    <dgm:cxn modelId="{0328D17F-29DB-4A02-B89D-5D7C26BDB355}" type="presOf" srcId="{61757A1B-0A8D-410B-AD89-59624A22F6B5}" destId="{5356B37C-DBD2-4A12-9A7C-54B19BD39FAB}" srcOrd="0" destOrd="0" presId="urn:microsoft.com/office/officeart/2005/8/layout/lProcess3"/>
    <dgm:cxn modelId="{73330683-9087-47F0-BBFB-A34BE1327D9F}" type="presOf" srcId="{C1CA9648-5D55-4B51-A55D-7143975BC85E}" destId="{59939309-6A2D-43D6-AD2B-BB61939ECE8C}" srcOrd="0" destOrd="0" presId="urn:microsoft.com/office/officeart/2005/8/layout/lProcess3"/>
    <dgm:cxn modelId="{D23095A7-843B-444B-84FB-E725B61A5951}" srcId="{5710B164-2671-4A78-9A9E-0183C0490CC6}" destId="{61757A1B-0A8D-410B-AD89-59624A22F6B5}" srcOrd="0" destOrd="0" parTransId="{D60F80B6-3DBA-41EB-A988-83F22D1AC763}" sibTransId="{8B1D3D40-D158-4CDB-B02B-5D0E79B9BAC5}"/>
    <dgm:cxn modelId="{1D7584B6-8911-4422-BFEF-65F62E03732F}" type="presOf" srcId="{5710B164-2671-4A78-9A9E-0183C0490CC6}" destId="{81AA5352-1F14-4A21-827B-D8B3251C2F01}" srcOrd="0" destOrd="0" presId="urn:microsoft.com/office/officeart/2005/8/layout/lProcess3"/>
    <dgm:cxn modelId="{BD150ECB-052A-49C1-A6A0-125F939E9F3B}" srcId="{81617F2D-F2D2-4645-91C2-3B5BA2E54340}" destId="{C1CA9648-5D55-4B51-A55D-7143975BC85E}" srcOrd="0" destOrd="0" parTransId="{5FFB9259-7444-4CED-B8E5-A54497FC2F59}" sibTransId="{5BA12C38-FE8D-40D4-AAAC-A6071AABA054}"/>
    <dgm:cxn modelId="{53D447D9-E50E-4EF9-951E-3531F09644FE}" srcId="{5710B164-2671-4A78-9A9E-0183C0490CC6}" destId="{81617F2D-F2D2-4645-91C2-3B5BA2E54340}" srcOrd="2" destOrd="0" parTransId="{5F5B7AA7-7935-4DDF-9059-9BC051C24154}" sibTransId="{D0BAF8BE-08A6-4A84-8216-3E43A8F8C028}"/>
    <dgm:cxn modelId="{224E65E8-F095-4B8A-A962-2FA7FE2F69CB}" srcId="{5710B164-2671-4A78-9A9E-0183C0490CC6}" destId="{987B8E61-4B9A-4A66-B259-7FBCFF0111C6}" srcOrd="1" destOrd="0" parTransId="{B5882987-A76E-46C5-B567-6EAFDD17E58C}" sibTransId="{55574C32-3081-4138-8ED7-020F70F65B8E}"/>
    <dgm:cxn modelId="{C6F614F9-D02A-465F-96CF-3AE54006A802}" srcId="{81617F2D-F2D2-4645-91C2-3B5BA2E54340}" destId="{89738FC5-D38A-4F48-86D8-CD6E5AD72BF2}" srcOrd="1" destOrd="0" parTransId="{14D9F956-3A6B-4F35-B815-A82E34C9B291}" sibTransId="{0B28C884-1D82-49C4-8821-55809940023C}"/>
    <dgm:cxn modelId="{C43BC96B-3C8F-454C-AFEA-E79F20229347}" type="presParOf" srcId="{81AA5352-1F14-4A21-827B-D8B3251C2F01}" destId="{9779A946-3B97-45ED-ABB1-CD6C9AD39992}" srcOrd="0" destOrd="0" presId="urn:microsoft.com/office/officeart/2005/8/layout/lProcess3"/>
    <dgm:cxn modelId="{27506A77-76B8-4E52-BBDF-893A26DA1F8E}" type="presParOf" srcId="{9779A946-3B97-45ED-ABB1-CD6C9AD39992}" destId="{5356B37C-DBD2-4A12-9A7C-54B19BD39FAB}" srcOrd="0" destOrd="0" presId="urn:microsoft.com/office/officeart/2005/8/layout/lProcess3"/>
    <dgm:cxn modelId="{72AE7447-AD0A-403E-BF56-A561F1046478}" type="presParOf" srcId="{9779A946-3B97-45ED-ABB1-CD6C9AD39992}" destId="{7981B3B7-0CF1-4675-9A37-FEB34CE83353}" srcOrd="1" destOrd="0" presId="urn:microsoft.com/office/officeart/2005/8/layout/lProcess3"/>
    <dgm:cxn modelId="{04DB66C1-4052-4D38-A5AE-7F2A05CF1807}" type="presParOf" srcId="{9779A946-3B97-45ED-ABB1-CD6C9AD39992}" destId="{E6DFB628-57BD-44E8-B6D5-FDCDDDF9D826}" srcOrd="2" destOrd="0" presId="urn:microsoft.com/office/officeart/2005/8/layout/lProcess3"/>
    <dgm:cxn modelId="{1F643851-938D-4C5B-B5DF-330974DA5F93}" type="presParOf" srcId="{81AA5352-1F14-4A21-827B-D8B3251C2F01}" destId="{9FAF4796-C11B-4E81-A4DA-9CC7197E5DAF}" srcOrd="1" destOrd="0" presId="urn:microsoft.com/office/officeart/2005/8/layout/lProcess3"/>
    <dgm:cxn modelId="{49FB06AC-748F-4B27-9DF0-DF9CE39F3ACD}" type="presParOf" srcId="{81AA5352-1F14-4A21-827B-D8B3251C2F01}" destId="{6DA33E76-E927-415D-A345-F613F5DC173A}" srcOrd="2" destOrd="0" presId="urn:microsoft.com/office/officeart/2005/8/layout/lProcess3"/>
    <dgm:cxn modelId="{6B81E64A-F331-46F0-B950-10AA70FCB2AD}" type="presParOf" srcId="{6DA33E76-E927-415D-A345-F613F5DC173A}" destId="{9857AB63-0972-436B-89D2-171545CC1037}" srcOrd="0" destOrd="0" presId="urn:microsoft.com/office/officeart/2005/8/layout/lProcess3"/>
    <dgm:cxn modelId="{7E1642A5-5C0A-4590-B85E-7A10BEDF70E1}" type="presParOf" srcId="{6DA33E76-E927-415D-A345-F613F5DC173A}" destId="{E262B045-66D6-4928-BFDE-C73BA7F275B2}" srcOrd="1" destOrd="0" presId="urn:microsoft.com/office/officeart/2005/8/layout/lProcess3"/>
    <dgm:cxn modelId="{2E36B426-B684-4351-8AF8-DA7BCF74A4FE}" type="presParOf" srcId="{6DA33E76-E927-415D-A345-F613F5DC173A}" destId="{2BA2CBBA-6BB4-4C69-BCB8-9B6855660AD0}" srcOrd="2" destOrd="0" presId="urn:microsoft.com/office/officeart/2005/8/layout/lProcess3"/>
    <dgm:cxn modelId="{5D19C09B-6288-4412-8FED-20FC5B1FFE5A}" type="presParOf" srcId="{81AA5352-1F14-4A21-827B-D8B3251C2F01}" destId="{DBB677FC-729B-43AD-BD24-89BBC2C9649B}" srcOrd="3" destOrd="0" presId="urn:microsoft.com/office/officeart/2005/8/layout/lProcess3"/>
    <dgm:cxn modelId="{A8C4B5FB-9FF0-47BD-8356-07776FAECC2A}" type="presParOf" srcId="{81AA5352-1F14-4A21-827B-D8B3251C2F01}" destId="{8A4E12B8-F022-4691-A0FE-C3F639880D47}" srcOrd="4" destOrd="0" presId="urn:microsoft.com/office/officeart/2005/8/layout/lProcess3"/>
    <dgm:cxn modelId="{95C745C0-6236-4477-882A-CDBA318FFDF3}" type="presParOf" srcId="{8A4E12B8-F022-4691-A0FE-C3F639880D47}" destId="{D77CED93-1153-42E7-9CE8-A247F14DCD65}" srcOrd="0" destOrd="0" presId="urn:microsoft.com/office/officeart/2005/8/layout/lProcess3"/>
    <dgm:cxn modelId="{1FE132BC-B215-4144-81B1-1A31F0169FF3}" type="presParOf" srcId="{8A4E12B8-F022-4691-A0FE-C3F639880D47}" destId="{E916CE43-4A70-46D2-8B95-B220BFB99E1C}" srcOrd="1" destOrd="0" presId="urn:microsoft.com/office/officeart/2005/8/layout/lProcess3"/>
    <dgm:cxn modelId="{DC2EA4CE-73C8-4E18-80B7-031F6E309BBD}" type="presParOf" srcId="{8A4E12B8-F022-4691-A0FE-C3F639880D47}" destId="{59939309-6A2D-43D6-AD2B-BB61939ECE8C}" srcOrd="2" destOrd="0" presId="urn:microsoft.com/office/officeart/2005/8/layout/lProcess3"/>
    <dgm:cxn modelId="{DB4FA870-1243-40F9-8414-6F95BE760EB2}" type="presParOf" srcId="{8A4E12B8-F022-4691-A0FE-C3F639880D47}" destId="{219C8BC0-34FC-4DA4-ACE1-5007C48617C9}" srcOrd="3" destOrd="0" presId="urn:microsoft.com/office/officeart/2005/8/layout/lProcess3"/>
    <dgm:cxn modelId="{077B8C60-A832-4018-9D24-75DC356BB060}" type="presParOf" srcId="{8A4E12B8-F022-4691-A0FE-C3F639880D47}" destId="{00D85961-AD95-4054-8441-31E483A9BEEA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6B37C-DBD2-4A12-9A7C-54B19BD39FAB}">
      <dsp:nvSpPr>
        <dsp:cNvPr id="0" name=""/>
        <dsp:cNvSpPr/>
      </dsp:nvSpPr>
      <dsp:spPr>
        <a:xfrm>
          <a:off x="359937" y="1030"/>
          <a:ext cx="2770570" cy="1108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Was the settlement prior to 1/31/2021?</a:t>
          </a:r>
        </a:p>
      </dsp:txBody>
      <dsp:txXfrm>
        <a:off x="914051" y="1030"/>
        <a:ext cx="1662342" cy="1108228"/>
      </dsp:txXfrm>
    </dsp:sp>
    <dsp:sp modelId="{E6DFB628-57BD-44E8-B6D5-FDCDDDF9D826}">
      <dsp:nvSpPr>
        <dsp:cNvPr id="0" name=""/>
        <dsp:cNvSpPr/>
      </dsp:nvSpPr>
      <dsp:spPr>
        <a:xfrm>
          <a:off x="2770334" y="95229"/>
          <a:ext cx="2299573" cy="91982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If yes – PCA Rejection Request Needed</a:t>
          </a:r>
        </a:p>
      </dsp:txBody>
      <dsp:txXfrm>
        <a:off x="3230249" y="95229"/>
        <a:ext cx="1379744" cy="919829"/>
      </dsp:txXfrm>
    </dsp:sp>
    <dsp:sp modelId="{9857AB63-0972-436B-89D2-171545CC1037}">
      <dsp:nvSpPr>
        <dsp:cNvPr id="0" name=""/>
        <dsp:cNvSpPr/>
      </dsp:nvSpPr>
      <dsp:spPr>
        <a:xfrm>
          <a:off x="359937" y="1264410"/>
          <a:ext cx="2770570" cy="1108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Did payments go out to creditor?</a:t>
          </a:r>
        </a:p>
      </dsp:txBody>
      <dsp:txXfrm>
        <a:off x="914051" y="1264410"/>
        <a:ext cx="1662342" cy="1108228"/>
      </dsp:txXfrm>
    </dsp:sp>
    <dsp:sp modelId="{2BA2CBBA-6BB4-4C69-BCB8-9B6855660AD0}">
      <dsp:nvSpPr>
        <dsp:cNvPr id="0" name=""/>
        <dsp:cNvSpPr/>
      </dsp:nvSpPr>
      <dsp:spPr>
        <a:xfrm>
          <a:off x="2770334" y="1358610"/>
          <a:ext cx="2299573" cy="91982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If Yes – PCA Rejection Request Needed</a:t>
          </a:r>
        </a:p>
      </dsp:txBody>
      <dsp:txXfrm>
        <a:off x="3230249" y="1358610"/>
        <a:ext cx="1379744" cy="919829"/>
      </dsp:txXfrm>
    </dsp:sp>
    <dsp:sp modelId="{D77CED93-1153-42E7-9CE8-A247F14DCD65}">
      <dsp:nvSpPr>
        <dsp:cNvPr id="0" name=""/>
        <dsp:cNvSpPr/>
      </dsp:nvSpPr>
      <dsp:spPr>
        <a:xfrm>
          <a:off x="359937" y="2527791"/>
          <a:ext cx="2770570" cy="1108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What is the payment Authorization Reminder Status?</a:t>
          </a:r>
        </a:p>
      </dsp:txBody>
      <dsp:txXfrm>
        <a:off x="914051" y="2527791"/>
        <a:ext cx="1662342" cy="1108228"/>
      </dsp:txXfrm>
    </dsp:sp>
    <dsp:sp modelId="{59939309-6A2D-43D6-AD2B-BB61939ECE8C}">
      <dsp:nvSpPr>
        <dsp:cNvPr id="0" name=""/>
        <dsp:cNvSpPr/>
      </dsp:nvSpPr>
      <dsp:spPr>
        <a:xfrm>
          <a:off x="2770334" y="2621990"/>
          <a:ext cx="2299573" cy="91982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PCA Complete – PCA Rejection Request Needed</a:t>
          </a:r>
        </a:p>
      </dsp:txBody>
      <dsp:txXfrm>
        <a:off x="3230249" y="2621990"/>
        <a:ext cx="1379744" cy="919829"/>
      </dsp:txXfrm>
    </dsp:sp>
    <dsp:sp modelId="{00D85961-AD95-4054-8441-31E483A9BEEA}">
      <dsp:nvSpPr>
        <dsp:cNvPr id="0" name=""/>
        <dsp:cNvSpPr/>
      </dsp:nvSpPr>
      <dsp:spPr>
        <a:xfrm>
          <a:off x="4747967" y="2621990"/>
          <a:ext cx="2299573" cy="91982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Needs Auth – No request needed </a:t>
          </a:r>
        </a:p>
      </dsp:txBody>
      <dsp:txXfrm>
        <a:off x="5207882" y="2621990"/>
        <a:ext cx="1379744" cy="919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2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png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CAA3CC-3BCA-41F7-A49E-0E38B988B083}"/>
              </a:ext>
            </a:extLst>
          </p:cNvPr>
          <p:cNvCxnSpPr/>
          <p:nvPr/>
        </p:nvCxnSpPr>
        <p:spPr>
          <a:xfrm>
            <a:off x="6191075" y="3959604"/>
            <a:ext cx="690334" cy="604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2339E4-B838-4978-8F43-00AAFC320349}"/>
              </a:ext>
            </a:extLst>
          </p:cNvPr>
          <p:cNvCxnSpPr/>
          <p:nvPr/>
        </p:nvCxnSpPr>
        <p:spPr>
          <a:xfrm flipH="1">
            <a:off x="3028950" y="4035105"/>
            <a:ext cx="1224268" cy="52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PCA Rejection – is a request needed?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3C7B61E-2D38-4F2B-80B4-3D3AA5C543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592995"/>
              </p:ext>
            </p:extLst>
          </p:nvPr>
        </p:nvGraphicFramePr>
        <p:xfrm>
          <a:off x="738231" y="686140"/>
          <a:ext cx="7407479" cy="363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514913B-BF6B-4A1B-8174-C0A631B7E3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24" y="4631575"/>
            <a:ext cx="4407735" cy="1159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64C274-6F89-4E14-8CD6-15300863CC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7542" y="4653486"/>
            <a:ext cx="4407735" cy="113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2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45EB7D-E3D7-4D87-9B86-A631C865A4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C1D25B-C9D7-4A85-9CA8-F1FE7C31EA4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3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TotalTime>35402</TotalTime>
  <Words>60</Words>
  <Application>Microsoft Office PowerPoint</Application>
  <PresentationFormat>On-screen Show (4:3)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PCA Rejection – is a request needed?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lastModifiedBy>Christina Borrello</cp:lastModifiedBy>
  <cp:revision>519</cp:revision>
  <cp:lastPrinted>2020-12-17T16:31:33Z</cp:lastPrinted>
  <dcterms:created xsi:type="dcterms:W3CDTF">2020-07-08T17:20:15Z</dcterms:created>
  <dcterms:modified xsi:type="dcterms:W3CDTF">2026-02-12T20:21:29Z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</Properties>
</file>