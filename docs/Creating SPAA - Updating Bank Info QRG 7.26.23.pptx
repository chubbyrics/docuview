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1960" r:id="rId5"/>
    <p:sldId id="1964" r:id="rId6"/>
    <p:sldId id="1962" r:id="rId7"/>
    <p:sldId id="1963" r:id="rId8"/>
    <p:sldId id="1968" r:id="rId9"/>
    <p:sldId id="1965" r:id="rId10"/>
    <p:sldId id="1966" r:id="rId11"/>
    <p:sldId id="1967" r:id="rId12"/>
    <p:sldId id="19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F38F2D-7254-1525-64C9-66D5F56BFB34}" v="4" dt="2025-07-22T13:26:17.1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p:/r/sites/COACustomerService/Shared%20Documents/Customer%20Service/Creating%20Special%20Purpose%20Account%20Applications%20(SPAAs).pptx?d=w37830c8a535b4317a1c34cf6624ca28c&amp;csf=1&amp;web=1&amp;e=iWJWvM&amp;nav=eyJzSWQiOjE5NjMsImNJZCI6MjcyMjI4MDM1OH0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clearoneadvantage365.sharepoint.com/:p:/r/sites/COACustomerService/Shared%20Documents/Customer%20Service/Creating%20Special%20Purpose%20Account%20Applications%20(SPAAs).pptx?d=w37830c8a535b4317a1c34cf6624ca28c&amp;csf=1&amp;web=1&amp;e=iWJWvM&amp;nav=eyJzSWQiOjE5NjMsImNJZCI6MjcyMjI4MDM1OH0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CCD257-1924-48B4-ABE1-D2A8FF896A4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F4986-152B-4AC0-9052-D3D62F3AB1BC}">
      <dgm:prSet phldrT="[Text]" custT="1"/>
      <dgm:spPr/>
      <dgm:t>
        <a:bodyPr/>
        <a:lstStyle/>
        <a:p>
          <a:pPr rtl="0"/>
          <a:r>
            <a:rPr lang="en-US" sz="2800">
              <a:latin typeface="Calibri Light" panose="020F0302020204030204"/>
            </a:rPr>
            <a:t>Creating a SPAA for clients </a:t>
          </a:r>
          <a:endParaRPr lang="en-US" sz="2800"/>
        </a:p>
      </dgm:t>
    </dgm:pt>
    <dgm:pt modelId="{5820A6B7-3910-4586-9BCC-F48123A9B168}" type="parTrans" cxnId="{F6CAA96F-359E-4D9D-A7C3-2C88250BF544}">
      <dgm:prSet/>
      <dgm:spPr/>
      <dgm:t>
        <a:bodyPr/>
        <a:lstStyle/>
        <a:p>
          <a:endParaRPr lang="en-US"/>
        </a:p>
      </dgm:t>
    </dgm:pt>
    <dgm:pt modelId="{2A807A4D-A848-4E45-99C3-3CA74C1F6B76}" type="sibTrans" cxnId="{F6CAA96F-359E-4D9D-A7C3-2C88250BF544}">
      <dgm:prSet/>
      <dgm:spPr/>
      <dgm:t>
        <a:bodyPr/>
        <a:lstStyle/>
        <a:p>
          <a:endParaRPr lang="en-US"/>
        </a:p>
      </dgm:t>
    </dgm:pt>
    <dgm:pt modelId="{AE220DBB-A38A-4A15-9D8E-AAB9586704CD}">
      <dgm:prSet phldrT="[Text]" custT="1"/>
      <dgm:spPr/>
      <dgm:t>
        <a:bodyPr/>
        <a:lstStyle/>
        <a:p>
          <a:r>
            <a:rPr lang="en-US" sz="1200"/>
            <a:t>Open Client Files</a:t>
          </a:r>
        </a:p>
      </dgm:t>
    </dgm:pt>
    <dgm:pt modelId="{AB5688A6-38B9-4A91-B7D4-55120EEFEEE7}" type="parTrans" cxnId="{9D47D400-F0FD-4E0E-9415-0A0504B1A1AB}">
      <dgm:prSet/>
      <dgm:spPr/>
      <dgm:t>
        <a:bodyPr/>
        <a:lstStyle/>
        <a:p>
          <a:endParaRPr lang="en-US"/>
        </a:p>
      </dgm:t>
    </dgm:pt>
    <dgm:pt modelId="{490F1426-D8A8-459D-BB1B-3DA06DD61601}" type="sibTrans" cxnId="{9D47D400-F0FD-4E0E-9415-0A0504B1A1AB}">
      <dgm:prSet/>
      <dgm:spPr/>
      <dgm:t>
        <a:bodyPr/>
        <a:lstStyle/>
        <a:p>
          <a:endParaRPr lang="en-US"/>
        </a:p>
      </dgm:t>
    </dgm:pt>
    <dgm:pt modelId="{6FB625D1-404E-42CA-B98B-A1C3C599DB7D}">
      <dgm:prSet phldrT="[Text]" custT="1"/>
      <dgm:spPr/>
      <dgm:t>
        <a:bodyPr/>
        <a:lstStyle/>
        <a:p>
          <a:r>
            <a:rPr lang="en-US" sz="1200"/>
            <a:t>Click Create Template</a:t>
          </a:r>
        </a:p>
      </dgm:t>
    </dgm:pt>
    <dgm:pt modelId="{FFD77078-44AB-42A7-B167-B8A70A0DE826}" type="parTrans" cxnId="{6A27AE38-1116-479E-8CE1-FE42CC73D0A9}">
      <dgm:prSet/>
      <dgm:spPr/>
      <dgm:t>
        <a:bodyPr/>
        <a:lstStyle/>
        <a:p>
          <a:endParaRPr lang="en-US"/>
        </a:p>
      </dgm:t>
    </dgm:pt>
    <dgm:pt modelId="{6EEE6660-FB46-410E-A802-5826EEB0A73C}" type="sibTrans" cxnId="{6A27AE38-1116-479E-8CE1-FE42CC73D0A9}">
      <dgm:prSet/>
      <dgm:spPr/>
      <dgm:t>
        <a:bodyPr/>
        <a:lstStyle/>
        <a:p>
          <a:endParaRPr lang="en-US"/>
        </a:p>
      </dgm:t>
    </dgm:pt>
    <dgm:pt modelId="{4DB1232A-56A5-4240-946E-C477F19F809B}">
      <dgm:prSet phldrT="[Text]" custT="1"/>
      <dgm:spPr/>
      <dgm:t>
        <a:bodyPr/>
        <a:lstStyle/>
        <a:p>
          <a:r>
            <a:rPr lang="en-US" sz="1200"/>
            <a:t>Choose SPAA and click Create template</a:t>
          </a:r>
        </a:p>
      </dgm:t>
    </dgm:pt>
    <dgm:pt modelId="{56B83405-A267-4594-8EB4-94DCFD0D5957}" type="parTrans" cxnId="{A90F9DBF-D802-4CC2-A2EA-1C2FF970A151}">
      <dgm:prSet/>
      <dgm:spPr/>
      <dgm:t>
        <a:bodyPr/>
        <a:lstStyle/>
        <a:p>
          <a:endParaRPr lang="en-US"/>
        </a:p>
      </dgm:t>
    </dgm:pt>
    <dgm:pt modelId="{49304698-1F37-4D07-AF88-C45770D034D0}" type="sibTrans" cxnId="{A90F9DBF-D802-4CC2-A2EA-1C2FF970A151}">
      <dgm:prSet/>
      <dgm:spPr/>
      <dgm:t>
        <a:bodyPr/>
        <a:lstStyle/>
        <a:p>
          <a:endParaRPr lang="en-US"/>
        </a:p>
      </dgm:t>
    </dgm:pt>
    <dgm:pt modelId="{F7990068-AE41-41F1-99DE-9093F15DAC0F}">
      <dgm:prSet phldrT="[Text]" custT="1"/>
      <dgm:spPr/>
      <dgm:t>
        <a:bodyPr/>
        <a:lstStyle/>
        <a:p>
          <a:pPr rtl="0"/>
          <a:r>
            <a:rPr lang="en-US" sz="1200"/>
            <a:t>Verify and enter all applicable information (</a:t>
          </a:r>
          <a:r>
            <a:rPr lang="en-US" sz="1200" err="1"/>
            <a:t>ie</a:t>
          </a:r>
          <a:r>
            <a:rPr lang="en-US" sz="1200"/>
            <a:t>. Date of Debit on page 4 should be NEXT draft date, include authorized contact if there is a co-client)</a:t>
          </a:r>
          <a:r>
            <a:rPr lang="en-US" sz="1200">
              <a:latin typeface="Calibri Light" panose="020F0302020204030204"/>
            </a:rPr>
            <a:t> </a:t>
          </a:r>
          <a:endParaRPr lang="en-US" sz="1200"/>
        </a:p>
      </dgm:t>
    </dgm:pt>
    <dgm:pt modelId="{C3D43A52-FE84-4FD9-B7AD-2E120BD329F0}" type="parTrans" cxnId="{C78D5EB2-7DCC-4D37-93E4-8C753E99AD17}">
      <dgm:prSet/>
      <dgm:spPr/>
      <dgm:t>
        <a:bodyPr/>
        <a:lstStyle/>
        <a:p>
          <a:endParaRPr lang="en-US"/>
        </a:p>
      </dgm:t>
    </dgm:pt>
    <dgm:pt modelId="{3B86F096-532D-4814-BD73-598B38A71AB7}" type="sibTrans" cxnId="{C78D5EB2-7DCC-4D37-93E4-8C753E99AD17}">
      <dgm:prSet/>
      <dgm:spPr/>
      <dgm:t>
        <a:bodyPr/>
        <a:lstStyle/>
        <a:p>
          <a:endParaRPr lang="en-US"/>
        </a:p>
      </dgm:t>
    </dgm:pt>
    <dgm:pt modelId="{B631FEBB-8ABC-4D3A-9322-198C7BD7C771}">
      <dgm:prSet phldrT="[Text]" custT="1"/>
      <dgm:spPr/>
      <dgm:t>
        <a:bodyPr/>
        <a:lstStyle/>
        <a:p>
          <a:r>
            <a:rPr lang="en-US" sz="1200"/>
            <a:t>Select Print and save as a PDF</a:t>
          </a:r>
        </a:p>
      </dgm:t>
    </dgm:pt>
    <dgm:pt modelId="{2F6CD582-A795-46F9-AEAF-9DB716A7EA47}" type="parTrans" cxnId="{7F1835F5-A21F-4E39-907C-A26CD9C9E0F4}">
      <dgm:prSet/>
      <dgm:spPr/>
      <dgm:t>
        <a:bodyPr/>
        <a:lstStyle/>
        <a:p>
          <a:endParaRPr lang="en-US"/>
        </a:p>
      </dgm:t>
    </dgm:pt>
    <dgm:pt modelId="{19E37B44-33FF-4BD0-A186-AF78713A73A8}" type="sibTrans" cxnId="{7F1835F5-A21F-4E39-907C-A26CD9C9E0F4}">
      <dgm:prSet/>
      <dgm:spPr/>
      <dgm:t>
        <a:bodyPr/>
        <a:lstStyle/>
        <a:p>
          <a:endParaRPr lang="en-US"/>
        </a:p>
      </dgm:t>
    </dgm:pt>
    <dgm:pt modelId="{2BF999EB-FAEB-4E0C-B9DE-0190D05EFB49}">
      <dgm:prSet phldrT="[Text]" custT="1"/>
      <dgm:spPr/>
      <dgm:t>
        <a:bodyPr/>
        <a:lstStyle/>
        <a:p>
          <a:pPr rtl="0"/>
          <a:r>
            <a:rPr lang="en-US" sz="1200"/>
            <a:t>Send the form to the </a:t>
          </a:r>
          <a:r>
            <a:rPr lang="en-US" sz="1200">
              <a:latin typeface="Calibri Light" panose="020F0302020204030204"/>
            </a:rPr>
            <a:t>client via OneSpan</a:t>
          </a:r>
          <a:r>
            <a:rPr lang="en-US" sz="1200"/>
            <a:t> (best practice is to do this and get it returned while client is on the line.</a:t>
          </a:r>
        </a:p>
      </dgm:t>
    </dgm:pt>
    <dgm:pt modelId="{B0C6A451-F118-492A-8A1A-39EDAD47FD43}" type="parTrans" cxnId="{9AC74288-D2F8-44A2-BBD6-3923183BB516}">
      <dgm:prSet/>
      <dgm:spPr/>
      <dgm:t>
        <a:bodyPr/>
        <a:lstStyle/>
        <a:p>
          <a:endParaRPr lang="en-US"/>
        </a:p>
      </dgm:t>
    </dgm:pt>
    <dgm:pt modelId="{1CA0D54D-F943-4B82-A298-191D00FA9C9D}" type="sibTrans" cxnId="{9AC74288-D2F8-44A2-BBD6-3923183BB516}">
      <dgm:prSet/>
      <dgm:spPr/>
      <dgm:t>
        <a:bodyPr/>
        <a:lstStyle/>
        <a:p>
          <a:endParaRPr lang="en-US"/>
        </a:p>
      </dgm:t>
    </dgm:pt>
    <dgm:pt modelId="{69A08167-D47B-4F63-A8C1-A8EF9C769476}">
      <dgm:prSet phldrT="[Text]" custT="1"/>
      <dgm:spPr/>
      <dgm:t>
        <a:bodyPr/>
        <a:lstStyle/>
        <a:p>
          <a:r>
            <a:rPr lang="en-US" sz="1200"/>
            <a:t>Submit applicable request</a:t>
          </a:r>
        </a:p>
      </dgm:t>
    </dgm:pt>
    <dgm:pt modelId="{95E0FEC5-A1D1-4E25-8EAD-5BA32A6CACBB}" type="parTrans" cxnId="{F1211B92-6827-43C7-9D69-88B2CC6AF1A2}">
      <dgm:prSet/>
      <dgm:spPr/>
      <dgm:t>
        <a:bodyPr/>
        <a:lstStyle/>
        <a:p>
          <a:endParaRPr lang="en-US"/>
        </a:p>
      </dgm:t>
    </dgm:pt>
    <dgm:pt modelId="{5955E2D0-9705-4367-87E8-8D483E2173D7}" type="sibTrans" cxnId="{F1211B92-6827-43C7-9D69-88B2CC6AF1A2}">
      <dgm:prSet/>
      <dgm:spPr/>
      <dgm:t>
        <a:bodyPr/>
        <a:lstStyle/>
        <a:p>
          <a:endParaRPr lang="en-US"/>
        </a:p>
      </dgm:t>
    </dgm:pt>
    <dgm:pt modelId="{B4371FDC-22FB-4283-9F34-B7C5C725140A}">
      <dgm:prSet phldrT="[Text]" custT="1"/>
      <dgm:spPr/>
      <dgm:t>
        <a:bodyPr/>
        <a:lstStyle/>
        <a:p>
          <a:r>
            <a:rPr lang="en-US" sz="1100"/>
            <a:t>Info change if client is changing bank info</a:t>
          </a:r>
        </a:p>
      </dgm:t>
    </dgm:pt>
    <dgm:pt modelId="{23285C14-56E1-477F-8D7D-08014C3D8D1A}" type="parTrans" cxnId="{1A2A3262-6C07-4303-81DE-EC369A47B983}">
      <dgm:prSet/>
      <dgm:spPr/>
      <dgm:t>
        <a:bodyPr/>
        <a:lstStyle/>
        <a:p>
          <a:endParaRPr lang="en-US"/>
        </a:p>
      </dgm:t>
    </dgm:pt>
    <dgm:pt modelId="{F1E158FE-1D69-4166-9303-93A497269D88}" type="sibTrans" cxnId="{1A2A3262-6C07-4303-81DE-EC369A47B983}">
      <dgm:prSet/>
      <dgm:spPr/>
      <dgm:t>
        <a:bodyPr/>
        <a:lstStyle/>
        <a:p>
          <a:endParaRPr lang="en-US"/>
        </a:p>
      </dgm:t>
    </dgm:pt>
    <dgm:pt modelId="{18C0A934-AB5E-4B00-A67D-88A64F47CE1D}">
      <dgm:prSet phldrT="[Text]" custT="1"/>
      <dgm:spPr/>
      <dgm:t>
        <a:bodyPr/>
        <a:lstStyle/>
        <a:p>
          <a:r>
            <a:rPr lang="en-US" sz="1100"/>
            <a:t>Global validation if client is signing SPAA for validation purposes</a:t>
          </a:r>
        </a:p>
      </dgm:t>
    </dgm:pt>
    <dgm:pt modelId="{39255718-53E2-49A3-9C73-8FFAD989E635}" type="parTrans" cxnId="{62BCC792-941F-4459-AC67-4F9CD0263F7B}">
      <dgm:prSet/>
      <dgm:spPr/>
      <dgm:t>
        <a:bodyPr/>
        <a:lstStyle/>
        <a:p>
          <a:endParaRPr lang="en-US"/>
        </a:p>
      </dgm:t>
    </dgm:pt>
    <dgm:pt modelId="{E0A896A0-859A-4921-96B1-1884C3E2AE0E}" type="sibTrans" cxnId="{62BCC792-941F-4459-AC67-4F9CD0263F7B}">
      <dgm:prSet/>
      <dgm:spPr/>
      <dgm:t>
        <a:bodyPr/>
        <a:lstStyle/>
        <a:p>
          <a:endParaRPr lang="en-US"/>
        </a:p>
      </dgm:t>
    </dgm:pt>
    <dgm:pt modelId="{9F79FAB4-3771-46EB-8A50-4E0C252EF70C}">
      <dgm:prSet phldrT="[Text]" custT="1"/>
      <dgm:spPr/>
      <dgm:t>
        <a:bodyPr/>
        <a:lstStyle/>
        <a:p>
          <a:pPr rtl="0"/>
          <a:r>
            <a:rPr lang="en-US" sz="1200"/>
            <a:t>Upload form to Request Files</a:t>
          </a:r>
          <a:r>
            <a:rPr lang="en-US" sz="1200">
              <a:latin typeface="Calibri Light" panose="020F0302020204030204"/>
            </a:rPr>
            <a:t> and Crush FTP as a PDG file</a:t>
          </a:r>
          <a:endParaRPr lang="en-US" sz="1200"/>
        </a:p>
      </dgm:t>
    </dgm:pt>
    <dgm:pt modelId="{3ED4A146-D14B-4FC0-A031-0D9C93F89F6F}" type="parTrans" cxnId="{1ABF2FD6-795D-4802-AC52-81F23631A080}">
      <dgm:prSet/>
      <dgm:spPr/>
      <dgm:t>
        <a:bodyPr/>
        <a:lstStyle/>
        <a:p>
          <a:endParaRPr lang="en-US"/>
        </a:p>
      </dgm:t>
    </dgm:pt>
    <dgm:pt modelId="{2C0B2F9F-6144-4E00-B2F6-439D12E5F8E8}" type="sibTrans" cxnId="{1ABF2FD6-795D-4802-AC52-81F23631A080}">
      <dgm:prSet/>
      <dgm:spPr/>
      <dgm:t>
        <a:bodyPr/>
        <a:lstStyle/>
        <a:p>
          <a:endParaRPr lang="en-US"/>
        </a:p>
      </dgm:t>
    </dgm:pt>
    <dgm:pt modelId="{BF923A26-8E8F-43A8-A41D-ADD60CC38178}" type="pres">
      <dgm:prSet presAssocID="{73CCD257-1924-48B4-ABE1-D2A8FF896A4B}" presName="theList" presStyleCnt="0">
        <dgm:presLayoutVars>
          <dgm:dir/>
          <dgm:animLvl val="lvl"/>
          <dgm:resizeHandles val="exact"/>
        </dgm:presLayoutVars>
      </dgm:prSet>
      <dgm:spPr/>
    </dgm:pt>
    <dgm:pt modelId="{14AEBAF8-C59A-46A9-9956-1C5F69B8136C}" type="pres">
      <dgm:prSet presAssocID="{93BF4986-152B-4AC0-9052-D3D62F3AB1BC}" presName="compNode" presStyleCnt="0"/>
      <dgm:spPr/>
    </dgm:pt>
    <dgm:pt modelId="{203A2E6F-BD29-4B1B-A3E3-D0A124A1C6FA}" type="pres">
      <dgm:prSet presAssocID="{93BF4986-152B-4AC0-9052-D3D62F3AB1BC}" presName="aNode" presStyleLbl="bgShp" presStyleIdx="0" presStyleCnt="1" custLinFactNeighborX="757" custLinFactNeighborY="-9651"/>
      <dgm:spPr/>
    </dgm:pt>
    <dgm:pt modelId="{15BF0CC6-A829-49A4-824F-AA6F80FA7693}" type="pres">
      <dgm:prSet presAssocID="{93BF4986-152B-4AC0-9052-D3D62F3AB1BC}" presName="textNode" presStyleLbl="bgShp" presStyleIdx="0" presStyleCnt="1"/>
      <dgm:spPr/>
    </dgm:pt>
    <dgm:pt modelId="{7E7031CC-B796-44F2-BCBB-96B7B6315485}" type="pres">
      <dgm:prSet presAssocID="{93BF4986-152B-4AC0-9052-D3D62F3AB1BC}" presName="compChildNode" presStyleCnt="0"/>
      <dgm:spPr/>
    </dgm:pt>
    <dgm:pt modelId="{A3705875-0018-4A8A-B171-8A6E7C8FCD7D}" type="pres">
      <dgm:prSet presAssocID="{93BF4986-152B-4AC0-9052-D3D62F3AB1BC}" presName="theInnerList" presStyleCnt="0"/>
      <dgm:spPr/>
    </dgm:pt>
    <dgm:pt modelId="{9DFE0809-440B-4544-9FEB-93358C692BF1}" type="pres">
      <dgm:prSet presAssocID="{AE220DBB-A38A-4A15-9D8E-AAB9586704CD}" presName="childNode" presStyleLbl="node1" presStyleIdx="0" presStyleCnt="8" custLinFactY="-100000" custLinFactNeighborX="-61" custLinFactNeighborY="-170724">
        <dgm:presLayoutVars>
          <dgm:bulletEnabled val="1"/>
        </dgm:presLayoutVars>
      </dgm:prSet>
      <dgm:spPr/>
    </dgm:pt>
    <dgm:pt modelId="{59971167-1CB4-49CC-B720-00FE6F1F2365}" type="pres">
      <dgm:prSet presAssocID="{AE220DBB-A38A-4A15-9D8E-AAB9586704CD}" presName="aSpace2" presStyleCnt="0"/>
      <dgm:spPr/>
    </dgm:pt>
    <dgm:pt modelId="{4EA6DD11-4872-4CA4-A1CF-7283F88E5223}" type="pres">
      <dgm:prSet presAssocID="{6FB625D1-404E-42CA-B98B-A1C3C599DB7D}" presName="childNode" presStyleLbl="node1" presStyleIdx="1" presStyleCnt="8" custLinFactY="-100000" custLinFactNeighborX="-61" custLinFactNeighborY="-198545">
        <dgm:presLayoutVars>
          <dgm:bulletEnabled val="1"/>
        </dgm:presLayoutVars>
      </dgm:prSet>
      <dgm:spPr/>
    </dgm:pt>
    <dgm:pt modelId="{698886A2-0B93-4CE6-B506-86697D129066}" type="pres">
      <dgm:prSet presAssocID="{6FB625D1-404E-42CA-B98B-A1C3C599DB7D}" presName="aSpace2" presStyleCnt="0"/>
      <dgm:spPr/>
    </dgm:pt>
    <dgm:pt modelId="{64B5DC33-D49F-45F0-8F7D-3F8F5355B4EF}" type="pres">
      <dgm:prSet presAssocID="{4DB1232A-56A5-4240-946E-C477F19F809B}" presName="childNode" presStyleLbl="node1" presStyleIdx="2" presStyleCnt="8" custLinFactY="-103753" custLinFactNeighborX="-61" custLinFactNeighborY="-200000">
        <dgm:presLayoutVars>
          <dgm:bulletEnabled val="1"/>
        </dgm:presLayoutVars>
      </dgm:prSet>
      <dgm:spPr/>
    </dgm:pt>
    <dgm:pt modelId="{BE57B0EE-7DAC-4FB5-8943-5CA374164DC5}" type="pres">
      <dgm:prSet presAssocID="{4DB1232A-56A5-4240-946E-C477F19F809B}" presName="aSpace2" presStyleCnt="0"/>
      <dgm:spPr/>
    </dgm:pt>
    <dgm:pt modelId="{68F0488C-9B9F-47D2-9CF2-86BA0E7CB11D}" type="pres">
      <dgm:prSet presAssocID="{F7990068-AE41-41F1-99DE-9093F15DAC0F}" presName="childNode" presStyleLbl="node1" presStyleIdx="3" presStyleCnt="8" custLinFactY="-108438" custLinFactNeighborX="-61" custLinFactNeighborY="-200000">
        <dgm:presLayoutVars>
          <dgm:bulletEnabled val="1"/>
        </dgm:presLayoutVars>
      </dgm:prSet>
      <dgm:spPr/>
    </dgm:pt>
    <dgm:pt modelId="{992F6813-C0BE-4AF0-AE42-8EB302EF5EAD}" type="pres">
      <dgm:prSet presAssocID="{F7990068-AE41-41F1-99DE-9093F15DAC0F}" presName="aSpace2" presStyleCnt="0"/>
      <dgm:spPr/>
    </dgm:pt>
    <dgm:pt modelId="{E32EF0A4-FB3C-44B3-BB34-7378B058001D}" type="pres">
      <dgm:prSet presAssocID="{B631FEBB-8ABC-4D3A-9322-198C7BD7C771}" presName="childNode" presStyleLbl="node1" presStyleIdx="4" presStyleCnt="8" custLinFactY="-108337" custLinFactNeighborX="-61" custLinFactNeighborY="-200000">
        <dgm:presLayoutVars>
          <dgm:bulletEnabled val="1"/>
        </dgm:presLayoutVars>
      </dgm:prSet>
      <dgm:spPr/>
    </dgm:pt>
    <dgm:pt modelId="{86709787-3B21-454D-B24B-E2325D3D98E2}" type="pres">
      <dgm:prSet presAssocID="{B631FEBB-8ABC-4D3A-9322-198C7BD7C771}" presName="aSpace2" presStyleCnt="0"/>
      <dgm:spPr/>
    </dgm:pt>
    <dgm:pt modelId="{7FAD7FAC-7037-4B01-86B5-74BEA491F52F}" type="pres">
      <dgm:prSet presAssocID="{2BF999EB-FAEB-4E0C-B9DE-0190D05EFB49}" presName="childNode" presStyleLbl="node1" presStyleIdx="5" presStyleCnt="8" custLinFactY="-106196" custLinFactNeighborX="-61" custLinFactNeighborY="-200000">
        <dgm:presLayoutVars>
          <dgm:bulletEnabled val="1"/>
        </dgm:presLayoutVars>
      </dgm:prSet>
      <dgm:spPr/>
    </dgm:pt>
    <dgm:pt modelId="{A752C8A9-71D9-41BB-82CC-04C2C41EE053}" type="pres">
      <dgm:prSet presAssocID="{2BF999EB-FAEB-4E0C-B9DE-0190D05EFB49}" presName="aSpace2" presStyleCnt="0"/>
      <dgm:spPr/>
    </dgm:pt>
    <dgm:pt modelId="{1BD0792E-FA60-49F7-ABB5-B71F672B0481}" type="pres">
      <dgm:prSet presAssocID="{69A08167-D47B-4F63-A8C1-A8EF9C769476}" presName="childNode" presStyleLbl="node1" presStyleIdx="6" presStyleCnt="8" custScaleY="186063" custLinFactY="-105106" custLinFactNeighborX="-61" custLinFactNeighborY="-200000">
        <dgm:presLayoutVars>
          <dgm:bulletEnabled val="1"/>
        </dgm:presLayoutVars>
      </dgm:prSet>
      <dgm:spPr/>
    </dgm:pt>
    <dgm:pt modelId="{0CFCF65B-A4CC-406E-9EEC-C8A5CD9523B0}" type="pres">
      <dgm:prSet presAssocID="{69A08167-D47B-4F63-A8C1-A8EF9C769476}" presName="aSpace2" presStyleCnt="0"/>
      <dgm:spPr/>
    </dgm:pt>
    <dgm:pt modelId="{F2EC71B0-976F-40D1-9D65-2295CF9DED0A}" type="pres">
      <dgm:prSet presAssocID="{9F79FAB4-3771-46EB-8A50-4E0C252EF70C}" presName="childNode" presStyleLbl="node1" presStyleIdx="7" presStyleCnt="8" custLinFactY="-100000" custLinFactNeighborX="-61" custLinFactNeighborY="-187505">
        <dgm:presLayoutVars>
          <dgm:bulletEnabled val="1"/>
        </dgm:presLayoutVars>
      </dgm:prSet>
      <dgm:spPr/>
    </dgm:pt>
  </dgm:ptLst>
  <dgm:cxnLst>
    <dgm:cxn modelId="{9D47D400-F0FD-4E0E-9415-0A0504B1A1AB}" srcId="{93BF4986-152B-4AC0-9052-D3D62F3AB1BC}" destId="{AE220DBB-A38A-4A15-9D8E-AAB9586704CD}" srcOrd="0" destOrd="0" parTransId="{AB5688A6-38B9-4A91-B7D4-55120EEFEEE7}" sibTransId="{490F1426-D8A8-459D-BB1B-3DA06DD61601}"/>
    <dgm:cxn modelId="{F0BCB71A-03C3-4604-B0C9-3A821A2DA5DD}" type="presOf" srcId="{AE220DBB-A38A-4A15-9D8E-AAB9586704CD}" destId="{9DFE0809-440B-4544-9FEB-93358C692BF1}" srcOrd="0" destOrd="0" presId="urn:microsoft.com/office/officeart/2005/8/layout/lProcess2"/>
    <dgm:cxn modelId="{79643133-9523-4E18-A59E-4BA80F218EBB}" type="presOf" srcId="{69A08167-D47B-4F63-A8C1-A8EF9C769476}" destId="{1BD0792E-FA60-49F7-ABB5-B71F672B0481}" srcOrd="0" destOrd="0" presId="urn:microsoft.com/office/officeart/2005/8/layout/lProcess2"/>
    <dgm:cxn modelId="{9661F236-5151-4B73-810F-40400780B85D}" type="presOf" srcId="{B631FEBB-8ABC-4D3A-9322-198C7BD7C771}" destId="{E32EF0A4-FB3C-44B3-BB34-7378B058001D}" srcOrd="0" destOrd="0" presId="urn:microsoft.com/office/officeart/2005/8/layout/lProcess2"/>
    <dgm:cxn modelId="{6A27AE38-1116-479E-8CE1-FE42CC73D0A9}" srcId="{93BF4986-152B-4AC0-9052-D3D62F3AB1BC}" destId="{6FB625D1-404E-42CA-B98B-A1C3C599DB7D}" srcOrd="1" destOrd="0" parTransId="{FFD77078-44AB-42A7-B167-B8A70A0DE826}" sibTransId="{6EEE6660-FB46-410E-A802-5826EEB0A73C}"/>
    <dgm:cxn modelId="{E9F3035C-A7D4-4E4D-9CC5-C625854DE6A2}" type="presOf" srcId="{B4371FDC-22FB-4283-9F34-B7C5C725140A}" destId="{1BD0792E-FA60-49F7-ABB5-B71F672B0481}" srcOrd="0" destOrd="1" presId="urn:microsoft.com/office/officeart/2005/8/layout/lProcess2"/>
    <dgm:cxn modelId="{1A2A3262-6C07-4303-81DE-EC369A47B983}" srcId="{69A08167-D47B-4F63-A8C1-A8EF9C769476}" destId="{B4371FDC-22FB-4283-9F34-B7C5C725140A}" srcOrd="0" destOrd="0" parTransId="{23285C14-56E1-477F-8D7D-08014C3D8D1A}" sibTransId="{F1E158FE-1D69-4166-9303-93A497269D88}"/>
    <dgm:cxn modelId="{F6CAA96F-359E-4D9D-A7C3-2C88250BF544}" srcId="{73CCD257-1924-48B4-ABE1-D2A8FF896A4B}" destId="{93BF4986-152B-4AC0-9052-D3D62F3AB1BC}" srcOrd="0" destOrd="0" parTransId="{5820A6B7-3910-4586-9BCC-F48123A9B168}" sibTransId="{2A807A4D-A848-4E45-99C3-3CA74C1F6B76}"/>
    <dgm:cxn modelId="{9AC74288-D2F8-44A2-BBD6-3923183BB516}" srcId="{93BF4986-152B-4AC0-9052-D3D62F3AB1BC}" destId="{2BF999EB-FAEB-4E0C-B9DE-0190D05EFB49}" srcOrd="5" destOrd="0" parTransId="{B0C6A451-F118-492A-8A1A-39EDAD47FD43}" sibTransId="{1CA0D54D-F943-4B82-A298-191D00FA9C9D}"/>
    <dgm:cxn modelId="{2BB7F08A-02FD-4EA7-85DE-A938E03957D6}" type="presOf" srcId="{73CCD257-1924-48B4-ABE1-D2A8FF896A4B}" destId="{BF923A26-8E8F-43A8-A41D-ADD60CC38178}" srcOrd="0" destOrd="0" presId="urn:microsoft.com/office/officeart/2005/8/layout/lProcess2"/>
    <dgm:cxn modelId="{F1211B92-6827-43C7-9D69-88B2CC6AF1A2}" srcId="{93BF4986-152B-4AC0-9052-D3D62F3AB1BC}" destId="{69A08167-D47B-4F63-A8C1-A8EF9C769476}" srcOrd="6" destOrd="0" parTransId="{95E0FEC5-A1D1-4E25-8EAD-5BA32A6CACBB}" sibTransId="{5955E2D0-9705-4367-87E8-8D483E2173D7}"/>
    <dgm:cxn modelId="{62BCC792-941F-4459-AC67-4F9CD0263F7B}" srcId="{69A08167-D47B-4F63-A8C1-A8EF9C769476}" destId="{18C0A934-AB5E-4B00-A67D-88A64F47CE1D}" srcOrd="1" destOrd="0" parTransId="{39255718-53E2-49A3-9C73-8FFAD989E635}" sibTransId="{E0A896A0-859A-4921-96B1-1884C3E2AE0E}"/>
    <dgm:cxn modelId="{2C68A498-EF9B-4F0B-8F89-00802CF15E93}" type="presOf" srcId="{2BF999EB-FAEB-4E0C-B9DE-0190D05EFB49}" destId="{7FAD7FAC-7037-4B01-86B5-74BEA491F52F}" srcOrd="0" destOrd="0" presId="urn:microsoft.com/office/officeart/2005/8/layout/lProcess2"/>
    <dgm:cxn modelId="{C78D5EB2-7DCC-4D37-93E4-8C753E99AD17}" srcId="{93BF4986-152B-4AC0-9052-D3D62F3AB1BC}" destId="{F7990068-AE41-41F1-99DE-9093F15DAC0F}" srcOrd="3" destOrd="0" parTransId="{C3D43A52-FE84-4FD9-B7AD-2E120BD329F0}" sibTransId="{3B86F096-532D-4814-BD73-598B38A71AB7}"/>
    <dgm:cxn modelId="{A90F9DBF-D802-4CC2-A2EA-1C2FF970A151}" srcId="{93BF4986-152B-4AC0-9052-D3D62F3AB1BC}" destId="{4DB1232A-56A5-4240-946E-C477F19F809B}" srcOrd="2" destOrd="0" parTransId="{56B83405-A267-4594-8EB4-94DCFD0D5957}" sibTransId="{49304698-1F37-4D07-AF88-C45770D034D0}"/>
    <dgm:cxn modelId="{148566C5-281B-4D42-AD27-E447AA389B5E}" type="presOf" srcId="{93BF4986-152B-4AC0-9052-D3D62F3AB1BC}" destId="{203A2E6F-BD29-4B1B-A3E3-D0A124A1C6FA}" srcOrd="0" destOrd="0" presId="urn:microsoft.com/office/officeart/2005/8/layout/lProcess2"/>
    <dgm:cxn modelId="{59936FCA-ADBE-4577-9A63-96531005707E}" type="presOf" srcId="{9F79FAB4-3771-46EB-8A50-4E0C252EF70C}" destId="{F2EC71B0-976F-40D1-9D65-2295CF9DED0A}" srcOrd="0" destOrd="0" presId="urn:microsoft.com/office/officeart/2005/8/layout/lProcess2"/>
    <dgm:cxn modelId="{1ABF2FD6-795D-4802-AC52-81F23631A080}" srcId="{93BF4986-152B-4AC0-9052-D3D62F3AB1BC}" destId="{9F79FAB4-3771-46EB-8A50-4E0C252EF70C}" srcOrd="7" destOrd="0" parTransId="{3ED4A146-D14B-4FC0-A031-0D9C93F89F6F}" sibTransId="{2C0B2F9F-6144-4E00-B2F6-439D12E5F8E8}"/>
    <dgm:cxn modelId="{7581D0DA-7159-4977-8167-070B39EF33EF}" type="presOf" srcId="{18C0A934-AB5E-4B00-A67D-88A64F47CE1D}" destId="{1BD0792E-FA60-49F7-ABB5-B71F672B0481}" srcOrd="0" destOrd="2" presId="urn:microsoft.com/office/officeart/2005/8/layout/lProcess2"/>
    <dgm:cxn modelId="{B6E2ABE3-F8FA-4BB3-B4F5-F5686BE786BE}" type="presOf" srcId="{4DB1232A-56A5-4240-946E-C477F19F809B}" destId="{64B5DC33-D49F-45F0-8F7D-3F8F5355B4EF}" srcOrd="0" destOrd="0" presId="urn:microsoft.com/office/officeart/2005/8/layout/lProcess2"/>
    <dgm:cxn modelId="{81EA0FE6-C5D7-4385-BD82-6788EEFCFC0E}" type="presOf" srcId="{6FB625D1-404E-42CA-B98B-A1C3C599DB7D}" destId="{4EA6DD11-4872-4CA4-A1CF-7283F88E5223}" srcOrd="0" destOrd="0" presId="urn:microsoft.com/office/officeart/2005/8/layout/lProcess2"/>
    <dgm:cxn modelId="{B8077FEE-FE85-49A4-A1AC-1F3858C3CC8B}" type="presOf" srcId="{F7990068-AE41-41F1-99DE-9093F15DAC0F}" destId="{68F0488C-9B9F-47D2-9CF2-86BA0E7CB11D}" srcOrd="0" destOrd="0" presId="urn:microsoft.com/office/officeart/2005/8/layout/lProcess2"/>
    <dgm:cxn modelId="{7F1835F5-A21F-4E39-907C-A26CD9C9E0F4}" srcId="{93BF4986-152B-4AC0-9052-D3D62F3AB1BC}" destId="{B631FEBB-8ABC-4D3A-9322-198C7BD7C771}" srcOrd="4" destOrd="0" parTransId="{2F6CD582-A795-46F9-AEAF-9DB716A7EA47}" sibTransId="{19E37B44-33FF-4BD0-A186-AF78713A73A8}"/>
    <dgm:cxn modelId="{B6A88CF5-985F-47A6-996A-4AD2ABA249D5}" type="presOf" srcId="{93BF4986-152B-4AC0-9052-D3D62F3AB1BC}" destId="{15BF0CC6-A829-49A4-824F-AA6F80FA7693}" srcOrd="1" destOrd="0" presId="urn:microsoft.com/office/officeart/2005/8/layout/lProcess2"/>
    <dgm:cxn modelId="{1A634027-ABD8-4727-AC7A-0FBB9E8F11BB}" type="presParOf" srcId="{BF923A26-8E8F-43A8-A41D-ADD60CC38178}" destId="{14AEBAF8-C59A-46A9-9956-1C5F69B8136C}" srcOrd="0" destOrd="0" presId="urn:microsoft.com/office/officeart/2005/8/layout/lProcess2"/>
    <dgm:cxn modelId="{B5E0CBA7-AC4B-4BF8-A2DC-A0B02FC74B20}" type="presParOf" srcId="{14AEBAF8-C59A-46A9-9956-1C5F69B8136C}" destId="{203A2E6F-BD29-4B1B-A3E3-D0A124A1C6FA}" srcOrd="0" destOrd="0" presId="urn:microsoft.com/office/officeart/2005/8/layout/lProcess2"/>
    <dgm:cxn modelId="{03438055-3959-462D-8221-5B0499A43ADD}" type="presParOf" srcId="{14AEBAF8-C59A-46A9-9956-1C5F69B8136C}" destId="{15BF0CC6-A829-49A4-824F-AA6F80FA7693}" srcOrd="1" destOrd="0" presId="urn:microsoft.com/office/officeart/2005/8/layout/lProcess2"/>
    <dgm:cxn modelId="{5BADCF1F-C282-4499-9366-51796CE32C09}" type="presParOf" srcId="{14AEBAF8-C59A-46A9-9956-1C5F69B8136C}" destId="{7E7031CC-B796-44F2-BCBB-96B7B6315485}" srcOrd="2" destOrd="0" presId="urn:microsoft.com/office/officeart/2005/8/layout/lProcess2"/>
    <dgm:cxn modelId="{D6F4C64C-B2C2-42C8-8084-0CDF21756519}" type="presParOf" srcId="{7E7031CC-B796-44F2-BCBB-96B7B6315485}" destId="{A3705875-0018-4A8A-B171-8A6E7C8FCD7D}" srcOrd="0" destOrd="0" presId="urn:microsoft.com/office/officeart/2005/8/layout/lProcess2"/>
    <dgm:cxn modelId="{BEF1A77B-9A75-429D-B646-CC74D91D24BD}" type="presParOf" srcId="{A3705875-0018-4A8A-B171-8A6E7C8FCD7D}" destId="{9DFE0809-440B-4544-9FEB-93358C692BF1}" srcOrd="0" destOrd="0" presId="urn:microsoft.com/office/officeart/2005/8/layout/lProcess2"/>
    <dgm:cxn modelId="{9354DFE7-8DE8-42DE-8A0C-BB047528824A}" type="presParOf" srcId="{A3705875-0018-4A8A-B171-8A6E7C8FCD7D}" destId="{59971167-1CB4-49CC-B720-00FE6F1F2365}" srcOrd="1" destOrd="0" presId="urn:microsoft.com/office/officeart/2005/8/layout/lProcess2"/>
    <dgm:cxn modelId="{2818E97C-AF69-4EB1-80BD-15AF33BA86D8}" type="presParOf" srcId="{A3705875-0018-4A8A-B171-8A6E7C8FCD7D}" destId="{4EA6DD11-4872-4CA4-A1CF-7283F88E5223}" srcOrd="2" destOrd="0" presId="urn:microsoft.com/office/officeart/2005/8/layout/lProcess2"/>
    <dgm:cxn modelId="{E4A2E7ED-4F95-4151-97D9-950E52D25750}" type="presParOf" srcId="{A3705875-0018-4A8A-B171-8A6E7C8FCD7D}" destId="{698886A2-0B93-4CE6-B506-86697D129066}" srcOrd="3" destOrd="0" presId="urn:microsoft.com/office/officeart/2005/8/layout/lProcess2"/>
    <dgm:cxn modelId="{24BC4913-D411-4DDF-937A-5E3113E7D63C}" type="presParOf" srcId="{A3705875-0018-4A8A-B171-8A6E7C8FCD7D}" destId="{64B5DC33-D49F-45F0-8F7D-3F8F5355B4EF}" srcOrd="4" destOrd="0" presId="urn:microsoft.com/office/officeart/2005/8/layout/lProcess2"/>
    <dgm:cxn modelId="{100DFA93-865A-40C2-81E3-B5AFFF868CA7}" type="presParOf" srcId="{A3705875-0018-4A8A-B171-8A6E7C8FCD7D}" destId="{BE57B0EE-7DAC-4FB5-8943-5CA374164DC5}" srcOrd="5" destOrd="0" presId="urn:microsoft.com/office/officeart/2005/8/layout/lProcess2"/>
    <dgm:cxn modelId="{18AF85B4-4346-4C99-B953-69D991BCA297}" type="presParOf" srcId="{A3705875-0018-4A8A-B171-8A6E7C8FCD7D}" destId="{68F0488C-9B9F-47D2-9CF2-86BA0E7CB11D}" srcOrd="6" destOrd="0" presId="urn:microsoft.com/office/officeart/2005/8/layout/lProcess2"/>
    <dgm:cxn modelId="{D4B7A1B6-9252-4220-91CE-84F4825F7439}" type="presParOf" srcId="{A3705875-0018-4A8A-B171-8A6E7C8FCD7D}" destId="{992F6813-C0BE-4AF0-AE42-8EB302EF5EAD}" srcOrd="7" destOrd="0" presId="urn:microsoft.com/office/officeart/2005/8/layout/lProcess2"/>
    <dgm:cxn modelId="{EF97CF36-3EAC-4228-904D-2E7E85539351}" type="presParOf" srcId="{A3705875-0018-4A8A-B171-8A6E7C8FCD7D}" destId="{E32EF0A4-FB3C-44B3-BB34-7378B058001D}" srcOrd="8" destOrd="0" presId="urn:microsoft.com/office/officeart/2005/8/layout/lProcess2"/>
    <dgm:cxn modelId="{10C0E757-D7FB-45A1-AF2D-5CAA97F82819}" type="presParOf" srcId="{A3705875-0018-4A8A-B171-8A6E7C8FCD7D}" destId="{86709787-3B21-454D-B24B-E2325D3D98E2}" srcOrd="9" destOrd="0" presId="urn:microsoft.com/office/officeart/2005/8/layout/lProcess2"/>
    <dgm:cxn modelId="{A98B7BD5-00C4-4D6D-BD9D-4336ED8B9AEE}" type="presParOf" srcId="{A3705875-0018-4A8A-B171-8A6E7C8FCD7D}" destId="{7FAD7FAC-7037-4B01-86B5-74BEA491F52F}" srcOrd="10" destOrd="0" presId="urn:microsoft.com/office/officeart/2005/8/layout/lProcess2"/>
    <dgm:cxn modelId="{C5AEFEE3-34C8-49FE-9EE4-E72E9943DB06}" type="presParOf" srcId="{A3705875-0018-4A8A-B171-8A6E7C8FCD7D}" destId="{A752C8A9-71D9-41BB-82CC-04C2C41EE053}" srcOrd="11" destOrd="0" presId="urn:microsoft.com/office/officeart/2005/8/layout/lProcess2"/>
    <dgm:cxn modelId="{F0678194-2419-4820-BFDE-EEDCB2501C3D}" type="presParOf" srcId="{A3705875-0018-4A8A-B171-8A6E7C8FCD7D}" destId="{1BD0792E-FA60-49F7-ABB5-B71F672B0481}" srcOrd="12" destOrd="0" presId="urn:microsoft.com/office/officeart/2005/8/layout/lProcess2"/>
    <dgm:cxn modelId="{51E4A641-6AB4-4CAA-A178-4F598D3DD12D}" type="presParOf" srcId="{A3705875-0018-4A8A-B171-8A6E7C8FCD7D}" destId="{0CFCF65B-A4CC-406E-9EEC-C8A5CD9523B0}" srcOrd="13" destOrd="0" presId="urn:microsoft.com/office/officeart/2005/8/layout/lProcess2"/>
    <dgm:cxn modelId="{F634CDD4-AB1B-4774-9F45-87E976D6BD9B}" type="presParOf" srcId="{A3705875-0018-4A8A-B171-8A6E7C8FCD7D}" destId="{F2EC71B0-976F-40D1-9D65-2295CF9DED0A}" srcOrd="1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CCD257-1924-48B4-ABE1-D2A8FF896A4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F4986-152B-4AC0-9052-D3D62F3AB1BC}">
      <dgm:prSet phldrT="[Text]" custT="1"/>
      <dgm:spPr/>
      <dgm:t>
        <a:bodyPr/>
        <a:lstStyle/>
        <a:p>
          <a:pPr rtl="0"/>
          <a:r>
            <a:rPr lang="en-US" sz="2800">
              <a:latin typeface="Calibri Light" panose="020F0302020204030204"/>
            </a:rPr>
            <a:t>Creating a SPAA for clients </a:t>
          </a:r>
          <a:endParaRPr lang="en-US" sz="2800"/>
        </a:p>
      </dgm:t>
    </dgm:pt>
    <dgm:pt modelId="{5820A6B7-3910-4586-9BCC-F48123A9B168}" type="parTrans" cxnId="{F6CAA96F-359E-4D9D-A7C3-2C88250BF544}">
      <dgm:prSet/>
      <dgm:spPr/>
      <dgm:t>
        <a:bodyPr/>
        <a:lstStyle/>
        <a:p>
          <a:endParaRPr lang="en-US"/>
        </a:p>
      </dgm:t>
    </dgm:pt>
    <dgm:pt modelId="{2A807A4D-A848-4E45-99C3-3CA74C1F6B76}" type="sibTrans" cxnId="{F6CAA96F-359E-4D9D-A7C3-2C88250BF544}">
      <dgm:prSet/>
      <dgm:spPr/>
      <dgm:t>
        <a:bodyPr/>
        <a:lstStyle/>
        <a:p>
          <a:endParaRPr lang="en-US"/>
        </a:p>
      </dgm:t>
    </dgm:pt>
    <dgm:pt modelId="{AE220DBB-A38A-4A15-9D8E-AAB9586704CD}">
      <dgm:prSet phldrT="[Text]" custT="1"/>
      <dgm:spPr/>
      <dgm:t>
        <a:bodyPr/>
        <a:lstStyle/>
        <a:p>
          <a:r>
            <a:rPr lang="en-US" sz="1200"/>
            <a:t>Open Client Files</a:t>
          </a:r>
        </a:p>
      </dgm:t>
    </dgm:pt>
    <dgm:pt modelId="{AB5688A6-38B9-4A91-B7D4-55120EEFEEE7}" type="parTrans" cxnId="{9D47D400-F0FD-4E0E-9415-0A0504B1A1AB}">
      <dgm:prSet/>
      <dgm:spPr/>
      <dgm:t>
        <a:bodyPr/>
        <a:lstStyle/>
        <a:p>
          <a:endParaRPr lang="en-US"/>
        </a:p>
      </dgm:t>
    </dgm:pt>
    <dgm:pt modelId="{490F1426-D8A8-459D-BB1B-3DA06DD61601}" type="sibTrans" cxnId="{9D47D400-F0FD-4E0E-9415-0A0504B1A1AB}">
      <dgm:prSet/>
      <dgm:spPr/>
      <dgm:t>
        <a:bodyPr/>
        <a:lstStyle/>
        <a:p>
          <a:endParaRPr lang="en-US"/>
        </a:p>
      </dgm:t>
    </dgm:pt>
    <dgm:pt modelId="{6FB625D1-404E-42CA-B98B-A1C3C599DB7D}">
      <dgm:prSet phldrT="[Text]" custT="1"/>
      <dgm:spPr/>
      <dgm:t>
        <a:bodyPr/>
        <a:lstStyle/>
        <a:p>
          <a:r>
            <a:rPr lang="en-US" sz="1200"/>
            <a:t>Click Create Template</a:t>
          </a:r>
        </a:p>
      </dgm:t>
    </dgm:pt>
    <dgm:pt modelId="{FFD77078-44AB-42A7-B167-B8A70A0DE826}" type="parTrans" cxnId="{6A27AE38-1116-479E-8CE1-FE42CC73D0A9}">
      <dgm:prSet/>
      <dgm:spPr/>
      <dgm:t>
        <a:bodyPr/>
        <a:lstStyle/>
        <a:p>
          <a:endParaRPr lang="en-US"/>
        </a:p>
      </dgm:t>
    </dgm:pt>
    <dgm:pt modelId="{6EEE6660-FB46-410E-A802-5826EEB0A73C}" type="sibTrans" cxnId="{6A27AE38-1116-479E-8CE1-FE42CC73D0A9}">
      <dgm:prSet/>
      <dgm:spPr/>
      <dgm:t>
        <a:bodyPr/>
        <a:lstStyle/>
        <a:p>
          <a:endParaRPr lang="en-US"/>
        </a:p>
      </dgm:t>
    </dgm:pt>
    <dgm:pt modelId="{4DB1232A-56A5-4240-946E-C477F19F809B}">
      <dgm:prSet phldrT="[Text]" custT="1"/>
      <dgm:spPr/>
      <dgm:t>
        <a:bodyPr/>
        <a:lstStyle/>
        <a:p>
          <a:r>
            <a:rPr lang="en-US" sz="1200"/>
            <a:t>Choose SPAA and click Create template</a:t>
          </a:r>
        </a:p>
      </dgm:t>
    </dgm:pt>
    <dgm:pt modelId="{56B83405-A267-4594-8EB4-94DCFD0D5957}" type="parTrans" cxnId="{A90F9DBF-D802-4CC2-A2EA-1C2FF970A151}">
      <dgm:prSet/>
      <dgm:spPr/>
      <dgm:t>
        <a:bodyPr/>
        <a:lstStyle/>
        <a:p>
          <a:endParaRPr lang="en-US"/>
        </a:p>
      </dgm:t>
    </dgm:pt>
    <dgm:pt modelId="{49304698-1F37-4D07-AF88-C45770D034D0}" type="sibTrans" cxnId="{A90F9DBF-D802-4CC2-A2EA-1C2FF970A151}">
      <dgm:prSet/>
      <dgm:spPr/>
      <dgm:t>
        <a:bodyPr/>
        <a:lstStyle/>
        <a:p>
          <a:endParaRPr lang="en-US"/>
        </a:p>
      </dgm:t>
    </dgm:pt>
    <dgm:pt modelId="{F7990068-AE41-41F1-99DE-9093F15DAC0F}">
      <dgm:prSet phldrT="[Text]" custT="1"/>
      <dgm:spPr/>
      <dgm:t>
        <a:bodyPr/>
        <a:lstStyle/>
        <a:p>
          <a:pPr rtl="0"/>
          <a:r>
            <a:rPr lang="en-US" sz="1200"/>
            <a:t>Verify and enter all applicable information (</a:t>
          </a:r>
          <a:r>
            <a:rPr lang="en-US" sz="1200" err="1"/>
            <a:t>ie</a:t>
          </a:r>
          <a:r>
            <a:rPr lang="en-US" sz="1200"/>
            <a:t>. Date of Debit on page 4 should be NEXT draft date, include authorized contact if there is a co-client)</a:t>
          </a:r>
          <a:r>
            <a:rPr lang="en-US" sz="1200">
              <a:latin typeface="Calibri Light" panose="020F0302020204030204"/>
            </a:rPr>
            <a:t> </a:t>
          </a:r>
          <a:endParaRPr lang="en-US" sz="1200"/>
        </a:p>
      </dgm:t>
    </dgm:pt>
    <dgm:pt modelId="{C3D43A52-FE84-4FD9-B7AD-2E120BD329F0}" type="parTrans" cxnId="{C78D5EB2-7DCC-4D37-93E4-8C753E99AD17}">
      <dgm:prSet/>
      <dgm:spPr/>
      <dgm:t>
        <a:bodyPr/>
        <a:lstStyle/>
        <a:p>
          <a:endParaRPr lang="en-US"/>
        </a:p>
      </dgm:t>
    </dgm:pt>
    <dgm:pt modelId="{3B86F096-532D-4814-BD73-598B38A71AB7}" type="sibTrans" cxnId="{C78D5EB2-7DCC-4D37-93E4-8C753E99AD17}">
      <dgm:prSet/>
      <dgm:spPr/>
      <dgm:t>
        <a:bodyPr/>
        <a:lstStyle/>
        <a:p>
          <a:endParaRPr lang="en-US"/>
        </a:p>
      </dgm:t>
    </dgm:pt>
    <dgm:pt modelId="{B631FEBB-8ABC-4D3A-9322-198C7BD7C771}">
      <dgm:prSet phldrT="[Text]" custT="1"/>
      <dgm:spPr/>
      <dgm:t>
        <a:bodyPr/>
        <a:lstStyle/>
        <a:p>
          <a:r>
            <a:rPr lang="en-US" sz="1200"/>
            <a:t>Select Print and save as a PDF</a:t>
          </a:r>
        </a:p>
      </dgm:t>
    </dgm:pt>
    <dgm:pt modelId="{2F6CD582-A795-46F9-AEAF-9DB716A7EA47}" type="parTrans" cxnId="{7F1835F5-A21F-4E39-907C-A26CD9C9E0F4}">
      <dgm:prSet/>
      <dgm:spPr/>
      <dgm:t>
        <a:bodyPr/>
        <a:lstStyle/>
        <a:p>
          <a:endParaRPr lang="en-US"/>
        </a:p>
      </dgm:t>
    </dgm:pt>
    <dgm:pt modelId="{19E37B44-33FF-4BD0-A186-AF78713A73A8}" type="sibTrans" cxnId="{7F1835F5-A21F-4E39-907C-A26CD9C9E0F4}">
      <dgm:prSet/>
      <dgm:spPr/>
      <dgm:t>
        <a:bodyPr/>
        <a:lstStyle/>
        <a:p>
          <a:endParaRPr lang="en-US"/>
        </a:p>
      </dgm:t>
    </dgm:pt>
    <dgm:pt modelId="{2BF999EB-FAEB-4E0C-B9DE-0190D05EFB49}">
      <dgm:prSet phldrT="[Text]" custT="1"/>
      <dgm:spPr/>
      <dgm:t>
        <a:bodyPr/>
        <a:lstStyle/>
        <a:p>
          <a:pPr rtl="0"/>
          <a:r>
            <a:rPr lang="en-US" sz="1200"/>
            <a:t>Send the form to the </a:t>
          </a:r>
          <a:r>
            <a:rPr lang="en-US" sz="1200">
              <a:latin typeface="Calibri Light" panose="020F0302020204030204"/>
            </a:rPr>
            <a:t>client via OneSpan</a:t>
          </a:r>
          <a:r>
            <a:rPr lang="en-US" sz="1200"/>
            <a:t> (best practice is to do this and get it returned while client is on the line.</a:t>
          </a:r>
        </a:p>
      </dgm:t>
    </dgm:pt>
    <dgm:pt modelId="{B0C6A451-F118-492A-8A1A-39EDAD47FD43}" type="parTrans" cxnId="{9AC74288-D2F8-44A2-BBD6-3923183BB516}">
      <dgm:prSet/>
      <dgm:spPr/>
      <dgm:t>
        <a:bodyPr/>
        <a:lstStyle/>
        <a:p>
          <a:endParaRPr lang="en-US"/>
        </a:p>
      </dgm:t>
    </dgm:pt>
    <dgm:pt modelId="{1CA0D54D-F943-4B82-A298-191D00FA9C9D}" type="sibTrans" cxnId="{9AC74288-D2F8-44A2-BBD6-3923183BB516}">
      <dgm:prSet/>
      <dgm:spPr/>
      <dgm:t>
        <a:bodyPr/>
        <a:lstStyle/>
        <a:p>
          <a:endParaRPr lang="en-US"/>
        </a:p>
      </dgm:t>
    </dgm:pt>
    <dgm:pt modelId="{69A08167-D47B-4F63-A8C1-A8EF9C769476}">
      <dgm:prSet phldrT="[Text]" custT="1"/>
      <dgm:spPr/>
      <dgm:t>
        <a:bodyPr/>
        <a:lstStyle/>
        <a:p>
          <a:r>
            <a:rPr lang="en-US" sz="1200"/>
            <a:t>Submit applicable request</a:t>
          </a:r>
        </a:p>
      </dgm:t>
    </dgm:pt>
    <dgm:pt modelId="{95E0FEC5-A1D1-4E25-8EAD-5BA32A6CACBB}" type="parTrans" cxnId="{F1211B92-6827-43C7-9D69-88B2CC6AF1A2}">
      <dgm:prSet/>
      <dgm:spPr/>
      <dgm:t>
        <a:bodyPr/>
        <a:lstStyle/>
        <a:p>
          <a:endParaRPr lang="en-US"/>
        </a:p>
      </dgm:t>
    </dgm:pt>
    <dgm:pt modelId="{5955E2D0-9705-4367-87E8-8D483E2173D7}" type="sibTrans" cxnId="{F1211B92-6827-43C7-9D69-88B2CC6AF1A2}">
      <dgm:prSet/>
      <dgm:spPr/>
      <dgm:t>
        <a:bodyPr/>
        <a:lstStyle/>
        <a:p>
          <a:endParaRPr lang="en-US"/>
        </a:p>
      </dgm:t>
    </dgm:pt>
    <dgm:pt modelId="{B4371FDC-22FB-4283-9F34-B7C5C725140A}">
      <dgm:prSet phldrT="[Text]" custT="1"/>
      <dgm:spPr/>
      <dgm:t>
        <a:bodyPr/>
        <a:lstStyle/>
        <a:p>
          <a:r>
            <a:rPr lang="en-US" sz="1100"/>
            <a:t>Info change if client is changing bank info</a:t>
          </a:r>
        </a:p>
      </dgm:t>
    </dgm:pt>
    <dgm:pt modelId="{23285C14-56E1-477F-8D7D-08014C3D8D1A}" type="parTrans" cxnId="{1A2A3262-6C07-4303-81DE-EC369A47B983}">
      <dgm:prSet/>
      <dgm:spPr/>
      <dgm:t>
        <a:bodyPr/>
        <a:lstStyle/>
        <a:p>
          <a:endParaRPr lang="en-US"/>
        </a:p>
      </dgm:t>
    </dgm:pt>
    <dgm:pt modelId="{F1E158FE-1D69-4166-9303-93A497269D88}" type="sibTrans" cxnId="{1A2A3262-6C07-4303-81DE-EC369A47B983}">
      <dgm:prSet/>
      <dgm:spPr/>
      <dgm:t>
        <a:bodyPr/>
        <a:lstStyle/>
        <a:p>
          <a:endParaRPr lang="en-US"/>
        </a:p>
      </dgm:t>
    </dgm:pt>
    <dgm:pt modelId="{18C0A934-AB5E-4B00-A67D-88A64F47CE1D}">
      <dgm:prSet phldrT="[Text]" custT="1"/>
      <dgm:spPr/>
      <dgm:t>
        <a:bodyPr/>
        <a:lstStyle/>
        <a:p>
          <a:r>
            <a:rPr lang="en-US" sz="1100"/>
            <a:t>Global validation if client is signing SPAA for validation purposes</a:t>
          </a:r>
        </a:p>
      </dgm:t>
    </dgm:pt>
    <dgm:pt modelId="{39255718-53E2-49A3-9C73-8FFAD989E635}" type="parTrans" cxnId="{62BCC792-941F-4459-AC67-4F9CD0263F7B}">
      <dgm:prSet/>
      <dgm:spPr/>
      <dgm:t>
        <a:bodyPr/>
        <a:lstStyle/>
        <a:p>
          <a:endParaRPr lang="en-US"/>
        </a:p>
      </dgm:t>
    </dgm:pt>
    <dgm:pt modelId="{E0A896A0-859A-4921-96B1-1884C3E2AE0E}" type="sibTrans" cxnId="{62BCC792-941F-4459-AC67-4F9CD0263F7B}">
      <dgm:prSet/>
      <dgm:spPr/>
      <dgm:t>
        <a:bodyPr/>
        <a:lstStyle/>
        <a:p>
          <a:endParaRPr lang="en-US"/>
        </a:p>
      </dgm:t>
    </dgm:pt>
    <dgm:pt modelId="{9F79FAB4-3771-46EB-8A50-4E0C252EF70C}">
      <dgm:prSet phldrT="[Text]" custT="1"/>
      <dgm:spPr/>
      <dgm:t>
        <a:bodyPr/>
        <a:lstStyle/>
        <a:p>
          <a:pPr rtl="0"/>
          <a:r>
            <a:rPr lang="en-US" sz="1200"/>
            <a:t>Upload form to Request Files</a:t>
          </a:r>
          <a:r>
            <a:rPr lang="en-US" sz="1200">
              <a:latin typeface="Calibri Light" panose="020F0302020204030204"/>
            </a:rPr>
            <a:t> and Crush FTP as a PDG file</a:t>
          </a:r>
          <a:endParaRPr lang="en-US" sz="1200"/>
        </a:p>
      </dgm:t>
    </dgm:pt>
    <dgm:pt modelId="{3ED4A146-D14B-4FC0-A031-0D9C93F89F6F}" type="parTrans" cxnId="{1ABF2FD6-795D-4802-AC52-81F23631A080}">
      <dgm:prSet/>
      <dgm:spPr/>
      <dgm:t>
        <a:bodyPr/>
        <a:lstStyle/>
        <a:p>
          <a:endParaRPr lang="en-US"/>
        </a:p>
      </dgm:t>
    </dgm:pt>
    <dgm:pt modelId="{2C0B2F9F-6144-4E00-B2F6-439D12E5F8E8}" type="sibTrans" cxnId="{1ABF2FD6-795D-4802-AC52-81F23631A080}">
      <dgm:prSet/>
      <dgm:spPr/>
      <dgm:t>
        <a:bodyPr/>
        <a:lstStyle/>
        <a:p>
          <a:endParaRPr lang="en-US"/>
        </a:p>
      </dgm:t>
    </dgm:pt>
    <dgm:pt modelId="{BF923A26-8E8F-43A8-A41D-ADD60CC38178}" type="pres">
      <dgm:prSet presAssocID="{73CCD257-1924-48B4-ABE1-D2A8FF896A4B}" presName="theList" presStyleCnt="0">
        <dgm:presLayoutVars>
          <dgm:dir/>
          <dgm:animLvl val="lvl"/>
          <dgm:resizeHandles val="exact"/>
        </dgm:presLayoutVars>
      </dgm:prSet>
      <dgm:spPr/>
    </dgm:pt>
    <dgm:pt modelId="{14AEBAF8-C59A-46A9-9956-1C5F69B8136C}" type="pres">
      <dgm:prSet presAssocID="{93BF4986-152B-4AC0-9052-D3D62F3AB1BC}" presName="compNode" presStyleCnt="0"/>
      <dgm:spPr/>
    </dgm:pt>
    <dgm:pt modelId="{203A2E6F-BD29-4B1B-A3E3-D0A124A1C6FA}" type="pres">
      <dgm:prSet presAssocID="{93BF4986-152B-4AC0-9052-D3D62F3AB1BC}" presName="aNode" presStyleLbl="bgShp" presStyleIdx="0" presStyleCnt="1" custLinFactNeighborX="757" custLinFactNeighborY="-9651"/>
      <dgm:spPr/>
    </dgm:pt>
    <dgm:pt modelId="{15BF0CC6-A829-49A4-824F-AA6F80FA7693}" type="pres">
      <dgm:prSet presAssocID="{93BF4986-152B-4AC0-9052-D3D62F3AB1BC}" presName="textNode" presStyleLbl="bgShp" presStyleIdx="0" presStyleCnt="1"/>
      <dgm:spPr/>
    </dgm:pt>
    <dgm:pt modelId="{7E7031CC-B796-44F2-BCBB-96B7B6315485}" type="pres">
      <dgm:prSet presAssocID="{93BF4986-152B-4AC0-9052-D3D62F3AB1BC}" presName="compChildNode" presStyleCnt="0"/>
      <dgm:spPr/>
    </dgm:pt>
    <dgm:pt modelId="{A3705875-0018-4A8A-B171-8A6E7C8FCD7D}" type="pres">
      <dgm:prSet presAssocID="{93BF4986-152B-4AC0-9052-D3D62F3AB1BC}" presName="theInnerList" presStyleCnt="0"/>
      <dgm:spPr/>
    </dgm:pt>
    <dgm:pt modelId="{9DFE0809-440B-4544-9FEB-93358C692BF1}" type="pres">
      <dgm:prSet presAssocID="{AE220DBB-A38A-4A15-9D8E-AAB9586704CD}" presName="childNode" presStyleLbl="node1" presStyleIdx="0" presStyleCnt="8" custLinFactY="-100000" custLinFactNeighborX="-61" custLinFactNeighborY="-170724">
        <dgm:presLayoutVars>
          <dgm:bulletEnabled val="1"/>
        </dgm:presLayoutVars>
      </dgm:prSet>
      <dgm:spPr/>
    </dgm:pt>
    <dgm:pt modelId="{59971167-1CB4-49CC-B720-00FE6F1F2365}" type="pres">
      <dgm:prSet presAssocID="{AE220DBB-A38A-4A15-9D8E-AAB9586704CD}" presName="aSpace2" presStyleCnt="0"/>
      <dgm:spPr/>
    </dgm:pt>
    <dgm:pt modelId="{4EA6DD11-4872-4CA4-A1CF-7283F88E5223}" type="pres">
      <dgm:prSet presAssocID="{6FB625D1-404E-42CA-B98B-A1C3C599DB7D}" presName="childNode" presStyleLbl="node1" presStyleIdx="1" presStyleCnt="8" custLinFactY="-100000" custLinFactNeighborX="-61" custLinFactNeighborY="-198545">
        <dgm:presLayoutVars>
          <dgm:bulletEnabled val="1"/>
        </dgm:presLayoutVars>
      </dgm:prSet>
      <dgm:spPr/>
    </dgm:pt>
    <dgm:pt modelId="{698886A2-0B93-4CE6-B506-86697D129066}" type="pres">
      <dgm:prSet presAssocID="{6FB625D1-404E-42CA-B98B-A1C3C599DB7D}" presName="aSpace2" presStyleCnt="0"/>
      <dgm:spPr/>
    </dgm:pt>
    <dgm:pt modelId="{64B5DC33-D49F-45F0-8F7D-3F8F5355B4EF}" type="pres">
      <dgm:prSet presAssocID="{4DB1232A-56A5-4240-946E-C477F19F809B}" presName="childNode" presStyleLbl="node1" presStyleIdx="2" presStyleCnt="8" custLinFactY="-103753" custLinFactNeighborX="-61" custLinFactNeighborY="-200000">
        <dgm:presLayoutVars>
          <dgm:bulletEnabled val="1"/>
        </dgm:presLayoutVars>
      </dgm:prSet>
      <dgm:spPr/>
    </dgm:pt>
    <dgm:pt modelId="{BE57B0EE-7DAC-4FB5-8943-5CA374164DC5}" type="pres">
      <dgm:prSet presAssocID="{4DB1232A-56A5-4240-946E-C477F19F809B}" presName="aSpace2" presStyleCnt="0"/>
      <dgm:spPr/>
    </dgm:pt>
    <dgm:pt modelId="{68F0488C-9B9F-47D2-9CF2-86BA0E7CB11D}" type="pres">
      <dgm:prSet presAssocID="{F7990068-AE41-41F1-99DE-9093F15DAC0F}" presName="childNode" presStyleLbl="node1" presStyleIdx="3" presStyleCnt="8" custLinFactY="-108438" custLinFactNeighborX="-61" custLinFactNeighborY="-200000">
        <dgm:presLayoutVars>
          <dgm:bulletEnabled val="1"/>
        </dgm:presLayoutVars>
      </dgm:prSet>
      <dgm:spPr/>
    </dgm:pt>
    <dgm:pt modelId="{992F6813-C0BE-4AF0-AE42-8EB302EF5EAD}" type="pres">
      <dgm:prSet presAssocID="{F7990068-AE41-41F1-99DE-9093F15DAC0F}" presName="aSpace2" presStyleCnt="0"/>
      <dgm:spPr/>
    </dgm:pt>
    <dgm:pt modelId="{E32EF0A4-FB3C-44B3-BB34-7378B058001D}" type="pres">
      <dgm:prSet presAssocID="{B631FEBB-8ABC-4D3A-9322-198C7BD7C771}" presName="childNode" presStyleLbl="node1" presStyleIdx="4" presStyleCnt="8" custLinFactY="-108337" custLinFactNeighborX="-61" custLinFactNeighborY="-200000">
        <dgm:presLayoutVars>
          <dgm:bulletEnabled val="1"/>
        </dgm:presLayoutVars>
      </dgm:prSet>
      <dgm:spPr/>
    </dgm:pt>
    <dgm:pt modelId="{86709787-3B21-454D-B24B-E2325D3D98E2}" type="pres">
      <dgm:prSet presAssocID="{B631FEBB-8ABC-4D3A-9322-198C7BD7C771}" presName="aSpace2" presStyleCnt="0"/>
      <dgm:spPr/>
    </dgm:pt>
    <dgm:pt modelId="{7FAD7FAC-7037-4B01-86B5-74BEA491F52F}" type="pres">
      <dgm:prSet presAssocID="{2BF999EB-FAEB-4E0C-B9DE-0190D05EFB49}" presName="childNode" presStyleLbl="node1" presStyleIdx="5" presStyleCnt="8" custLinFactY="-106196" custLinFactNeighborX="-61" custLinFactNeighborY="-200000">
        <dgm:presLayoutVars>
          <dgm:bulletEnabled val="1"/>
        </dgm:presLayoutVars>
      </dgm:prSet>
      <dgm:spPr/>
    </dgm:pt>
    <dgm:pt modelId="{A752C8A9-71D9-41BB-82CC-04C2C41EE053}" type="pres">
      <dgm:prSet presAssocID="{2BF999EB-FAEB-4E0C-B9DE-0190D05EFB49}" presName="aSpace2" presStyleCnt="0"/>
      <dgm:spPr/>
    </dgm:pt>
    <dgm:pt modelId="{1BD0792E-FA60-49F7-ABB5-B71F672B0481}" type="pres">
      <dgm:prSet presAssocID="{69A08167-D47B-4F63-A8C1-A8EF9C769476}" presName="childNode" presStyleLbl="node1" presStyleIdx="6" presStyleCnt="8" custScaleY="186063" custLinFactY="-105106" custLinFactNeighborX="-61" custLinFactNeighborY="-200000">
        <dgm:presLayoutVars>
          <dgm:bulletEnabled val="1"/>
        </dgm:presLayoutVars>
      </dgm:prSet>
      <dgm:spPr/>
    </dgm:pt>
    <dgm:pt modelId="{0CFCF65B-A4CC-406E-9EEC-C8A5CD9523B0}" type="pres">
      <dgm:prSet presAssocID="{69A08167-D47B-4F63-A8C1-A8EF9C769476}" presName="aSpace2" presStyleCnt="0"/>
      <dgm:spPr/>
    </dgm:pt>
    <dgm:pt modelId="{F2EC71B0-976F-40D1-9D65-2295CF9DED0A}" type="pres">
      <dgm:prSet presAssocID="{9F79FAB4-3771-46EB-8A50-4E0C252EF70C}" presName="childNode" presStyleLbl="node1" presStyleIdx="7" presStyleCnt="8" custLinFactY="-100000" custLinFactNeighborX="-61" custLinFactNeighborY="-187505">
        <dgm:presLayoutVars>
          <dgm:bulletEnabled val="1"/>
        </dgm:presLayoutVars>
      </dgm:prSet>
      <dgm:spPr/>
    </dgm:pt>
  </dgm:ptLst>
  <dgm:cxnLst>
    <dgm:cxn modelId="{9D47D400-F0FD-4E0E-9415-0A0504B1A1AB}" srcId="{93BF4986-152B-4AC0-9052-D3D62F3AB1BC}" destId="{AE220DBB-A38A-4A15-9D8E-AAB9586704CD}" srcOrd="0" destOrd="0" parTransId="{AB5688A6-38B9-4A91-B7D4-55120EEFEEE7}" sibTransId="{490F1426-D8A8-459D-BB1B-3DA06DD61601}"/>
    <dgm:cxn modelId="{F0BCB71A-03C3-4604-B0C9-3A821A2DA5DD}" type="presOf" srcId="{AE220DBB-A38A-4A15-9D8E-AAB9586704CD}" destId="{9DFE0809-440B-4544-9FEB-93358C692BF1}" srcOrd="0" destOrd="0" presId="urn:microsoft.com/office/officeart/2005/8/layout/lProcess2"/>
    <dgm:cxn modelId="{79643133-9523-4E18-A59E-4BA80F218EBB}" type="presOf" srcId="{69A08167-D47B-4F63-A8C1-A8EF9C769476}" destId="{1BD0792E-FA60-49F7-ABB5-B71F672B0481}" srcOrd="0" destOrd="0" presId="urn:microsoft.com/office/officeart/2005/8/layout/lProcess2"/>
    <dgm:cxn modelId="{9661F236-5151-4B73-810F-40400780B85D}" type="presOf" srcId="{B631FEBB-8ABC-4D3A-9322-198C7BD7C771}" destId="{E32EF0A4-FB3C-44B3-BB34-7378B058001D}" srcOrd="0" destOrd="0" presId="urn:microsoft.com/office/officeart/2005/8/layout/lProcess2"/>
    <dgm:cxn modelId="{6A27AE38-1116-479E-8CE1-FE42CC73D0A9}" srcId="{93BF4986-152B-4AC0-9052-D3D62F3AB1BC}" destId="{6FB625D1-404E-42CA-B98B-A1C3C599DB7D}" srcOrd="1" destOrd="0" parTransId="{FFD77078-44AB-42A7-B167-B8A70A0DE826}" sibTransId="{6EEE6660-FB46-410E-A802-5826EEB0A73C}"/>
    <dgm:cxn modelId="{E9F3035C-A7D4-4E4D-9CC5-C625854DE6A2}" type="presOf" srcId="{B4371FDC-22FB-4283-9F34-B7C5C725140A}" destId="{1BD0792E-FA60-49F7-ABB5-B71F672B0481}" srcOrd="0" destOrd="1" presId="urn:microsoft.com/office/officeart/2005/8/layout/lProcess2"/>
    <dgm:cxn modelId="{1A2A3262-6C07-4303-81DE-EC369A47B983}" srcId="{69A08167-D47B-4F63-A8C1-A8EF9C769476}" destId="{B4371FDC-22FB-4283-9F34-B7C5C725140A}" srcOrd="0" destOrd="0" parTransId="{23285C14-56E1-477F-8D7D-08014C3D8D1A}" sibTransId="{F1E158FE-1D69-4166-9303-93A497269D88}"/>
    <dgm:cxn modelId="{F6CAA96F-359E-4D9D-A7C3-2C88250BF544}" srcId="{73CCD257-1924-48B4-ABE1-D2A8FF896A4B}" destId="{93BF4986-152B-4AC0-9052-D3D62F3AB1BC}" srcOrd="0" destOrd="0" parTransId="{5820A6B7-3910-4586-9BCC-F48123A9B168}" sibTransId="{2A807A4D-A848-4E45-99C3-3CA74C1F6B76}"/>
    <dgm:cxn modelId="{9AC74288-D2F8-44A2-BBD6-3923183BB516}" srcId="{93BF4986-152B-4AC0-9052-D3D62F3AB1BC}" destId="{2BF999EB-FAEB-4E0C-B9DE-0190D05EFB49}" srcOrd="5" destOrd="0" parTransId="{B0C6A451-F118-492A-8A1A-39EDAD47FD43}" sibTransId="{1CA0D54D-F943-4B82-A298-191D00FA9C9D}"/>
    <dgm:cxn modelId="{2BB7F08A-02FD-4EA7-85DE-A938E03957D6}" type="presOf" srcId="{73CCD257-1924-48B4-ABE1-D2A8FF896A4B}" destId="{BF923A26-8E8F-43A8-A41D-ADD60CC38178}" srcOrd="0" destOrd="0" presId="urn:microsoft.com/office/officeart/2005/8/layout/lProcess2"/>
    <dgm:cxn modelId="{F1211B92-6827-43C7-9D69-88B2CC6AF1A2}" srcId="{93BF4986-152B-4AC0-9052-D3D62F3AB1BC}" destId="{69A08167-D47B-4F63-A8C1-A8EF9C769476}" srcOrd="6" destOrd="0" parTransId="{95E0FEC5-A1D1-4E25-8EAD-5BA32A6CACBB}" sibTransId="{5955E2D0-9705-4367-87E8-8D483E2173D7}"/>
    <dgm:cxn modelId="{62BCC792-941F-4459-AC67-4F9CD0263F7B}" srcId="{69A08167-D47B-4F63-A8C1-A8EF9C769476}" destId="{18C0A934-AB5E-4B00-A67D-88A64F47CE1D}" srcOrd="1" destOrd="0" parTransId="{39255718-53E2-49A3-9C73-8FFAD989E635}" sibTransId="{E0A896A0-859A-4921-96B1-1884C3E2AE0E}"/>
    <dgm:cxn modelId="{2C68A498-EF9B-4F0B-8F89-00802CF15E93}" type="presOf" srcId="{2BF999EB-FAEB-4E0C-B9DE-0190D05EFB49}" destId="{7FAD7FAC-7037-4B01-86B5-74BEA491F52F}" srcOrd="0" destOrd="0" presId="urn:microsoft.com/office/officeart/2005/8/layout/lProcess2"/>
    <dgm:cxn modelId="{C78D5EB2-7DCC-4D37-93E4-8C753E99AD17}" srcId="{93BF4986-152B-4AC0-9052-D3D62F3AB1BC}" destId="{F7990068-AE41-41F1-99DE-9093F15DAC0F}" srcOrd="3" destOrd="0" parTransId="{C3D43A52-FE84-4FD9-B7AD-2E120BD329F0}" sibTransId="{3B86F096-532D-4814-BD73-598B38A71AB7}"/>
    <dgm:cxn modelId="{A90F9DBF-D802-4CC2-A2EA-1C2FF970A151}" srcId="{93BF4986-152B-4AC0-9052-D3D62F3AB1BC}" destId="{4DB1232A-56A5-4240-946E-C477F19F809B}" srcOrd="2" destOrd="0" parTransId="{56B83405-A267-4594-8EB4-94DCFD0D5957}" sibTransId="{49304698-1F37-4D07-AF88-C45770D034D0}"/>
    <dgm:cxn modelId="{148566C5-281B-4D42-AD27-E447AA389B5E}" type="presOf" srcId="{93BF4986-152B-4AC0-9052-D3D62F3AB1BC}" destId="{203A2E6F-BD29-4B1B-A3E3-D0A124A1C6FA}" srcOrd="0" destOrd="0" presId="urn:microsoft.com/office/officeart/2005/8/layout/lProcess2"/>
    <dgm:cxn modelId="{59936FCA-ADBE-4577-9A63-96531005707E}" type="presOf" srcId="{9F79FAB4-3771-46EB-8A50-4E0C252EF70C}" destId="{F2EC71B0-976F-40D1-9D65-2295CF9DED0A}" srcOrd="0" destOrd="0" presId="urn:microsoft.com/office/officeart/2005/8/layout/lProcess2"/>
    <dgm:cxn modelId="{1ABF2FD6-795D-4802-AC52-81F23631A080}" srcId="{93BF4986-152B-4AC0-9052-D3D62F3AB1BC}" destId="{9F79FAB4-3771-46EB-8A50-4E0C252EF70C}" srcOrd="7" destOrd="0" parTransId="{3ED4A146-D14B-4FC0-A031-0D9C93F89F6F}" sibTransId="{2C0B2F9F-6144-4E00-B2F6-439D12E5F8E8}"/>
    <dgm:cxn modelId="{7581D0DA-7159-4977-8167-070B39EF33EF}" type="presOf" srcId="{18C0A934-AB5E-4B00-A67D-88A64F47CE1D}" destId="{1BD0792E-FA60-49F7-ABB5-B71F672B0481}" srcOrd="0" destOrd="2" presId="urn:microsoft.com/office/officeart/2005/8/layout/lProcess2"/>
    <dgm:cxn modelId="{B6E2ABE3-F8FA-4BB3-B4F5-F5686BE786BE}" type="presOf" srcId="{4DB1232A-56A5-4240-946E-C477F19F809B}" destId="{64B5DC33-D49F-45F0-8F7D-3F8F5355B4EF}" srcOrd="0" destOrd="0" presId="urn:microsoft.com/office/officeart/2005/8/layout/lProcess2"/>
    <dgm:cxn modelId="{81EA0FE6-C5D7-4385-BD82-6788EEFCFC0E}" type="presOf" srcId="{6FB625D1-404E-42CA-B98B-A1C3C599DB7D}" destId="{4EA6DD11-4872-4CA4-A1CF-7283F88E5223}" srcOrd="0" destOrd="0" presId="urn:microsoft.com/office/officeart/2005/8/layout/lProcess2"/>
    <dgm:cxn modelId="{B8077FEE-FE85-49A4-A1AC-1F3858C3CC8B}" type="presOf" srcId="{F7990068-AE41-41F1-99DE-9093F15DAC0F}" destId="{68F0488C-9B9F-47D2-9CF2-86BA0E7CB11D}" srcOrd="0" destOrd="0" presId="urn:microsoft.com/office/officeart/2005/8/layout/lProcess2"/>
    <dgm:cxn modelId="{7F1835F5-A21F-4E39-907C-A26CD9C9E0F4}" srcId="{93BF4986-152B-4AC0-9052-D3D62F3AB1BC}" destId="{B631FEBB-8ABC-4D3A-9322-198C7BD7C771}" srcOrd="4" destOrd="0" parTransId="{2F6CD582-A795-46F9-AEAF-9DB716A7EA47}" sibTransId="{19E37B44-33FF-4BD0-A186-AF78713A73A8}"/>
    <dgm:cxn modelId="{B6A88CF5-985F-47A6-996A-4AD2ABA249D5}" type="presOf" srcId="{93BF4986-152B-4AC0-9052-D3D62F3AB1BC}" destId="{15BF0CC6-A829-49A4-824F-AA6F80FA7693}" srcOrd="1" destOrd="0" presId="urn:microsoft.com/office/officeart/2005/8/layout/lProcess2"/>
    <dgm:cxn modelId="{1A634027-ABD8-4727-AC7A-0FBB9E8F11BB}" type="presParOf" srcId="{BF923A26-8E8F-43A8-A41D-ADD60CC38178}" destId="{14AEBAF8-C59A-46A9-9956-1C5F69B8136C}" srcOrd="0" destOrd="0" presId="urn:microsoft.com/office/officeart/2005/8/layout/lProcess2"/>
    <dgm:cxn modelId="{B5E0CBA7-AC4B-4BF8-A2DC-A0B02FC74B20}" type="presParOf" srcId="{14AEBAF8-C59A-46A9-9956-1C5F69B8136C}" destId="{203A2E6F-BD29-4B1B-A3E3-D0A124A1C6FA}" srcOrd="0" destOrd="0" presId="urn:microsoft.com/office/officeart/2005/8/layout/lProcess2"/>
    <dgm:cxn modelId="{03438055-3959-462D-8221-5B0499A43ADD}" type="presParOf" srcId="{14AEBAF8-C59A-46A9-9956-1C5F69B8136C}" destId="{15BF0CC6-A829-49A4-824F-AA6F80FA7693}" srcOrd="1" destOrd="0" presId="urn:microsoft.com/office/officeart/2005/8/layout/lProcess2"/>
    <dgm:cxn modelId="{5BADCF1F-C282-4499-9366-51796CE32C09}" type="presParOf" srcId="{14AEBAF8-C59A-46A9-9956-1C5F69B8136C}" destId="{7E7031CC-B796-44F2-BCBB-96B7B6315485}" srcOrd="2" destOrd="0" presId="urn:microsoft.com/office/officeart/2005/8/layout/lProcess2"/>
    <dgm:cxn modelId="{D6F4C64C-B2C2-42C8-8084-0CDF21756519}" type="presParOf" srcId="{7E7031CC-B796-44F2-BCBB-96B7B6315485}" destId="{A3705875-0018-4A8A-B171-8A6E7C8FCD7D}" srcOrd="0" destOrd="0" presId="urn:microsoft.com/office/officeart/2005/8/layout/lProcess2"/>
    <dgm:cxn modelId="{BEF1A77B-9A75-429D-B646-CC74D91D24BD}" type="presParOf" srcId="{A3705875-0018-4A8A-B171-8A6E7C8FCD7D}" destId="{9DFE0809-440B-4544-9FEB-93358C692BF1}" srcOrd="0" destOrd="0" presId="urn:microsoft.com/office/officeart/2005/8/layout/lProcess2"/>
    <dgm:cxn modelId="{9354DFE7-8DE8-42DE-8A0C-BB047528824A}" type="presParOf" srcId="{A3705875-0018-4A8A-B171-8A6E7C8FCD7D}" destId="{59971167-1CB4-49CC-B720-00FE6F1F2365}" srcOrd="1" destOrd="0" presId="urn:microsoft.com/office/officeart/2005/8/layout/lProcess2"/>
    <dgm:cxn modelId="{2818E97C-AF69-4EB1-80BD-15AF33BA86D8}" type="presParOf" srcId="{A3705875-0018-4A8A-B171-8A6E7C8FCD7D}" destId="{4EA6DD11-4872-4CA4-A1CF-7283F88E5223}" srcOrd="2" destOrd="0" presId="urn:microsoft.com/office/officeart/2005/8/layout/lProcess2"/>
    <dgm:cxn modelId="{E4A2E7ED-4F95-4151-97D9-950E52D25750}" type="presParOf" srcId="{A3705875-0018-4A8A-B171-8A6E7C8FCD7D}" destId="{698886A2-0B93-4CE6-B506-86697D129066}" srcOrd="3" destOrd="0" presId="urn:microsoft.com/office/officeart/2005/8/layout/lProcess2"/>
    <dgm:cxn modelId="{24BC4913-D411-4DDF-937A-5E3113E7D63C}" type="presParOf" srcId="{A3705875-0018-4A8A-B171-8A6E7C8FCD7D}" destId="{64B5DC33-D49F-45F0-8F7D-3F8F5355B4EF}" srcOrd="4" destOrd="0" presId="urn:microsoft.com/office/officeart/2005/8/layout/lProcess2"/>
    <dgm:cxn modelId="{100DFA93-865A-40C2-81E3-B5AFFF868CA7}" type="presParOf" srcId="{A3705875-0018-4A8A-B171-8A6E7C8FCD7D}" destId="{BE57B0EE-7DAC-4FB5-8943-5CA374164DC5}" srcOrd="5" destOrd="0" presId="urn:microsoft.com/office/officeart/2005/8/layout/lProcess2"/>
    <dgm:cxn modelId="{18AF85B4-4346-4C99-B953-69D991BCA297}" type="presParOf" srcId="{A3705875-0018-4A8A-B171-8A6E7C8FCD7D}" destId="{68F0488C-9B9F-47D2-9CF2-86BA0E7CB11D}" srcOrd="6" destOrd="0" presId="urn:microsoft.com/office/officeart/2005/8/layout/lProcess2"/>
    <dgm:cxn modelId="{D4B7A1B6-9252-4220-91CE-84F4825F7439}" type="presParOf" srcId="{A3705875-0018-4A8A-B171-8A6E7C8FCD7D}" destId="{992F6813-C0BE-4AF0-AE42-8EB302EF5EAD}" srcOrd="7" destOrd="0" presId="urn:microsoft.com/office/officeart/2005/8/layout/lProcess2"/>
    <dgm:cxn modelId="{EF97CF36-3EAC-4228-904D-2E7E85539351}" type="presParOf" srcId="{A3705875-0018-4A8A-B171-8A6E7C8FCD7D}" destId="{E32EF0A4-FB3C-44B3-BB34-7378B058001D}" srcOrd="8" destOrd="0" presId="urn:microsoft.com/office/officeart/2005/8/layout/lProcess2"/>
    <dgm:cxn modelId="{10C0E757-D7FB-45A1-AF2D-5CAA97F82819}" type="presParOf" srcId="{A3705875-0018-4A8A-B171-8A6E7C8FCD7D}" destId="{86709787-3B21-454D-B24B-E2325D3D98E2}" srcOrd="9" destOrd="0" presId="urn:microsoft.com/office/officeart/2005/8/layout/lProcess2"/>
    <dgm:cxn modelId="{A98B7BD5-00C4-4D6D-BD9D-4336ED8B9AEE}" type="presParOf" srcId="{A3705875-0018-4A8A-B171-8A6E7C8FCD7D}" destId="{7FAD7FAC-7037-4B01-86B5-74BEA491F52F}" srcOrd="10" destOrd="0" presId="urn:microsoft.com/office/officeart/2005/8/layout/lProcess2"/>
    <dgm:cxn modelId="{C5AEFEE3-34C8-49FE-9EE4-E72E9943DB06}" type="presParOf" srcId="{A3705875-0018-4A8A-B171-8A6E7C8FCD7D}" destId="{A752C8A9-71D9-41BB-82CC-04C2C41EE053}" srcOrd="11" destOrd="0" presId="urn:microsoft.com/office/officeart/2005/8/layout/lProcess2"/>
    <dgm:cxn modelId="{F0678194-2419-4820-BFDE-EEDCB2501C3D}" type="presParOf" srcId="{A3705875-0018-4A8A-B171-8A6E7C8FCD7D}" destId="{1BD0792E-FA60-49F7-ABB5-B71F672B0481}" srcOrd="12" destOrd="0" presId="urn:microsoft.com/office/officeart/2005/8/layout/lProcess2"/>
    <dgm:cxn modelId="{51E4A641-6AB4-4CAA-A178-4F598D3DD12D}" type="presParOf" srcId="{A3705875-0018-4A8A-B171-8A6E7C8FCD7D}" destId="{0CFCF65B-A4CC-406E-9EEC-C8A5CD9523B0}" srcOrd="13" destOrd="0" presId="urn:microsoft.com/office/officeart/2005/8/layout/lProcess2"/>
    <dgm:cxn modelId="{F634CDD4-AB1B-4774-9F45-87E976D6BD9B}" type="presParOf" srcId="{A3705875-0018-4A8A-B171-8A6E7C8FCD7D}" destId="{F2EC71B0-976F-40D1-9D65-2295CF9DED0A}" srcOrd="1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CCD257-1924-48B4-ABE1-D2A8FF896A4B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BF4986-152B-4AC0-9052-D3D62F3AB1BC}">
      <dgm:prSet phldrT="[Text]" custT="1"/>
      <dgm:spPr/>
      <dgm:t>
        <a:bodyPr/>
        <a:lstStyle/>
        <a:p>
          <a:pPr rtl="0"/>
          <a:r>
            <a:rPr lang="en-US" sz="2800" dirty="0">
              <a:latin typeface="Calibri Light" panose="020F0302020204030204"/>
            </a:rPr>
            <a:t>Creating a SPAA using Template </a:t>
          </a:r>
          <a:endParaRPr lang="en-US" sz="2800" dirty="0"/>
        </a:p>
      </dgm:t>
    </dgm:pt>
    <dgm:pt modelId="{5820A6B7-3910-4586-9BCC-F48123A9B168}" type="parTrans" cxnId="{F6CAA96F-359E-4D9D-A7C3-2C88250BF544}">
      <dgm:prSet/>
      <dgm:spPr/>
      <dgm:t>
        <a:bodyPr/>
        <a:lstStyle/>
        <a:p>
          <a:endParaRPr lang="en-US"/>
        </a:p>
      </dgm:t>
    </dgm:pt>
    <dgm:pt modelId="{2A807A4D-A848-4E45-99C3-3CA74C1F6B76}" type="sibTrans" cxnId="{F6CAA96F-359E-4D9D-A7C3-2C88250BF544}">
      <dgm:prSet/>
      <dgm:spPr/>
      <dgm:t>
        <a:bodyPr/>
        <a:lstStyle/>
        <a:p>
          <a:endParaRPr lang="en-US"/>
        </a:p>
      </dgm:t>
    </dgm:pt>
    <dgm:pt modelId="{AE220DBB-A38A-4A15-9D8E-AAB9586704CD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1200" b="1" dirty="0"/>
            <a:t>Download blank SPAA uploaded in SharePoint (CO or WA use required SPAA form for these state)</a:t>
          </a:r>
          <a:endParaRPr lang="en-US" sz="1200" dirty="0"/>
        </a:p>
      </dgm:t>
    </dgm:pt>
    <dgm:pt modelId="{AB5688A6-38B9-4A91-B7D4-55120EEFEEE7}" type="parTrans" cxnId="{9D47D400-F0FD-4E0E-9415-0A0504B1A1AB}">
      <dgm:prSet/>
      <dgm:spPr/>
      <dgm:t>
        <a:bodyPr/>
        <a:lstStyle/>
        <a:p>
          <a:endParaRPr lang="en-US"/>
        </a:p>
      </dgm:t>
    </dgm:pt>
    <dgm:pt modelId="{490F1426-D8A8-459D-BB1B-3DA06DD61601}" type="sibTrans" cxnId="{9D47D400-F0FD-4E0E-9415-0A0504B1A1AB}">
      <dgm:prSet/>
      <dgm:spPr/>
      <dgm:t>
        <a:bodyPr/>
        <a:lstStyle/>
        <a:p>
          <a:endParaRPr lang="en-US"/>
        </a:p>
      </dgm:t>
    </dgm:pt>
    <dgm:pt modelId="{6FB625D1-404E-42CA-B98B-A1C3C599DB7D}">
      <dgm:prSet phldrT="[Text]" custT="1"/>
      <dgm:spPr/>
      <dgm:t>
        <a:bodyPr/>
        <a:lstStyle/>
        <a:p>
          <a:pPr rtl="0"/>
          <a:r>
            <a:rPr lang="en-US" sz="1200" b="1" dirty="0"/>
            <a:t>Fill in client information</a:t>
          </a:r>
          <a:r>
            <a:rPr lang="en-US" sz="1200" b="1" dirty="0">
              <a:latin typeface="Calibri Light" panose="020F0302020204030204"/>
            </a:rPr>
            <a:t> - </a:t>
          </a:r>
          <a:r>
            <a:rPr lang="en-US" sz="1200" b="1" dirty="0">
              <a:solidFill>
                <a:schemeClr val="bg1"/>
              </a:solidFill>
              <a:latin typeface="Calibri Light" panose="020F0302020204030204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Example</a:t>
          </a:r>
          <a:endParaRPr lang="en-US" sz="1200" b="1" dirty="0">
            <a:solidFill>
              <a:schemeClr val="bg1"/>
            </a:solidFill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endParaRPr>
        </a:p>
      </dgm:t>
    </dgm:pt>
    <dgm:pt modelId="{FFD77078-44AB-42A7-B167-B8A70A0DE826}" type="parTrans" cxnId="{6A27AE38-1116-479E-8CE1-FE42CC73D0A9}">
      <dgm:prSet/>
      <dgm:spPr/>
      <dgm:t>
        <a:bodyPr/>
        <a:lstStyle/>
        <a:p>
          <a:endParaRPr lang="en-US"/>
        </a:p>
      </dgm:t>
    </dgm:pt>
    <dgm:pt modelId="{6EEE6660-FB46-410E-A802-5826EEB0A73C}" type="sibTrans" cxnId="{6A27AE38-1116-479E-8CE1-FE42CC73D0A9}">
      <dgm:prSet/>
      <dgm:spPr/>
      <dgm:t>
        <a:bodyPr/>
        <a:lstStyle/>
        <a:p>
          <a:endParaRPr lang="en-US"/>
        </a:p>
      </dgm:t>
    </dgm:pt>
    <dgm:pt modelId="{4DB1232A-56A5-4240-946E-C477F19F809B}">
      <dgm:prSet phldrT="[Text]" custT="1"/>
      <dgm:spPr/>
      <dgm:t>
        <a:bodyPr/>
        <a:lstStyle/>
        <a:p>
          <a:r>
            <a:rPr lang="en-US" sz="1200" b="1" dirty="0"/>
            <a:t>Verify and enter all applicable information (</a:t>
          </a:r>
          <a:r>
            <a:rPr lang="en-US" sz="1200" b="1" dirty="0" err="1"/>
            <a:t>ie</a:t>
          </a:r>
          <a:r>
            <a:rPr lang="en-US" sz="1200" b="1" dirty="0"/>
            <a:t>. Date of Debit on page 4 should be NEXT draft date, include authorized contact if there is a co-client)</a:t>
          </a:r>
          <a:r>
            <a:rPr lang="en-US" sz="1200" b="1" dirty="0">
              <a:latin typeface="Calibri Light" panose="020F0302020204030204"/>
            </a:rPr>
            <a:t> </a:t>
          </a:r>
          <a:endParaRPr lang="en-US" sz="1200" b="1" dirty="0"/>
        </a:p>
      </dgm:t>
    </dgm:pt>
    <dgm:pt modelId="{56B83405-A267-4594-8EB4-94DCFD0D5957}" type="parTrans" cxnId="{A90F9DBF-D802-4CC2-A2EA-1C2FF970A151}">
      <dgm:prSet/>
      <dgm:spPr/>
      <dgm:t>
        <a:bodyPr/>
        <a:lstStyle/>
        <a:p>
          <a:endParaRPr lang="en-US"/>
        </a:p>
      </dgm:t>
    </dgm:pt>
    <dgm:pt modelId="{49304698-1F37-4D07-AF88-C45770D034D0}" type="sibTrans" cxnId="{A90F9DBF-D802-4CC2-A2EA-1C2FF970A151}">
      <dgm:prSet/>
      <dgm:spPr/>
      <dgm:t>
        <a:bodyPr/>
        <a:lstStyle/>
        <a:p>
          <a:endParaRPr lang="en-US"/>
        </a:p>
      </dgm:t>
    </dgm:pt>
    <dgm:pt modelId="{F7990068-AE41-41F1-99DE-9093F15DAC0F}">
      <dgm:prSet phldrT="[Text]" custT="1"/>
      <dgm:spPr/>
      <dgm:t>
        <a:bodyPr/>
        <a:lstStyle/>
        <a:p>
          <a:pPr rtl="0"/>
          <a:r>
            <a:rPr lang="en-US" sz="1200" b="1" dirty="0"/>
            <a:t>Select Print and save as a PDF</a:t>
          </a:r>
        </a:p>
      </dgm:t>
    </dgm:pt>
    <dgm:pt modelId="{C3D43A52-FE84-4FD9-B7AD-2E120BD329F0}" type="parTrans" cxnId="{C78D5EB2-7DCC-4D37-93E4-8C753E99AD17}">
      <dgm:prSet/>
      <dgm:spPr/>
      <dgm:t>
        <a:bodyPr/>
        <a:lstStyle/>
        <a:p>
          <a:endParaRPr lang="en-US"/>
        </a:p>
      </dgm:t>
    </dgm:pt>
    <dgm:pt modelId="{3B86F096-532D-4814-BD73-598B38A71AB7}" type="sibTrans" cxnId="{C78D5EB2-7DCC-4D37-93E4-8C753E99AD17}">
      <dgm:prSet/>
      <dgm:spPr/>
      <dgm:t>
        <a:bodyPr/>
        <a:lstStyle/>
        <a:p>
          <a:endParaRPr lang="en-US"/>
        </a:p>
      </dgm:t>
    </dgm:pt>
    <dgm:pt modelId="{2BF999EB-FAEB-4E0C-B9DE-0190D05EFB49}">
      <dgm:prSet phldrT="[Text]" custT="1"/>
      <dgm:spPr/>
      <dgm:t>
        <a:bodyPr/>
        <a:lstStyle/>
        <a:p>
          <a:pPr rtl="0"/>
          <a:r>
            <a:rPr lang="en-US" sz="1200" b="1" dirty="0"/>
            <a:t>Send the form to the </a:t>
          </a:r>
          <a:r>
            <a:rPr lang="en-US" sz="1200" b="1" dirty="0">
              <a:latin typeface="Calibri Light" panose="020F0302020204030204"/>
            </a:rPr>
            <a:t>client via</a:t>
          </a:r>
          <a:r>
            <a:rPr lang="en-US" sz="1200" b="1" dirty="0"/>
            <a:t> </a:t>
          </a:r>
          <a:r>
            <a:rPr lang="en-US" sz="1200" b="1" dirty="0" err="1">
              <a:latin typeface="Calibri Light" panose="020F0302020204030204"/>
            </a:rPr>
            <a:t>OneSpan</a:t>
          </a:r>
          <a:r>
            <a:rPr lang="en-US" sz="1200" b="1" dirty="0">
              <a:latin typeface="Calibri Light" panose="020F0302020204030204"/>
            </a:rPr>
            <a:t> </a:t>
          </a:r>
          <a:r>
            <a:rPr lang="en-US" sz="1200" b="1" dirty="0"/>
            <a:t>(best practice is to do this and get it returned while client is on the line.</a:t>
          </a:r>
        </a:p>
      </dgm:t>
    </dgm:pt>
    <dgm:pt modelId="{B0C6A451-F118-492A-8A1A-39EDAD47FD43}" type="parTrans" cxnId="{9AC74288-D2F8-44A2-BBD6-3923183BB516}">
      <dgm:prSet/>
      <dgm:spPr/>
      <dgm:t>
        <a:bodyPr/>
        <a:lstStyle/>
        <a:p>
          <a:endParaRPr lang="en-US"/>
        </a:p>
      </dgm:t>
    </dgm:pt>
    <dgm:pt modelId="{1CA0D54D-F943-4B82-A298-191D00FA9C9D}" type="sibTrans" cxnId="{9AC74288-D2F8-44A2-BBD6-3923183BB516}">
      <dgm:prSet/>
      <dgm:spPr/>
      <dgm:t>
        <a:bodyPr/>
        <a:lstStyle/>
        <a:p>
          <a:endParaRPr lang="en-US"/>
        </a:p>
      </dgm:t>
    </dgm:pt>
    <dgm:pt modelId="{69A08167-D47B-4F63-A8C1-A8EF9C769476}">
      <dgm:prSet phldrT="[Text]" custT="1"/>
      <dgm:spPr/>
      <dgm:t>
        <a:bodyPr/>
        <a:lstStyle/>
        <a:p>
          <a:pPr algn="ctr"/>
          <a:r>
            <a:rPr lang="en-US" sz="1200" b="1" dirty="0"/>
            <a:t>Submit applicable request</a:t>
          </a:r>
        </a:p>
      </dgm:t>
    </dgm:pt>
    <dgm:pt modelId="{95E0FEC5-A1D1-4E25-8EAD-5BA32A6CACBB}" type="parTrans" cxnId="{F1211B92-6827-43C7-9D69-88B2CC6AF1A2}">
      <dgm:prSet/>
      <dgm:spPr/>
      <dgm:t>
        <a:bodyPr/>
        <a:lstStyle/>
        <a:p>
          <a:endParaRPr lang="en-US"/>
        </a:p>
      </dgm:t>
    </dgm:pt>
    <dgm:pt modelId="{5955E2D0-9705-4367-87E8-8D483E2173D7}" type="sibTrans" cxnId="{F1211B92-6827-43C7-9D69-88B2CC6AF1A2}">
      <dgm:prSet/>
      <dgm:spPr/>
      <dgm:t>
        <a:bodyPr/>
        <a:lstStyle/>
        <a:p>
          <a:endParaRPr lang="en-US"/>
        </a:p>
      </dgm:t>
    </dgm:pt>
    <dgm:pt modelId="{B4371FDC-22FB-4283-9F34-B7C5C725140A}">
      <dgm:prSet phldrT="[Text]" custT="1"/>
      <dgm:spPr/>
      <dgm:t>
        <a:bodyPr/>
        <a:lstStyle/>
        <a:p>
          <a:pPr algn="ctr"/>
          <a:r>
            <a:rPr lang="en-US" sz="1100" b="1" dirty="0"/>
            <a:t>Info change if client is changing bank info</a:t>
          </a:r>
        </a:p>
      </dgm:t>
    </dgm:pt>
    <dgm:pt modelId="{23285C14-56E1-477F-8D7D-08014C3D8D1A}" type="parTrans" cxnId="{1A2A3262-6C07-4303-81DE-EC369A47B983}">
      <dgm:prSet/>
      <dgm:spPr/>
      <dgm:t>
        <a:bodyPr/>
        <a:lstStyle/>
        <a:p>
          <a:endParaRPr lang="en-US"/>
        </a:p>
      </dgm:t>
    </dgm:pt>
    <dgm:pt modelId="{F1E158FE-1D69-4166-9303-93A497269D88}" type="sibTrans" cxnId="{1A2A3262-6C07-4303-81DE-EC369A47B983}">
      <dgm:prSet/>
      <dgm:spPr/>
      <dgm:t>
        <a:bodyPr/>
        <a:lstStyle/>
        <a:p>
          <a:endParaRPr lang="en-US"/>
        </a:p>
      </dgm:t>
    </dgm:pt>
    <dgm:pt modelId="{18C0A934-AB5E-4B00-A67D-88A64F47CE1D}">
      <dgm:prSet phldrT="[Text]" custT="1"/>
      <dgm:spPr/>
      <dgm:t>
        <a:bodyPr/>
        <a:lstStyle/>
        <a:p>
          <a:pPr algn="ctr"/>
          <a:r>
            <a:rPr lang="en-US" sz="1100" b="1" dirty="0"/>
            <a:t>Global validation if client is signing SPAA for validation purposes</a:t>
          </a:r>
        </a:p>
      </dgm:t>
    </dgm:pt>
    <dgm:pt modelId="{39255718-53E2-49A3-9C73-8FFAD989E635}" type="parTrans" cxnId="{62BCC792-941F-4459-AC67-4F9CD0263F7B}">
      <dgm:prSet/>
      <dgm:spPr/>
      <dgm:t>
        <a:bodyPr/>
        <a:lstStyle/>
        <a:p>
          <a:endParaRPr lang="en-US"/>
        </a:p>
      </dgm:t>
    </dgm:pt>
    <dgm:pt modelId="{E0A896A0-859A-4921-96B1-1884C3E2AE0E}" type="sibTrans" cxnId="{62BCC792-941F-4459-AC67-4F9CD0263F7B}">
      <dgm:prSet/>
      <dgm:spPr/>
      <dgm:t>
        <a:bodyPr/>
        <a:lstStyle/>
        <a:p>
          <a:endParaRPr lang="en-US"/>
        </a:p>
      </dgm:t>
    </dgm:pt>
    <dgm:pt modelId="{F5AD03C1-919D-4BDC-9B56-957870AACCB1}">
      <dgm:prSet phldr="0"/>
      <dgm:spPr/>
      <dgm:t>
        <a:bodyPr/>
        <a:lstStyle/>
        <a:p>
          <a:pPr rtl="0"/>
          <a:endParaRPr lang="en-US" b="1">
            <a:latin typeface="Calibri Light" panose="020F0302020204030204"/>
          </a:endParaRPr>
        </a:p>
      </dgm:t>
    </dgm:pt>
    <dgm:pt modelId="{68B7385A-62E6-49BE-8A93-8D057CE5C2FC}" type="parTrans" cxnId="{35866EB8-3A6F-461E-A305-5BB99C56DD89}">
      <dgm:prSet/>
      <dgm:spPr/>
    </dgm:pt>
    <dgm:pt modelId="{CB9B2F57-A7D0-4A68-9182-3602B595F711}" type="sibTrans" cxnId="{35866EB8-3A6F-461E-A305-5BB99C56DD89}">
      <dgm:prSet/>
      <dgm:spPr/>
    </dgm:pt>
    <dgm:pt modelId="{BF923A26-8E8F-43A8-A41D-ADD60CC38178}" type="pres">
      <dgm:prSet presAssocID="{73CCD257-1924-48B4-ABE1-D2A8FF896A4B}" presName="theList" presStyleCnt="0">
        <dgm:presLayoutVars>
          <dgm:dir/>
          <dgm:animLvl val="lvl"/>
          <dgm:resizeHandles val="exact"/>
        </dgm:presLayoutVars>
      </dgm:prSet>
      <dgm:spPr/>
    </dgm:pt>
    <dgm:pt modelId="{14AEBAF8-C59A-46A9-9956-1C5F69B8136C}" type="pres">
      <dgm:prSet presAssocID="{93BF4986-152B-4AC0-9052-D3D62F3AB1BC}" presName="compNode" presStyleCnt="0"/>
      <dgm:spPr/>
    </dgm:pt>
    <dgm:pt modelId="{203A2E6F-BD29-4B1B-A3E3-D0A124A1C6FA}" type="pres">
      <dgm:prSet presAssocID="{93BF4986-152B-4AC0-9052-D3D62F3AB1BC}" presName="aNode" presStyleLbl="bgShp" presStyleIdx="0" presStyleCnt="1" custLinFactNeighborX="757" custLinFactNeighborY="-9651"/>
      <dgm:spPr/>
    </dgm:pt>
    <dgm:pt modelId="{15BF0CC6-A829-49A4-824F-AA6F80FA7693}" type="pres">
      <dgm:prSet presAssocID="{93BF4986-152B-4AC0-9052-D3D62F3AB1BC}" presName="textNode" presStyleLbl="bgShp" presStyleIdx="0" presStyleCnt="1"/>
      <dgm:spPr/>
    </dgm:pt>
    <dgm:pt modelId="{7E7031CC-B796-44F2-BCBB-96B7B6315485}" type="pres">
      <dgm:prSet presAssocID="{93BF4986-152B-4AC0-9052-D3D62F3AB1BC}" presName="compChildNode" presStyleCnt="0"/>
      <dgm:spPr/>
    </dgm:pt>
    <dgm:pt modelId="{A3705875-0018-4A8A-B171-8A6E7C8FCD7D}" type="pres">
      <dgm:prSet presAssocID="{93BF4986-152B-4AC0-9052-D3D62F3AB1BC}" presName="theInnerList" presStyleCnt="0"/>
      <dgm:spPr/>
    </dgm:pt>
    <dgm:pt modelId="{4149367F-75E0-47F2-967E-54DEB0E60EC5}" type="pres">
      <dgm:prSet presAssocID="{F5AD03C1-919D-4BDC-9B56-957870AACCB1}" presName="childNode" presStyleLbl="node1" presStyleIdx="0" presStyleCnt="7">
        <dgm:presLayoutVars>
          <dgm:bulletEnabled val="1"/>
        </dgm:presLayoutVars>
      </dgm:prSet>
      <dgm:spPr/>
    </dgm:pt>
    <dgm:pt modelId="{8D50F374-D44C-4E90-BC63-4B8056BE82C3}" type="pres">
      <dgm:prSet presAssocID="{F5AD03C1-919D-4BDC-9B56-957870AACCB1}" presName="aSpace2" presStyleCnt="0"/>
      <dgm:spPr/>
    </dgm:pt>
    <dgm:pt modelId="{9DFE0809-440B-4544-9FEB-93358C692BF1}" type="pres">
      <dgm:prSet presAssocID="{AE220DBB-A38A-4A15-9D8E-AAB9586704CD}" presName="childNode" presStyleLbl="node1" presStyleIdx="1" presStyleCnt="7" custLinFactY="-100000" custLinFactNeighborX="-61" custLinFactNeighborY="-170724">
        <dgm:presLayoutVars>
          <dgm:bulletEnabled val="1"/>
        </dgm:presLayoutVars>
      </dgm:prSet>
      <dgm:spPr/>
    </dgm:pt>
    <dgm:pt modelId="{59971167-1CB4-49CC-B720-00FE6F1F2365}" type="pres">
      <dgm:prSet presAssocID="{AE220DBB-A38A-4A15-9D8E-AAB9586704CD}" presName="aSpace2" presStyleCnt="0"/>
      <dgm:spPr/>
    </dgm:pt>
    <dgm:pt modelId="{4EA6DD11-4872-4CA4-A1CF-7283F88E5223}" type="pres">
      <dgm:prSet presAssocID="{6FB625D1-404E-42CA-B98B-A1C3C599DB7D}" presName="childNode" presStyleLbl="node1" presStyleIdx="2" presStyleCnt="7" custLinFactY="-100000" custLinFactNeighborX="-61" custLinFactNeighborY="-198545">
        <dgm:presLayoutVars>
          <dgm:bulletEnabled val="1"/>
        </dgm:presLayoutVars>
      </dgm:prSet>
      <dgm:spPr/>
    </dgm:pt>
    <dgm:pt modelId="{698886A2-0B93-4CE6-B506-86697D129066}" type="pres">
      <dgm:prSet presAssocID="{6FB625D1-404E-42CA-B98B-A1C3C599DB7D}" presName="aSpace2" presStyleCnt="0"/>
      <dgm:spPr/>
    </dgm:pt>
    <dgm:pt modelId="{64B5DC33-D49F-45F0-8F7D-3F8F5355B4EF}" type="pres">
      <dgm:prSet presAssocID="{4DB1232A-56A5-4240-946E-C477F19F809B}" presName="childNode" presStyleLbl="node1" presStyleIdx="3" presStyleCnt="7" custLinFactY="-103753" custLinFactNeighborX="-61" custLinFactNeighborY="-200000">
        <dgm:presLayoutVars>
          <dgm:bulletEnabled val="1"/>
        </dgm:presLayoutVars>
      </dgm:prSet>
      <dgm:spPr/>
    </dgm:pt>
    <dgm:pt modelId="{BE57B0EE-7DAC-4FB5-8943-5CA374164DC5}" type="pres">
      <dgm:prSet presAssocID="{4DB1232A-56A5-4240-946E-C477F19F809B}" presName="aSpace2" presStyleCnt="0"/>
      <dgm:spPr/>
    </dgm:pt>
    <dgm:pt modelId="{68F0488C-9B9F-47D2-9CF2-86BA0E7CB11D}" type="pres">
      <dgm:prSet presAssocID="{F7990068-AE41-41F1-99DE-9093F15DAC0F}" presName="childNode" presStyleLbl="node1" presStyleIdx="4" presStyleCnt="7" custLinFactY="-108438" custLinFactNeighborX="-61" custLinFactNeighborY="-200000">
        <dgm:presLayoutVars>
          <dgm:bulletEnabled val="1"/>
        </dgm:presLayoutVars>
      </dgm:prSet>
      <dgm:spPr/>
    </dgm:pt>
    <dgm:pt modelId="{992F6813-C0BE-4AF0-AE42-8EB302EF5EAD}" type="pres">
      <dgm:prSet presAssocID="{F7990068-AE41-41F1-99DE-9093F15DAC0F}" presName="aSpace2" presStyleCnt="0"/>
      <dgm:spPr/>
    </dgm:pt>
    <dgm:pt modelId="{7FAD7FAC-7037-4B01-86B5-74BEA491F52F}" type="pres">
      <dgm:prSet presAssocID="{2BF999EB-FAEB-4E0C-B9DE-0190D05EFB49}" presName="childNode" presStyleLbl="node1" presStyleIdx="5" presStyleCnt="7" custLinFactY="-106196" custLinFactNeighborX="-61" custLinFactNeighborY="-200000">
        <dgm:presLayoutVars>
          <dgm:bulletEnabled val="1"/>
        </dgm:presLayoutVars>
      </dgm:prSet>
      <dgm:spPr/>
    </dgm:pt>
    <dgm:pt modelId="{A752C8A9-71D9-41BB-82CC-04C2C41EE053}" type="pres">
      <dgm:prSet presAssocID="{2BF999EB-FAEB-4E0C-B9DE-0190D05EFB49}" presName="aSpace2" presStyleCnt="0"/>
      <dgm:spPr/>
    </dgm:pt>
    <dgm:pt modelId="{1BD0792E-FA60-49F7-ABB5-B71F672B0481}" type="pres">
      <dgm:prSet presAssocID="{69A08167-D47B-4F63-A8C1-A8EF9C769476}" presName="childNode" presStyleLbl="node1" presStyleIdx="6" presStyleCnt="7" custScaleY="186063" custLinFactY="-105106" custLinFactNeighborX="-61" custLinFactNeighborY="-200000">
        <dgm:presLayoutVars>
          <dgm:bulletEnabled val="1"/>
        </dgm:presLayoutVars>
      </dgm:prSet>
      <dgm:spPr/>
    </dgm:pt>
  </dgm:ptLst>
  <dgm:cxnLst>
    <dgm:cxn modelId="{9D47D400-F0FD-4E0E-9415-0A0504B1A1AB}" srcId="{93BF4986-152B-4AC0-9052-D3D62F3AB1BC}" destId="{AE220DBB-A38A-4A15-9D8E-AAB9586704CD}" srcOrd="1" destOrd="0" parTransId="{AB5688A6-38B9-4A91-B7D4-55120EEFEEE7}" sibTransId="{490F1426-D8A8-459D-BB1B-3DA06DD61601}"/>
    <dgm:cxn modelId="{B7A80204-D0E4-4791-B7F4-97BBC3288090}" type="presOf" srcId="{AE220DBB-A38A-4A15-9D8E-AAB9586704CD}" destId="{9DFE0809-440B-4544-9FEB-93358C692BF1}" srcOrd="0" destOrd="0" presId="urn:microsoft.com/office/officeart/2005/8/layout/lProcess2"/>
    <dgm:cxn modelId="{76276828-6AAD-46F4-91AF-4E37F6BD855E}" type="presOf" srcId="{2BF999EB-FAEB-4E0C-B9DE-0190D05EFB49}" destId="{7FAD7FAC-7037-4B01-86B5-74BEA491F52F}" srcOrd="0" destOrd="0" presId="urn:microsoft.com/office/officeart/2005/8/layout/lProcess2"/>
    <dgm:cxn modelId="{6F14532F-B724-49F5-B25D-F54C08EDDB91}" type="presOf" srcId="{93BF4986-152B-4AC0-9052-D3D62F3AB1BC}" destId="{15BF0CC6-A829-49A4-824F-AA6F80FA7693}" srcOrd="1" destOrd="0" presId="urn:microsoft.com/office/officeart/2005/8/layout/lProcess2"/>
    <dgm:cxn modelId="{9C780833-DFC2-49A3-BB7B-2C93F2C45CB3}" type="presOf" srcId="{4DB1232A-56A5-4240-946E-C477F19F809B}" destId="{64B5DC33-D49F-45F0-8F7D-3F8F5355B4EF}" srcOrd="0" destOrd="0" presId="urn:microsoft.com/office/officeart/2005/8/layout/lProcess2"/>
    <dgm:cxn modelId="{6A27AE38-1116-479E-8CE1-FE42CC73D0A9}" srcId="{93BF4986-152B-4AC0-9052-D3D62F3AB1BC}" destId="{6FB625D1-404E-42CA-B98B-A1C3C599DB7D}" srcOrd="2" destOrd="0" parTransId="{FFD77078-44AB-42A7-B167-B8A70A0DE826}" sibTransId="{6EEE6660-FB46-410E-A802-5826EEB0A73C}"/>
    <dgm:cxn modelId="{CF7D1F5E-C3FD-44B7-987D-9DC56ADDB6DA}" type="presOf" srcId="{18C0A934-AB5E-4B00-A67D-88A64F47CE1D}" destId="{1BD0792E-FA60-49F7-ABB5-B71F672B0481}" srcOrd="0" destOrd="2" presId="urn:microsoft.com/office/officeart/2005/8/layout/lProcess2"/>
    <dgm:cxn modelId="{1A2A3262-6C07-4303-81DE-EC369A47B983}" srcId="{69A08167-D47B-4F63-A8C1-A8EF9C769476}" destId="{B4371FDC-22FB-4283-9F34-B7C5C725140A}" srcOrd="0" destOrd="0" parTransId="{23285C14-56E1-477F-8D7D-08014C3D8D1A}" sibTransId="{F1E158FE-1D69-4166-9303-93A497269D88}"/>
    <dgm:cxn modelId="{9B630363-6088-42E8-8283-3CA0F9D7333F}" type="presOf" srcId="{6FB625D1-404E-42CA-B98B-A1C3C599DB7D}" destId="{4EA6DD11-4872-4CA4-A1CF-7283F88E5223}" srcOrd="0" destOrd="0" presId="urn:microsoft.com/office/officeart/2005/8/layout/lProcess2"/>
    <dgm:cxn modelId="{F6CAA96F-359E-4D9D-A7C3-2C88250BF544}" srcId="{73CCD257-1924-48B4-ABE1-D2A8FF896A4B}" destId="{93BF4986-152B-4AC0-9052-D3D62F3AB1BC}" srcOrd="0" destOrd="0" parTransId="{5820A6B7-3910-4586-9BCC-F48123A9B168}" sibTransId="{2A807A4D-A848-4E45-99C3-3CA74C1F6B76}"/>
    <dgm:cxn modelId="{7DDE4250-4C5B-404C-9F2A-9DBA53B3ADFF}" type="presOf" srcId="{69A08167-D47B-4F63-A8C1-A8EF9C769476}" destId="{1BD0792E-FA60-49F7-ABB5-B71F672B0481}" srcOrd="0" destOrd="0" presId="urn:microsoft.com/office/officeart/2005/8/layout/lProcess2"/>
    <dgm:cxn modelId="{9AC74288-D2F8-44A2-BBD6-3923183BB516}" srcId="{93BF4986-152B-4AC0-9052-D3D62F3AB1BC}" destId="{2BF999EB-FAEB-4E0C-B9DE-0190D05EFB49}" srcOrd="5" destOrd="0" parTransId="{B0C6A451-F118-492A-8A1A-39EDAD47FD43}" sibTransId="{1CA0D54D-F943-4B82-A298-191D00FA9C9D}"/>
    <dgm:cxn modelId="{2BB7F08A-02FD-4EA7-85DE-A938E03957D6}" type="presOf" srcId="{73CCD257-1924-48B4-ABE1-D2A8FF896A4B}" destId="{BF923A26-8E8F-43A8-A41D-ADD60CC38178}" srcOrd="0" destOrd="0" presId="urn:microsoft.com/office/officeart/2005/8/layout/lProcess2"/>
    <dgm:cxn modelId="{F1211B92-6827-43C7-9D69-88B2CC6AF1A2}" srcId="{93BF4986-152B-4AC0-9052-D3D62F3AB1BC}" destId="{69A08167-D47B-4F63-A8C1-A8EF9C769476}" srcOrd="6" destOrd="0" parTransId="{95E0FEC5-A1D1-4E25-8EAD-5BA32A6CACBB}" sibTransId="{5955E2D0-9705-4367-87E8-8D483E2173D7}"/>
    <dgm:cxn modelId="{62BCC792-941F-4459-AC67-4F9CD0263F7B}" srcId="{69A08167-D47B-4F63-A8C1-A8EF9C769476}" destId="{18C0A934-AB5E-4B00-A67D-88A64F47CE1D}" srcOrd="1" destOrd="0" parTransId="{39255718-53E2-49A3-9C73-8FFAD989E635}" sibTransId="{E0A896A0-859A-4921-96B1-1884C3E2AE0E}"/>
    <dgm:cxn modelId="{C84894AE-5C4C-4C7A-BD7A-F0781DB5AD97}" type="presOf" srcId="{F5AD03C1-919D-4BDC-9B56-957870AACCB1}" destId="{4149367F-75E0-47F2-967E-54DEB0E60EC5}" srcOrd="0" destOrd="0" presId="urn:microsoft.com/office/officeart/2005/8/layout/lProcess2"/>
    <dgm:cxn modelId="{C78D5EB2-7DCC-4D37-93E4-8C753E99AD17}" srcId="{93BF4986-152B-4AC0-9052-D3D62F3AB1BC}" destId="{F7990068-AE41-41F1-99DE-9093F15DAC0F}" srcOrd="4" destOrd="0" parTransId="{C3D43A52-FE84-4FD9-B7AD-2E120BD329F0}" sibTransId="{3B86F096-532D-4814-BD73-598B38A71AB7}"/>
    <dgm:cxn modelId="{35866EB8-3A6F-461E-A305-5BB99C56DD89}" srcId="{93BF4986-152B-4AC0-9052-D3D62F3AB1BC}" destId="{F5AD03C1-919D-4BDC-9B56-957870AACCB1}" srcOrd="0" destOrd="0" parTransId="{68B7385A-62E6-49BE-8A93-8D057CE5C2FC}" sibTransId="{CB9B2F57-A7D0-4A68-9182-3602B595F711}"/>
    <dgm:cxn modelId="{A90F9DBF-D802-4CC2-A2EA-1C2FF970A151}" srcId="{93BF4986-152B-4AC0-9052-D3D62F3AB1BC}" destId="{4DB1232A-56A5-4240-946E-C477F19F809B}" srcOrd="3" destOrd="0" parTransId="{56B83405-A267-4594-8EB4-94DCFD0D5957}" sibTransId="{49304698-1F37-4D07-AF88-C45770D034D0}"/>
    <dgm:cxn modelId="{94FF10C5-E038-422B-A250-076BCF75A08C}" type="presOf" srcId="{93BF4986-152B-4AC0-9052-D3D62F3AB1BC}" destId="{203A2E6F-BD29-4B1B-A3E3-D0A124A1C6FA}" srcOrd="0" destOrd="0" presId="urn:microsoft.com/office/officeart/2005/8/layout/lProcess2"/>
    <dgm:cxn modelId="{D65209E1-A0DD-472E-A685-08C9446125F8}" type="presOf" srcId="{B4371FDC-22FB-4283-9F34-B7C5C725140A}" destId="{1BD0792E-FA60-49F7-ABB5-B71F672B0481}" srcOrd="0" destOrd="1" presId="urn:microsoft.com/office/officeart/2005/8/layout/lProcess2"/>
    <dgm:cxn modelId="{A9233EE9-F1E7-4A53-87C0-62CE77AEA1FE}" type="presOf" srcId="{F7990068-AE41-41F1-99DE-9093F15DAC0F}" destId="{68F0488C-9B9F-47D2-9CF2-86BA0E7CB11D}" srcOrd="0" destOrd="0" presId="urn:microsoft.com/office/officeart/2005/8/layout/lProcess2"/>
    <dgm:cxn modelId="{3847ACF1-F4C8-46FF-8A7F-CB12E7CAACA6}" type="presParOf" srcId="{BF923A26-8E8F-43A8-A41D-ADD60CC38178}" destId="{14AEBAF8-C59A-46A9-9956-1C5F69B8136C}" srcOrd="0" destOrd="0" presId="urn:microsoft.com/office/officeart/2005/8/layout/lProcess2"/>
    <dgm:cxn modelId="{720DC233-BD74-48AF-BB62-FDFAA494BA31}" type="presParOf" srcId="{14AEBAF8-C59A-46A9-9956-1C5F69B8136C}" destId="{203A2E6F-BD29-4B1B-A3E3-D0A124A1C6FA}" srcOrd="0" destOrd="0" presId="urn:microsoft.com/office/officeart/2005/8/layout/lProcess2"/>
    <dgm:cxn modelId="{18512170-E0EA-49DC-A36B-B6221CDBD0A8}" type="presParOf" srcId="{14AEBAF8-C59A-46A9-9956-1C5F69B8136C}" destId="{15BF0CC6-A829-49A4-824F-AA6F80FA7693}" srcOrd="1" destOrd="0" presId="urn:microsoft.com/office/officeart/2005/8/layout/lProcess2"/>
    <dgm:cxn modelId="{29985175-ED2B-45F1-81E6-A7C8ED2D6F43}" type="presParOf" srcId="{14AEBAF8-C59A-46A9-9956-1C5F69B8136C}" destId="{7E7031CC-B796-44F2-BCBB-96B7B6315485}" srcOrd="2" destOrd="0" presId="urn:microsoft.com/office/officeart/2005/8/layout/lProcess2"/>
    <dgm:cxn modelId="{2115DBCB-F236-4A98-A23C-AD5A3D41CCBA}" type="presParOf" srcId="{7E7031CC-B796-44F2-BCBB-96B7B6315485}" destId="{A3705875-0018-4A8A-B171-8A6E7C8FCD7D}" srcOrd="0" destOrd="0" presId="urn:microsoft.com/office/officeart/2005/8/layout/lProcess2"/>
    <dgm:cxn modelId="{E8F14049-E65C-421F-8B92-BA022D3704C7}" type="presParOf" srcId="{A3705875-0018-4A8A-B171-8A6E7C8FCD7D}" destId="{4149367F-75E0-47F2-967E-54DEB0E60EC5}" srcOrd="0" destOrd="0" presId="urn:microsoft.com/office/officeart/2005/8/layout/lProcess2"/>
    <dgm:cxn modelId="{F243C8EA-DE9A-43A4-9FBC-8B57D8FFB918}" type="presParOf" srcId="{A3705875-0018-4A8A-B171-8A6E7C8FCD7D}" destId="{8D50F374-D44C-4E90-BC63-4B8056BE82C3}" srcOrd="1" destOrd="0" presId="urn:microsoft.com/office/officeart/2005/8/layout/lProcess2"/>
    <dgm:cxn modelId="{86EC12AF-7E62-4D9E-A9BE-495D64225019}" type="presParOf" srcId="{A3705875-0018-4A8A-B171-8A6E7C8FCD7D}" destId="{9DFE0809-440B-4544-9FEB-93358C692BF1}" srcOrd="2" destOrd="0" presId="urn:microsoft.com/office/officeart/2005/8/layout/lProcess2"/>
    <dgm:cxn modelId="{7CCE30F3-779D-4AFA-9729-9000EE58C338}" type="presParOf" srcId="{A3705875-0018-4A8A-B171-8A6E7C8FCD7D}" destId="{59971167-1CB4-49CC-B720-00FE6F1F2365}" srcOrd="3" destOrd="0" presId="urn:microsoft.com/office/officeart/2005/8/layout/lProcess2"/>
    <dgm:cxn modelId="{4FB5ADBF-9A3F-42BA-B0EE-A46D143A6348}" type="presParOf" srcId="{A3705875-0018-4A8A-B171-8A6E7C8FCD7D}" destId="{4EA6DD11-4872-4CA4-A1CF-7283F88E5223}" srcOrd="4" destOrd="0" presId="urn:microsoft.com/office/officeart/2005/8/layout/lProcess2"/>
    <dgm:cxn modelId="{D4918076-EFF8-452B-A222-712854A9C16E}" type="presParOf" srcId="{A3705875-0018-4A8A-B171-8A6E7C8FCD7D}" destId="{698886A2-0B93-4CE6-B506-86697D129066}" srcOrd="5" destOrd="0" presId="urn:microsoft.com/office/officeart/2005/8/layout/lProcess2"/>
    <dgm:cxn modelId="{EEF5FB75-CEF9-4CA7-AC5D-65131CD72426}" type="presParOf" srcId="{A3705875-0018-4A8A-B171-8A6E7C8FCD7D}" destId="{64B5DC33-D49F-45F0-8F7D-3F8F5355B4EF}" srcOrd="6" destOrd="0" presId="urn:microsoft.com/office/officeart/2005/8/layout/lProcess2"/>
    <dgm:cxn modelId="{2FE0249A-F843-49C7-B42E-41B04D8DF2D8}" type="presParOf" srcId="{A3705875-0018-4A8A-B171-8A6E7C8FCD7D}" destId="{BE57B0EE-7DAC-4FB5-8943-5CA374164DC5}" srcOrd="7" destOrd="0" presId="urn:microsoft.com/office/officeart/2005/8/layout/lProcess2"/>
    <dgm:cxn modelId="{FF3E3323-EC37-4629-9C33-E0D814431490}" type="presParOf" srcId="{A3705875-0018-4A8A-B171-8A6E7C8FCD7D}" destId="{68F0488C-9B9F-47D2-9CF2-86BA0E7CB11D}" srcOrd="8" destOrd="0" presId="urn:microsoft.com/office/officeart/2005/8/layout/lProcess2"/>
    <dgm:cxn modelId="{B88219EF-1A8C-41BF-86DF-8AE3431BBDC9}" type="presParOf" srcId="{A3705875-0018-4A8A-B171-8A6E7C8FCD7D}" destId="{992F6813-C0BE-4AF0-AE42-8EB302EF5EAD}" srcOrd="9" destOrd="0" presId="urn:microsoft.com/office/officeart/2005/8/layout/lProcess2"/>
    <dgm:cxn modelId="{6ACC474A-87AC-471B-B18D-2A7BE61CE2F7}" type="presParOf" srcId="{A3705875-0018-4A8A-B171-8A6E7C8FCD7D}" destId="{7FAD7FAC-7037-4B01-86B5-74BEA491F52F}" srcOrd="10" destOrd="0" presId="urn:microsoft.com/office/officeart/2005/8/layout/lProcess2"/>
    <dgm:cxn modelId="{A8DF5154-BEF1-45B9-9DB2-E1901D8BCAB4}" type="presParOf" srcId="{A3705875-0018-4A8A-B171-8A6E7C8FCD7D}" destId="{A752C8A9-71D9-41BB-82CC-04C2C41EE053}" srcOrd="11" destOrd="0" presId="urn:microsoft.com/office/officeart/2005/8/layout/lProcess2"/>
    <dgm:cxn modelId="{634DE025-1BE7-461A-A4B7-1307DCFB6C72}" type="presParOf" srcId="{A3705875-0018-4A8A-B171-8A6E7C8FCD7D}" destId="{1BD0792E-FA60-49F7-ABB5-B71F672B0481}" srcOrd="1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A2E6F-BD29-4B1B-A3E3-D0A124A1C6FA}">
      <dsp:nvSpPr>
        <dsp:cNvPr id="0" name=""/>
        <dsp:cNvSpPr/>
      </dsp:nvSpPr>
      <dsp:spPr>
        <a:xfrm>
          <a:off x="8364" y="0"/>
          <a:ext cx="8556794" cy="56857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alibri Light" panose="020F0302020204030204"/>
            </a:rPr>
            <a:t>Creating a SPAA for clients </a:t>
          </a:r>
          <a:endParaRPr lang="en-US" sz="2800" kern="1200"/>
        </a:p>
      </dsp:txBody>
      <dsp:txXfrm>
        <a:off x="8364" y="0"/>
        <a:ext cx="8556794" cy="1705716"/>
      </dsp:txXfrm>
    </dsp:sp>
    <dsp:sp modelId="{9DFE0809-440B-4544-9FEB-93358C692BF1}">
      <dsp:nvSpPr>
        <dsp:cNvPr id="0" name=""/>
        <dsp:cNvSpPr/>
      </dsp:nvSpPr>
      <dsp:spPr>
        <a:xfrm>
          <a:off x="855685" y="1237120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 Client Files</a:t>
          </a:r>
        </a:p>
      </dsp:txBody>
      <dsp:txXfrm>
        <a:off x="866573" y="1248008"/>
        <a:ext cx="6823659" cy="349961"/>
      </dsp:txXfrm>
    </dsp:sp>
    <dsp:sp modelId="{4EA6DD11-4872-4CA4-A1CF-7283F88E5223}">
      <dsp:nvSpPr>
        <dsp:cNvPr id="0" name=""/>
        <dsp:cNvSpPr/>
      </dsp:nvSpPr>
      <dsp:spPr>
        <a:xfrm>
          <a:off x="855685" y="1650137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Click Create Template</a:t>
          </a:r>
        </a:p>
      </dsp:txBody>
      <dsp:txXfrm>
        <a:off x="866573" y="1661025"/>
        <a:ext cx="6823659" cy="349961"/>
      </dsp:txXfrm>
    </dsp:sp>
    <dsp:sp modelId="{64B5DC33-D49F-45F0-8F7D-3F8F5355B4EF}">
      <dsp:nvSpPr>
        <dsp:cNvPr id="0" name=""/>
        <dsp:cNvSpPr/>
      </dsp:nvSpPr>
      <dsp:spPr>
        <a:xfrm>
          <a:off x="855685" y="2064281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Choose SPAA and click Create template</a:t>
          </a:r>
        </a:p>
      </dsp:txBody>
      <dsp:txXfrm>
        <a:off x="866573" y="2075169"/>
        <a:ext cx="6823659" cy="349961"/>
      </dsp:txXfrm>
    </dsp:sp>
    <dsp:sp modelId="{68F0488C-9B9F-47D2-9CF2-86BA0E7CB11D}">
      <dsp:nvSpPr>
        <dsp:cNvPr id="0" name=""/>
        <dsp:cNvSpPr/>
      </dsp:nvSpPr>
      <dsp:spPr>
        <a:xfrm>
          <a:off x="855685" y="2475793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Verify and enter all applicable information (</a:t>
          </a:r>
          <a:r>
            <a:rPr lang="en-US" sz="1200" kern="1200" err="1"/>
            <a:t>ie</a:t>
          </a:r>
          <a:r>
            <a:rPr lang="en-US" sz="1200" kern="1200"/>
            <a:t>. Date of Debit on page 4 should be NEXT draft date, include authorized contact if there is a co-client)</a:t>
          </a:r>
          <a:r>
            <a:rPr lang="en-US" sz="1200" kern="1200">
              <a:latin typeface="Calibri Light" panose="020F0302020204030204"/>
            </a:rPr>
            <a:t> </a:t>
          </a:r>
          <a:endParaRPr lang="en-US" sz="1200" kern="1200"/>
        </a:p>
      </dsp:txBody>
      <dsp:txXfrm>
        <a:off x="866573" y="2486681"/>
        <a:ext cx="6823659" cy="349961"/>
      </dsp:txXfrm>
    </dsp:sp>
    <dsp:sp modelId="{E32EF0A4-FB3C-44B3-BB34-7378B058001D}">
      <dsp:nvSpPr>
        <dsp:cNvPr id="0" name=""/>
        <dsp:cNvSpPr/>
      </dsp:nvSpPr>
      <dsp:spPr>
        <a:xfrm>
          <a:off x="855685" y="2905096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 Print and save as a PDF</a:t>
          </a:r>
        </a:p>
      </dsp:txBody>
      <dsp:txXfrm>
        <a:off x="866573" y="2915984"/>
        <a:ext cx="6823659" cy="349961"/>
      </dsp:txXfrm>
    </dsp:sp>
    <dsp:sp modelId="{7FAD7FAC-7037-4B01-86B5-74BEA491F52F}">
      <dsp:nvSpPr>
        <dsp:cNvPr id="0" name=""/>
        <dsp:cNvSpPr/>
      </dsp:nvSpPr>
      <dsp:spPr>
        <a:xfrm>
          <a:off x="855685" y="3341982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Send the form to the </a:t>
          </a:r>
          <a:r>
            <a:rPr lang="en-US" sz="1200" kern="1200">
              <a:latin typeface="Calibri Light" panose="020F0302020204030204"/>
            </a:rPr>
            <a:t>client via OneSpan</a:t>
          </a:r>
          <a:r>
            <a:rPr lang="en-US" sz="1200" kern="1200"/>
            <a:t> (best practice is to do this and get it returned while client is on the line.</a:t>
          </a:r>
        </a:p>
      </dsp:txBody>
      <dsp:txXfrm>
        <a:off x="866573" y="3352870"/>
        <a:ext cx="6823659" cy="349961"/>
      </dsp:txXfrm>
    </dsp:sp>
    <dsp:sp modelId="{1BD0792E-FA60-49F7-ABB5-B71F672B0481}">
      <dsp:nvSpPr>
        <dsp:cNvPr id="0" name=""/>
        <dsp:cNvSpPr/>
      </dsp:nvSpPr>
      <dsp:spPr>
        <a:xfrm>
          <a:off x="855685" y="3774962"/>
          <a:ext cx="6845435" cy="6916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Submit applicable request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Info change if client is changing bank info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Global validation if client is signing SPAA for validation purposes</a:t>
          </a:r>
        </a:p>
      </dsp:txBody>
      <dsp:txXfrm>
        <a:off x="875943" y="3795220"/>
        <a:ext cx="6804919" cy="651149"/>
      </dsp:txXfrm>
    </dsp:sp>
    <dsp:sp modelId="{F2EC71B0-976F-40D1-9D65-2295CF9DED0A}">
      <dsp:nvSpPr>
        <dsp:cNvPr id="0" name=""/>
        <dsp:cNvSpPr/>
      </dsp:nvSpPr>
      <dsp:spPr>
        <a:xfrm>
          <a:off x="855685" y="4549945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Upload form to Request Files</a:t>
          </a:r>
          <a:r>
            <a:rPr lang="en-US" sz="1200" kern="1200">
              <a:latin typeface="Calibri Light" panose="020F0302020204030204"/>
            </a:rPr>
            <a:t> and Crush FTP as a PDG file</a:t>
          </a:r>
          <a:endParaRPr lang="en-US" sz="1200" kern="1200"/>
        </a:p>
      </dsp:txBody>
      <dsp:txXfrm>
        <a:off x="866573" y="4560833"/>
        <a:ext cx="6823659" cy="3499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A2E6F-BD29-4B1B-A3E3-D0A124A1C6FA}">
      <dsp:nvSpPr>
        <dsp:cNvPr id="0" name=""/>
        <dsp:cNvSpPr/>
      </dsp:nvSpPr>
      <dsp:spPr>
        <a:xfrm>
          <a:off x="8364" y="0"/>
          <a:ext cx="8556794" cy="56857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Calibri Light" panose="020F0302020204030204"/>
            </a:rPr>
            <a:t>Creating a SPAA for clients </a:t>
          </a:r>
          <a:endParaRPr lang="en-US" sz="2800" kern="1200"/>
        </a:p>
      </dsp:txBody>
      <dsp:txXfrm>
        <a:off x="8364" y="0"/>
        <a:ext cx="8556794" cy="1705716"/>
      </dsp:txXfrm>
    </dsp:sp>
    <dsp:sp modelId="{9DFE0809-440B-4544-9FEB-93358C692BF1}">
      <dsp:nvSpPr>
        <dsp:cNvPr id="0" name=""/>
        <dsp:cNvSpPr/>
      </dsp:nvSpPr>
      <dsp:spPr>
        <a:xfrm>
          <a:off x="855685" y="1237120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 Client Files</a:t>
          </a:r>
        </a:p>
      </dsp:txBody>
      <dsp:txXfrm>
        <a:off x="866573" y="1248008"/>
        <a:ext cx="6823659" cy="349961"/>
      </dsp:txXfrm>
    </dsp:sp>
    <dsp:sp modelId="{4EA6DD11-4872-4CA4-A1CF-7283F88E5223}">
      <dsp:nvSpPr>
        <dsp:cNvPr id="0" name=""/>
        <dsp:cNvSpPr/>
      </dsp:nvSpPr>
      <dsp:spPr>
        <a:xfrm>
          <a:off x="855685" y="1650137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Click Create Template</a:t>
          </a:r>
        </a:p>
      </dsp:txBody>
      <dsp:txXfrm>
        <a:off x="866573" y="1661025"/>
        <a:ext cx="6823659" cy="349961"/>
      </dsp:txXfrm>
    </dsp:sp>
    <dsp:sp modelId="{64B5DC33-D49F-45F0-8F7D-3F8F5355B4EF}">
      <dsp:nvSpPr>
        <dsp:cNvPr id="0" name=""/>
        <dsp:cNvSpPr/>
      </dsp:nvSpPr>
      <dsp:spPr>
        <a:xfrm>
          <a:off x="855685" y="2064281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Choose SPAA and click Create template</a:t>
          </a:r>
        </a:p>
      </dsp:txBody>
      <dsp:txXfrm>
        <a:off x="866573" y="2075169"/>
        <a:ext cx="6823659" cy="349961"/>
      </dsp:txXfrm>
    </dsp:sp>
    <dsp:sp modelId="{68F0488C-9B9F-47D2-9CF2-86BA0E7CB11D}">
      <dsp:nvSpPr>
        <dsp:cNvPr id="0" name=""/>
        <dsp:cNvSpPr/>
      </dsp:nvSpPr>
      <dsp:spPr>
        <a:xfrm>
          <a:off x="855685" y="2475793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Verify and enter all applicable information (</a:t>
          </a:r>
          <a:r>
            <a:rPr lang="en-US" sz="1200" kern="1200" err="1"/>
            <a:t>ie</a:t>
          </a:r>
          <a:r>
            <a:rPr lang="en-US" sz="1200" kern="1200"/>
            <a:t>. Date of Debit on page 4 should be NEXT draft date, include authorized contact if there is a co-client)</a:t>
          </a:r>
          <a:r>
            <a:rPr lang="en-US" sz="1200" kern="1200">
              <a:latin typeface="Calibri Light" panose="020F0302020204030204"/>
            </a:rPr>
            <a:t> </a:t>
          </a:r>
          <a:endParaRPr lang="en-US" sz="1200" kern="1200"/>
        </a:p>
      </dsp:txBody>
      <dsp:txXfrm>
        <a:off x="866573" y="2486681"/>
        <a:ext cx="6823659" cy="349961"/>
      </dsp:txXfrm>
    </dsp:sp>
    <dsp:sp modelId="{E32EF0A4-FB3C-44B3-BB34-7378B058001D}">
      <dsp:nvSpPr>
        <dsp:cNvPr id="0" name=""/>
        <dsp:cNvSpPr/>
      </dsp:nvSpPr>
      <dsp:spPr>
        <a:xfrm>
          <a:off x="855685" y="2905096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Select Print and save as a PDF</a:t>
          </a:r>
        </a:p>
      </dsp:txBody>
      <dsp:txXfrm>
        <a:off x="866573" y="2915984"/>
        <a:ext cx="6823659" cy="349961"/>
      </dsp:txXfrm>
    </dsp:sp>
    <dsp:sp modelId="{7FAD7FAC-7037-4B01-86B5-74BEA491F52F}">
      <dsp:nvSpPr>
        <dsp:cNvPr id="0" name=""/>
        <dsp:cNvSpPr/>
      </dsp:nvSpPr>
      <dsp:spPr>
        <a:xfrm>
          <a:off x="855685" y="3341982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Send the form to the </a:t>
          </a:r>
          <a:r>
            <a:rPr lang="en-US" sz="1200" kern="1200">
              <a:latin typeface="Calibri Light" panose="020F0302020204030204"/>
            </a:rPr>
            <a:t>client via OneSpan</a:t>
          </a:r>
          <a:r>
            <a:rPr lang="en-US" sz="1200" kern="1200"/>
            <a:t> (best practice is to do this and get it returned while client is on the line.</a:t>
          </a:r>
        </a:p>
      </dsp:txBody>
      <dsp:txXfrm>
        <a:off x="866573" y="3352870"/>
        <a:ext cx="6823659" cy="349961"/>
      </dsp:txXfrm>
    </dsp:sp>
    <dsp:sp modelId="{1BD0792E-FA60-49F7-ABB5-B71F672B0481}">
      <dsp:nvSpPr>
        <dsp:cNvPr id="0" name=""/>
        <dsp:cNvSpPr/>
      </dsp:nvSpPr>
      <dsp:spPr>
        <a:xfrm>
          <a:off x="855685" y="3774962"/>
          <a:ext cx="6845435" cy="6916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Submit applicable request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Info change if client is changing bank info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Global validation if client is signing SPAA for validation purposes</a:t>
          </a:r>
        </a:p>
      </dsp:txBody>
      <dsp:txXfrm>
        <a:off x="875943" y="3795220"/>
        <a:ext cx="6804919" cy="651149"/>
      </dsp:txXfrm>
    </dsp:sp>
    <dsp:sp modelId="{F2EC71B0-976F-40D1-9D65-2295CF9DED0A}">
      <dsp:nvSpPr>
        <dsp:cNvPr id="0" name=""/>
        <dsp:cNvSpPr/>
      </dsp:nvSpPr>
      <dsp:spPr>
        <a:xfrm>
          <a:off x="855685" y="4549945"/>
          <a:ext cx="6845435" cy="371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Upload form to Request Files</a:t>
          </a:r>
          <a:r>
            <a:rPr lang="en-US" sz="1200" kern="1200">
              <a:latin typeface="Calibri Light" panose="020F0302020204030204"/>
            </a:rPr>
            <a:t> and Crush FTP as a PDG file</a:t>
          </a:r>
          <a:endParaRPr lang="en-US" sz="1200" kern="1200"/>
        </a:p>
      </dsp:txBody>
      <dsp:txXfrm>
        <a:off x="866573" y="4560833"/>
        <a:ext cx="6823659" cy="3499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3A2E6F-BD29-4B1B-A3E3-D0A124A1C6FA}">
      <dsp:nvSpPr>
        <dsp:cNvPr id="0" name=""/>
        <dsp:cNvSpPr/>
      </dsp:nvSpPr>
      <dsp:spPr>
        <a:xfrm>
          <a:off x="0" y="0"/>
          <a:ext cx="8565159" cy="56857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alibri Light" panose="020F0302020204030204"/>
            </a:rPr>
            <a:t>Creating a SPAA using Template </a:t>
          </a:r>
          <a:endParaRPr lang="en-US" sz="2800" kern="1200" dirty="0"/>
        </a:p>
      </dsp:txBody>
      <dsp:txXfrm>
        <a:off x="0" y="0"/>
        <a:ext cx="8565159" cy="1705716"/>
      </dsp:txXfrm>
    </dsp:sp>
    <dsp:sp modelId="{4149367F-75E0-47F2-967E-54DEB0E60EC5}">
      <dsp:nvSpPr>
        <dsp:cNvPr id="0" name=""/>
        <dsp:cNvSpPr/>
      </dsp:nvSpPr>
      <dsp:spPr>
        <a:xfrm>
          <a:off x="856515" y="1706975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b="1" kern="1200">
            <a:latin typeface="Calibri Light" panose="020F0302020204030204"/>
          </a:endParaRPr>
        </a:p>
      </dsp:txBody>
      <dsp:txXfrm>
        <a:off x="868830" y="1719290"/>
        <a:ext cx="6827497" cy="395830"/>
      </dsp:txXfrm>
    </dsp:sp>
    <dsp:sp modelId="{9DFE0809-440B-4544-9FEB-93358C692BF1}">
      <dsp:nvSpPr>
        <dsp:cNvPr id="0" name=""/>
        <dsp:cNvSpPr/>
      </dsp:nvSpPr>
      <dsp:spPr>
        <a:xfrm>
          <a:off x="852336" y="1661227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200" b="1" kern="1200" dirty="0"/>
            <a:t>Download blank SPAA uploaded in SharePoint (CO or WA use required SPAA form for these state)</a:t>
          </a:r>
          <a:endParaRPr lang="en-US" sz="1200" kern="1200" dirty="0"/>
        </a:p>
      </dsp:txBody>
      <dsp:txXfrm>
        <a:off x="864651" y="1673542"/>
        <a:ext cx="6827497" cy="395830"/>
      </dsp:txXfrm>
    </dsp:sp>
    <dsp:sp modelId="{4EA6DD11-4872-4CA4-A1CF-7283F88E5223}">
      <dsp:nvSpPr>
        <dsp:cNvPr id="0" name=""/>
        <dsp:cNvSpPr/>
      </dsp:nvSpPr>
      <dsp:spPr>
        <a:xfrm>
          <a:off x="852336" y="2128377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Fill in client information</a:t>
          </a:r>
          <a:r>
            <a:rPr lang="en-US" sz="1200" b="1" kern="1200" dirty="0">
              <a:latin typeface="Calibri Light" panose="020F0302020204030204"/>
            </a:rPr>
            <a:t> - </a:t>
          </a:r>
          <a:r>
            <a:rPr lang="en-US" sz="1200" b="1" kern="1200" dirty="0">
              <a:solidFill>
                <a:schemeClr val="bg1"/>
              </a:solidFill>
              <a:latin typeface="Calibri Light" panose="020F0302020204030204"/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Example</a:t>
          </a:r>
          <a:endParaRPr lang="en-US" sz="1200" b="1" kern="1200" dirty="0">
            <a:solidFill>
              <a:schemeClr val="bg1"/>
            </a:solidFill>
            <a:hlinkClick xmlns:r="http://schemas.openxmlformats.org/officeDocument/2006/relationships" r:id="rId1">
              <a:extLst>
                <a:ext uri="{A12FA001-AC4F-418D-AE19-62706E023703}">
                  <ahyp:hlinkClr xmlns:ahyp="http://schemas.microsoft.com/office/drawing/2018/hyperlinkcolor" val="tx"/>
                </a:ext>
              </a:extLst>
            </a:hlinkClick>
          </a:endParaRPr>
        </a:p>
      </dsp:txBody>
      <dsp:txXfrm>
        <a:off x="864651" y="2140692"/>
        <a:ext cx="6827497" cy="395830"/>
      </dsp:txXfrm>
    </dsp:sp>
    <dsp:sp modelId="{64B5DC33-D49F-45F0-8F7D-3F8F5355B4EF}">
      <dsp:nvSpPr>
        <dsp:cNvPr id="0" name=""/>
        <dsp:cNvSpPr/>
      </dsp:nvSpPr>
      <dsp:spPr>
        <a:xfrm>
          <a:off x="852336" y="2596802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Verify and enter all applicable information (</a:t>
          </a:r>
          <a:r>
            <a:rPr lang="en-US" sz="1200" b="1" kern="1200" dirty="0" err="1"/>
            <a:t>ie</a:t>
          </a:r>
          <a:r>
            <a:rPr lang="en-US" sz="1200" b="1" kern="1200" dirty="0"/>
            <a:t>. Date of Debit on page 4 should be NEXT draft date, include authorized contact if there is a co-client)</a:t>
          </a:r>
          <a:r>
            <a:rPr lang="en-US" sz="1200" b="1" kern="1200" dirty="0">
              <a:latin typeface="Calibri Light" panose="020F0302020204030204"/>
            </a:rPr>
            <a:t> </a:t>
          </a:r>
          <a:endParaRPr lang="en-US" sz="1200" b="1" kern="1200" dirty="0"/>
        </a:p>
      </dsp:txBody>
      <dsp:txXfrm>
        <a:off x="864651" y="2609117"/>
        <a:ext cx="6827497" cy="395830"/>
      </dsp:txXfrm>
    </dsp:sp>
    <dsp:sp modelId="{68F0488C-9B9F-47D2-9CF2-86BA0E7CB11D}">
      <dsp:nvSpPr>
        <dsp:cNvPr id="0" name=""/>
        <dsp:cNvSpPr/>
      </dsp:nvSpPr>
      <dsp:spPr>
        <a:xfrm>
          <a:off x="852336" y="3062250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Select Print and save as a PDF</a:t>
          </a:r>
        </a:p>
      </dsp:txBody>
      <dsp:txXfrm>
        <a:off x="864651" y="3074565"/>
        <a:ext cx="6827497" cy="395830"/>
      </dsp:txXfrm>
    </dsp:sp>
    <dsp:sp modelId="{7FAD7FAC-7037-4B01-86B5-74BEA491F52F}">
      <dsp:nvSpPr>
        <dsp:cNvPr id="0" name=""/>
        <dsp:cNvSpPr/>
      </dsp:nvSpPr>
      <dsp:spPr>
        <a:xfrm>
          <a:off x="852336" y="3556823"/>
          <a:ext cx="6852127" cy="420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Send the form to the </a:t>
          </a:r>
          <a:r>
            <a:rPr lang="en-US" sz="1200" b="1" kern="1200" dirty="0">
              <a:latin typeface="Calibri Light" panose="020F0302020204030204"/>
            </a:rPr>
            <a:t>client via</a:t>
          </a:r>
          <a:r>
            <a:rPr lang="en-US" sz="1200" b="1" kern="1200" dirty="0"/>
            <a:t> </a:t>
          </a:r>
          <a:r>
            <a:rPr lang="en-US" sz="1200" b="1" kern="1200" dirty="0" err="1">
              <a:latin typeface="Calibri Light" panose="020F0302020204030204"/>
            </a:rPr>
            <a:t>OneSpan</a:t>
          </a:r>
          <a:r>
            <a:rPr lang="en-US" sz="1200" b="1" kern="1200" dirty="0">
              <a:latin typeface="Calibri Light" panose="020F0302020204030204"/>
            </a:rPr>
            <a:t> </a:t>
          </a:r>
          <a:r>
            <a:rPr lang="en-US" sz="1200" b="1" kern="1200" dirty="0"/>
            <a:t>(best practice is to do this and get it returned while client is on the line.</a:t>
          </a:r>
        </a:p>
      </dsp:txBody>
      <dsp:txXfrm>
        <a:off x="864651" y="3569138"/>
        <a:ext cx="6827497" cy="395830"/>
      </dsp:txXfrm>
    </dsp:sp>
    <dsp:sp modelId="{1BD0792E-FA60-49F7-ABB5-B71F672B0481}">
      <dsp:nvSpPr>
        <dsp:cNvPr id="0" name=""/>
        <dsp:cNvSpPr/>
      </dsp:nvSpPr>
      <dsp:spPr>
        <a:xfrm>
          <a:off x="852336" y="4046552"/>
          <a:ext cx="6852127" cy="7823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22860" rIns="30480" bIns="2286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Submit applicable request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Info change if client is changing bank info</a:t>
          </a:r>
        </a:p>
        <a:p>
          <a:pPr marL="57150" lvl="1" indent="-57150" algn="ctr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Global validation if client is signing SPAA for validation purposes</a:t>
          </a:r>
        </a:p>
      </dsp:txBody>
      <dsp:txXfrm>
        <a:off x="875249" y="4069465"/>
        <a:ext cx="6806301" cy="736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1794E-0FE0-4C03-BECB-FEF0CAAD48C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E390E-9EB2-4815-A496-32276558C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44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23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5E7D1-2764-02FA-5540-176E6C49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D88589-2AC7-5039-282E-F277988E54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2048C-A58C-3951-73A3-7EF688A23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155808-D4BE-F78D-CFE0-0A580C973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1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73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50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18EA0-D2EF-4C38-A8B1-0D8C28DF25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92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3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035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3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2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3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33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95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1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8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50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A6B08-7864-41CF-B0A1-FE2A672591DA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1E689-DD1A-4E81-8266-B57D7B328F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2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Creating a SPAA – Template Process</a:t>
            </a:r>
            <a:endParaRPr lang="en-US" sz="20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F41341A-6CCA-4BCE-A72D-BDEF269E9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6787587"/>
              </p:ext>
            </p:extLst>
          </p:nvPr>
        </p:nvGraphicFramePr>
        <p:xfrm>
          <a:off x="288931" y="589241"/>
          <a:ext cx="8565159" cy="5685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B8442932-5A22-5E1B-72A1-1FB70A436904}"/>
              </a:ext>
            </a:extLst>
          </p:cNvPr>
          <p:cNvSpPr txBox="1"/>
          <p:nvPr/>
        </p:nvSpPr>
        <p:spPr>
          <a:xfrm>
            <a:off x="2166169" y="1567015"/>
            <a:ext cx="61943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*If client is from CO or WA – use manual process on next slide*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19190-089D-EAEA-9E26-736C11F17104}"/>
              </a:ext>
            </a:extLst>
          </p:cNvPr>
          <p:cNvSpPr txBox="1"/>
          <p:nvPr/>
        </p:nvSpPr>
        <p:spPr>
          <a:xfrm>
            <a:off x="6903460" y="97822"/>
            <a:ext cx="224054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Reviewed 11/30/2023</a:t>
            </a:r>
          </a:p>
        </p:txBody>
      </p:sp>
    </p:spTree>
    <p:extLst>
      <p:ext uri="{BB962C8B-B14F-4D97-AF65-F5344CB8AC3E}">
        <p14:creationId xmlns:p14="http://schemas.microsoft.com/office/powerpoint/2010/main" val="2552131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B542-E8FE-96BC-7421-1AEE472B1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55BD0-3CF6-FDD1-3ABF-77FFFB568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/>
                <a:cs typeface="Arial"/>
              </a:rPr>
              <a:t>Creating a SPAA – Template Process</a:t>
            </a:r>
            <a:endParaRPr lang="en-US" sz="20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8EF22-B1B0-3C8A-39CA-1ED49FDB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8E992-D8C7-1489-4C5D-27DC25E1A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D9241360-3EFC-050A-5DDF-1212C0459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3BE945-650E-C720-AD9F-86C37A50D5BB}"/>
              </a:ext>
            </a:extLst>
          </p:cNvPr>
          <p:cNvSpPr/>
          <p:nvPr/>
        </p:nvSpPr>
        <p:spPr>
          <a:xfrm>
            <a:off x="0" y="50784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C6331C87-2CD9-67EB-1407-C5DD39640AB3}"/>
              </a:ext>
            </a:extLst>
          </p:cNvPr>
          <p:cNvGraphicFramePr/>
          <p:nvPr/>
        </p:nvGraphicFramePr>
        <p:xfrm>
          <a:off x="576478" y="589241"/>
          <a:ext cx="8565159" cy="5685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90139733-CA72-F3E3-E5D3-619E33017410}"/>
              </a:ext>
            </a:extLst>
          </p:cNvPr>
          <p:cNvSpPr txBox="1"/>
          <p:nvPr/>
        </p:nvSpPr>
        <p:spPr>
          <a:xfrm>
            <a:off x="2166169" y="1567015"/>
            <a:ext cx="619432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ea typeface="Calibri"/>
                <a:cs typeface="Calibri"/>
              </a:rPr>
              <a:t>*If client is from CO or WA – use manual process on next slide*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11F484-C880-E661-4F32-0379A4446E81}"/>
              </a:ext>
            </a:extLst>
          </p:cNvPr>
          <p:cNvSpPr txBox="1"/>
          <p:nvPr/>
        </p:nvSpPr>
        <p:spPr>
          <a:xfrm>
            <a:off x="6903460" y="97822"/>
            <a:ext cx="224054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Reviewed 11/30/2023</a:t>
            </a:r>
          </a:p>
        </p:txBody>
      </p:sp>
    </p:spTree>
    <p:extLst>
      <p:ext uri="{BB962C8B-B14F-4D97-AF65-F5344CB8AC3E}">
        <p14:creationId xmlns:p14="http://schemas.microsoft.com/office/powerpoint/2010/main" val="2627904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/>
                <a:cs typeface="Arial"/>
              </a:rPr>
              <a:t>Creating a SPAA – Manual Process</a:t>
            </a:r>
            <a:endParaRPr lang="en-US" sz="2000" dirty="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EF41341A-6CCA-4BCE-A72D-BDEF269E9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9847566"/>
              </p:ext>
            </p:extLst>
          </p:nvPr>
        </p:nvGraphicFramePr>
        <p:xfrm>
          <a:off x="284722" y="731560"/>
          <a:ext cx="8565159" cy="5685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8436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83037D2E-9718-02E3-D3A8-7B5370F60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05" y="534631"/>
            <a:ext cx="7753658" cy="62640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rgbClr val="000000"/>
                </a:solidFill>
                <a:latin typeface="Arial"/>
                <a:cs typeface="Arial"/>
              </a:rPr>
              <a:t>If completing a manual SPAA ensure it is filled out correctly</a:t>
            </a:r>
            <a:endParaRPr lang="en-US" sz="20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553492B8-EFDE-1639-567B-BEA816966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521" y="1341182"/>
            <a:ext cx="352425" cy="180975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38E8FB3-F932-0FAA-D95D-A6378ED0B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638" y="1336574"/>
            <a:ext cx="352425" cy="180975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AA0DF418-C55E-06D9-EB3B-FEF0C61276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730" y="4161812"/>
            <a:ext cx="314325" cy="523875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B7FCC337-998E-93EE-3FA5-1CEF7C7CE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274" y="3548831"/>
            <a:ext cx="314325" cy="104775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ACAB2661-A938-9CDE-7AD6-34D9CF4C79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2125" y="3544222"/>
            <a:ext cx="314325" cy="104775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38FB561A-6013-34D1-4293-2A92E52FF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48831" y="3548832"/>
            <a:ext cx="1057275" cy="123825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B286490B-17BD-DE13-D6A2-2A6B13F909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4875" y="1295094"/>
            <a:ext cx="1514475" cy="142875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407CEFD-07C4-F95D-4B59-8485A4CDD1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92976" y="1834332"/>
            <a:ext cx="1019175" cy="123825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C4E22F4F-32AD-681D-50B0-3DEFC9A06A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7666" y="2871328"/>
            <a:ext cx="1019175" cy="123825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D88B002D-DBE7-1C78-CA79-8AD232487F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5509" y="1751372"/>
            <a:ext cx="1514475" cy="142875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6B7654D2-014D-AA14-5EE3-1BBEB354DF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07053" y="6180497"/>
            <a:ext cx="619125" cy="180975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4187BB52-0AFB-F5B4-7F1D-90519D2E0A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1117" y="2438094"/>
            <a:ext cx="1552575" cy="200025"/>
          </a:xfrm>
          <a:prstGeom prst="rect">
            <a:avLst/>
          </a:prstGeom>
        </p:spPr>
      </p:pic>
      <p:pic>
        <p:nvPicPr>
          <p:cNvPr id="22" name="Picture 22">
            <a:extLst>
              <a:ext uri="{FF2B5EF4-FFF2-40B4-BE49-F238E27FC236}">
                <a16:creationId xmlns:a16="http://schemas.microsoft.com/office/drawing/2014/main" id="{E1D7F1A0-08AD-026B-1DE5-548D0720EB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2823" y="2442703"/>
            <a:ext cx="1552575" cy="200025"/>
          </a:xfrm>
          <a:prstGeom prst="rect">
            <a:avLst/>
          </a:prstGeom>
        </p:spPr>
      </p:pic>
      <p:pic>
        <p:nvPicPr>
          <p:cNvPr id="23" name="Picture 23">
            <a:extLst>
              <a:ext uri="{FF2B5EF4-FFF2-40B4-BE49-F238E27FC236}">
                <a16:creationId xmlns:a16="http://schemas.microsoft.com/office/drawing/2014/main" id="{38E6A2C1-0C5C-ADEB-2E3B-79DBDC296B5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6658" y="6263457"/>
            <a:ext cx="1552575" cy="200025"/>
          </a:xfrm>
          <a:prstGeom prst="rect">
            <a:avLst/>
          </a:prstGeom>
        </p:spPr>
      </p:pic>
      <p:pic>
        <p:nvPicPr>
          <p:cNvPr id="24" name="Picture 24">
            <a:extLst>
              <a:ext uri="{FF2B5EF4-FFF2-40B4-BE49-F238E27FC236}">
                <a16:creationId xmlns:a16="http://schemas.microsoft.com/office/drawing/2014/main" id="{8BB303D1-3BEF-88C3-1950-B02F028D58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91033" y="2184606"/>
            <a:ext cx="2028825" cy="238125"/>
          </a:xfrm>
          <a:prstGeom prst="rect">
            <a:avLst/>
          </a:prstGeom>
        </p:spPr>
      </p:pic>
      <p:pic>
        <p:nvPicPr>
          <p:cNvPr id="25" name="Picture 25">
            <a:extLst>
              <a:ext uri="{FF2B5EF4-FFF2-40B4-BE49-F238E27FC236}">
                <a16:creationId xmlns:a16="http://schemas.microsoft.com/office/drawing/2014/main" id="{FDE5A831-DDED-4F18-61CB-4BD476D2E0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47859" y="1958771"/>
            <a:ext cx="2143125" cy="352425"/>
          </a:xfrm>
          <a:prstGeom prst="rect">
            <a:avLst/>
          </a:prstGeom>
        </p:spPr>
      </p:pic>
      <p:pic>
        <p:nvPicPr>
          <p:cNvPr id="26" name="Picture 26">
            <a:extLst>
              <a:ext uri="{FF2B5EF4-FFF2-40B4-BE49-F238E27FC236}">
                <a16:creationId xmlns:a16="http://schemas.microsoft.com/office/drawing/2014/main" id="{D2DDAC42-4220-CBF5-FB65-08567830D9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0210" y="1106130"/>
            <a:ext cx="1720953" cy="137960"/>
          </a:xfrm>
          <a:prstGeom prst="rect">
            <a:avLst/>
          </a:prstGeom>
        </p:spPr>
      </p:pic>
      <p:pic>
        <p:nvPicPr>
          <p:cNvPr id="27" name="Picture 27">
            <a:extLst>
              <a:ext uri="{FF2B5EF4-FFF2-40B4-BE49-F238E27FC236}">
                <a16:creationId xmlns:a16="http://schemas.microsoft.com/office/drawing/2014/main" id="{B7CFF43B-50A4-CB95-3A36-0CE0AA77AE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7884" y="2852892"/>
            <a:ext cx="1514475" cy="142875"/>
          </a:xfrm>
          <a:prstGeom prst="rect">
            <a:avLst/>
          </a:prstGeom>
        </p:spPr>
      </p:pic>
      <p:pic>
        <p:nvPicPr>
          <p:cNvPr id="28" name="Picture 28">
            <a:extLst>
              <a:ext uri="{FF2B5EF4-FFF2-40B4-BE49-F238E27FC236}">
                <a16:creationId xmlns:a16="http://schemas.microsoft.com/office/drawing/2014/main" id="{0C1224B1-BDED-2F5E-4D07-106C80F20C7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9783" y="2922025"/>
            <a:ext cx="1228725" cy="123825"/>
          </a:xfrm>
          <a:prstGeom prst="rect">
            <a:avLst/>
          </a:prstGeom>
        </p:spPr>
      </p:pic>
      <p:pic>
        <p:nvPicPr>
          <p:cNvPr id="29" name="Picture 29">
            <a:extLst>
              <a:ext uri="{FF2B5EF4-FFF2-40B4-BE49-F238E27FC236}">
                <a16:creationId xmlns:a16="http://schemas.microsoft.com/office/drawing/2014/main" id="{598B300F-C3C1-907B-D01A-62D7DD1439C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93352" y="861860"/>
            <a:ext cx="504825" cy="142875"/>
          </a:xfrm>
          <a:prstGeom prst="rect">
            <a:avLst/>
          </a:prstGeom>
        </p:spPr>
      </p:pic>
      <p:pic>
        <p:nvPicPr>
          <p:cNvPr id="31" name="Picture 31">
            <a:extLst>
              <a:ext uri="{FF2B5EF4-FFF2-40B4-BE49-F238E27FC236}">
                <a16:creationId xmlns:a16="http://schemas.microsoft.com/office/drawing/2014/main" id="{0520D20E-2AA9-CB6B-E67B-4AD59F9677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1625" y="1341182"/>
            <a:ext cx="1514475" cy="142875"/>
          </a:xfrm>
          <a:prstGeom prst="rect">
            <a:avLst/>
          </a:prstGeom>
        </p:spPr>
      </p:pic>
      <p:pic>
        <p:nvPicPr>
          <p:cNvPr id="32" name="Picture 32">
            <a:extLst>
              <a:ext uri="{FF2B5EF4-FFF2-40B4-BE49-F238E27FC236}">
                <a16:creationId xmlns:a16="http://schemas.microsoft.com/office/drawing/2014/main" id="{67CB9618-8BA3-5D0A-ED3F-193247B599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6613" y="3281517"/>
            <a:ext cx="1514475" cy="142875"/>
          </a:xfrm>
          <a:prstGeom prst="rect">
            <a:avLst/>
          </a:prstGeom>
        </p:spPr>
      </p:pic>
      <p:pic>
        <p:nvPicPr>
          <p:cNvPr id="33" name="Picture 33">
            <a:extLst>
              <a:ext uri="{FF2B5EF4-FFF2-40B4-BE49-F238E27FC236}">
                <a16:creationId xmlns:a16="http://schemas.microsoft.com/office/drawing/2014/main" id="{614C6E65-901C-7E4A-EAE2-06EC5DA0E79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9174" y="852643"/>
            <a:ext cx="923925" cy="123825"/>
          </a:xfrm>
          <a:prstGeom prst="rect">
            <a:avLst/>
          </a:prstGeom>
        </p:spPr>
      </p:pic>
      <p:pic>
        <p:nvPicPr>
          <p:cNvPr id="34" name="Picture 34">
            <a:extLst>
              <a:ext uri="{FF2B5EF4-FFF2-40B4-BE49-F238E27FC236}">
                <a16:creationId xmlns:a16="http://schemas.microsoft.com/office/drawing/2014/main" id="{E9FE3C5A-E067-010F-FDF2-E700A70FC3F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22323" y="3594920"/>
            <a:ext cx="1209675" cy="142875"/>
          </a:xfrm>
          <a:prstGeom prst="rect">
            <a:avLst/>
          </a:prstGeom>
        </p:spPr>
      </p:pic>
      <p:pic>
        <p:nvPicPr>
          <p:cNvPr id="35" name="Picture 35">
            <a:extLst>
              <a:ext uri="{FF2B5EF4-FFF2-40B4-BE49-F238E27FC236}">
                <a16:creationId xmlns:a16="http://schemas.microsoft.com/office/drawing/2014/main" id="{1502FF3C-DF06-A60A-3A97-24E7193BAD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62610" y="843424"/>
            <a:ext cx="1219507" cy="188963"/>
          </a:xfrm>
          <a:prstGeom prst="rect">
            <a:avLst/>
          </a:prstGeom>
        </p:spPr>
      </p:pic>
      <p:pic>
        <p:nvPicPr>
          <p:cNvPr id="36" name="Picture 36">
            <a:extLst>
              <a:ext uri="{FF2B5EF4-FFF2-40B4-BE49-F238E27FC236}">
                <a16:creationId xmlns:a16="http://schemas.microsoft.com/office/drawing/2014/main" id="{B2A4A27A-0C2F-D6BB-966B-B701B0019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7267" y="857251"/>
            <a:ext cx="1514475" cy="142875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188D07CF-A79C-18AF-4F99-69A3444EF8E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87049" y="1106130"/>
            <a:ext cx="1000125" cy="142875"/>
          </a:xfrm>
          <a:prstGeom prst="rect">
            <a:avLst/>
          </a:prstGeom>
        </p:spPr>
      </p:pic>
      <p:pic>
        <p:nvPicPr>
          <p:cNvPr id="39" name="Picture 39">
            <a:extLst>
              <a:ext uri="{FF2B5EF4-FFF2-40B4-BE49-F238E27FC236}">
                <a16:creationId xmlns:a16="http://schemas.microsoft.com/office/drawing/2014/main" id="{4FD0459D-C667-CF85-3FA5-78842154D3D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286375" y="1101521"/>
            <a:ext cx="1514475" cy="142875"/>
          </a:xfrm>
          <a:prstGeom prst="rect">
            <a:avLst/>
          </a:prstGeom>
        </p:spPr>
      </p:pic>
      <p:pic>
        <p:nvPicPr>
          <p:cNvPr id="40" name="Picture 40">
            <a:extLst>
              <a:ext uri="{FF2B5EF4-FFF2-40B4-BE49-F238E27FC236}">
                <a16:creationId xmlns:a16="http://schemas.microsoft.com/office/drawing/2014/main" id="{CBFD53C8-C65D-94F6-FB1B-866F9493908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82912" y="1096913"/>
            <a:ext cx="1514475" cy="142875"/>
          </a:xfrm>
          <a:prstGeom prst="rect">
            <a:avLst/>
          </a:prstGeom>
        </p:spPr>
      </p:pic>
      <p:pic>
        <p:nvPicPr>
          <p:cNvPr id="41" name="Picture 27">
            <a:extLst>
              <a:ext uri="{FF2B5EF4-FFF2-40B4-BE49-F238E27FC236}">
                <a16:creationId xmlns:a16="http://schemas.microsoft.com/office/drawing/2014/main" id="{BC0B8821-1C0D-1757-728D-A44A953AED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6698" y="4392254"/>
            <a:ext cx="1514475" cy="142875"/>
          </a:xfrm>
          <a:prstGeom prst="rect">
            <a:avLst/>
          </a:prstGeom>
        </p:spPr>
      </p:pic>
      <p:pic>
        <p:nvPicPr>
          <p:cNvPr id="42" name="Picture 27">
            <a:extLst>
              <a:ext uri="{FF2B5EF4-FFF2-40B4-BE49-F238E27FC236}">
                <a16:creationId xmlns:a16="http://schemas.microsoft.com/office/drawing/2014/main" id="{CA8D67BA-C76A-7FD7-C9D2-C39E75F217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689" y="4419906"/>
            <a:ext cx="638791" cy="13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280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41A7-3E32-E81F-B83E-2B8AB4E3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5DAB-1240-EBB9-73E6-93C69CADF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47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7C1C-7AEE-BB62-92C0-FD069A0E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EC9D1-1051-27EF-7205-503DD7838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47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7ACDF-81B8-9E93-59D1-DA17EF4B9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EBEA-8FD5-DA10-4D58-A5280610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21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7B5F-F4D7-6B6B-C1C1-96B0ADD9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DA6AE-91ED-0A08-1BE2-6CB36CCAB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57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77C8-003C-49AC-9E7A-B4F3742C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" y="40522"/>
            <a:ext cx="8854631" cy="431654"/>
          </a:xfrm>
        </p:spPr>
        <p:txBody>
          <a:bodyPr>
            <a:normAutofit/>
          </a:bodyPr>
          <a:lstStyle/>
          <a:p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Exceptions</a:t>
            </a:r>
            <a:endParaRPr lang="en-US" sz="2000"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8DC1C-CF51-4F7D-8E83-F954D2933D5A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2" descr="ClearOne Advantage">
            <a:extLst>
              <a:ext uri="{FF2B5EF4-FFF2-40B4-BE49-F238E27FC236}">
                <a16:creationId xmlns:a16="http://schemas.microsoft.com/office/drawing/2014/main" id="{9E7A9EBC-4E6F-49FE-9AB3-E487E8E2A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163" y="6274961"/>
            <a:ext cx="1395194" cy="390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115940-8E32-4E7D-86BE-414C54C86E36}"/>
              </a:ext>
            </a:extLst>
          </p:cNvPr>
          <p:cNvSpPr/>
          <p:nvPr/>
        </p:nvSpPr>
        <p:spPr>
          <a:xfrm>
            <a:off x="0" y="507849"/>
            <a:ext cx="9144000" cy="45719"/>
          </a:xfrm>
          <a:prstGeom prst="rect">
            <a:avLst/>
          </a:prstGeom>
          <a:solidFill>
            <a:srgbClr val="8C93A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7A0E19-D3DE-4B6C-9029-F675B1F79010}"/>
              </a:ext>
            </a:extLst>
          </p:cNvPr>
          <p:cNvSpPr/>
          <p:nvPr/>
        </p:nvSpPr>
        <p:spPr>
          <a:xfrm>
            <a:off x="136867" y="634958"/>
            <a:ext cx="8710351" cy="1445623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/>
              <a:t>If an exception is made for a client to mail in their checks, they still need to signa a SPAA for their drafts to display in the calc for negotiations</a:t>
            </a:r>
          </a:p>
          <a:p>
            <a:pPr algn="ctr"/>
            <a:endParaRPr lang="en-US"/>
          </a:p>
          <a:p>
            <a:pPr algn="ctr"/>
            <a:r>
              <a:rPr lang="en-US"/>
              <a:t>SPAA should include “Lockbox” for the bank name with nine “1s” for the routing number and twelve “1s” for the account number.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D1C826-0D42-4D90-A385-B6AAC06C495E}"/>
              </a:ext>
            </a:extLst>
          </p:cNvPr>
          <p:cNvSpPr/>
          <p:nvPr/>
        </p:nvSpPr>
        <p:spPr>
          <a:xfrm>
            <a:off x="136867" y="2463951"/>
            <a:ext cx="8710351" cy="2125466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/>
              <a:t>If client is requesting to draft form a Non-Client Bank account</a:t>
            </a:r>
          </a:p>
          <a:p>
            <a:pPr algn="ctr"/>
            <a:endParaRPr lang="en-US"/>
          </a:p>
          <a:p>
            <a:pPr algn="ctr"/>
            <a:r>
              <a:rPr lang="en-US"/>
              <a:t>A Non-Client Auth to Debit (ATD) form needs to be sent to be filled out and signed by the Non-Client to authorize drafts.</a:t>
            </a:r>
          </a:p>
          <a:p>
            <a:pPr algn="ctr"/>
            <a:r>
              <a:rPr lang="en-US"/>
              <a:t>Add the Non-Client is to be listed as the authorized contact.</a:t>
            </a:r>
          </a:p>
          <a:p>
            <a:pPr algn="ctr"/>
            <a:r>
              <a:rPr lang="en-US"/>
              <a:t>The client will still sign the SPAA in all sections.</a:t>
            </a:r>
          </a:p>
        </p:txBody>
      </p:sp>
    </p:spTree>
    <p:extLst>
      <p:ext uri="{BB962C8B-B14F-4D97-AF65-F5344CB8AC3E}">
        <p14:creationId xmlns:p14="http://schemas.microsoft.com/office/powerpoint/2010/main" val="83690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fca21091-4343-4232-a795-e59481497cb5" xsi:nil="true"/>
    <lcf76f155ced4ddcb4097134ff3c332f xmlns="dfbadaf6-90cf-41d3-a0ba-bbd98d259036">
      <Terms xmlns="http://schemas.microsoft.com/office/infopath/2007/PartnerControls"/>
    </lcf76f155ced4ddcb4097134ff3c332f>
    <_Flow_SignoffStatus xmlns="dfbadaf6-90cf-41d3-a0ba-bbd98d25903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63EA4EAC53434282EAA3F21CEC1BE7" ma:contentTypeVersion="29" ma:contentTypeDescription="Create a new document." ma:contentTypeScope="" ma:versionID="d1e6db6382f9bf0a238767834c1ba2e8">
  <xsd:schema xmlns:xsd="http://www.w3.org/2001/XMLSchema" xmlns:xs="http://www.w3.org/2001/XMLSchema" xmlns:p="http://schemas.microsoft.com/office/2006/metadata/properties" xmlns:ns1="http://schemas.microsoft.com/sharepoint/v3" xmlns:ns2="dfbadaf6-90cf-41d3-a0ba-bbd98d259036" xmlns:ns3="fca21091-4343-4232-a795-e59481497cb5" targetNamespace="http://schemas.microsoft.com/office/2006/metadata/properties" ma:root="true" ma:fieldsID="0d55a77fe706b52e8d7bff5f40b8e9f5" ns1:_="" ns2:_="" ns3:_="">
    <xsd:import namespace="http://schemas.microsoft.com/sharepoint/v3"/>
    <xsd:import namespace="dfbadaf6-90cf-41d3-a0ba-bbd98d259036"/>
    <xsd:import namespace="fca21091-4343-4232-a795-e59481497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Tags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adaf6-90cf-41d3-a0ba-bbd98d2590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f4aff2b-04e6-48f0-83c9-56fafe2014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6" nillable="true" ma:displayName="Sign-off status" ma:internalName="Sign_x002d_off_x0020_status">
      <xsd:simpleType>
        <xsd:restriction base="dms:Text"/>
      </xsd:simpleType>
    </xsd:element>
    <xsd:element name="MediaServiceLocation" ma:index="27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21091-4343-4232-a795-e59481497cb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d36b9b6e-086a-4dd3-8773-df145aa506ae}" ma:internalName="TaxCatchAll" ma:showField="CatchAllData" ma:web="fca21091-4343-4232-a795-e59481497c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7D074C3-5362-4916-ACC6-B04DF1E64D66}">
  <ds:schemaRefs>
    <ds:schemaRef ds:uri="dfbadaf6-90cf-41d3-a0ba-bbd98d259036"/>
    <ds:schemaRef ds:uri="fca21091-4343-4232-a795-e59481497cb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0128718-0203-47CF-A234-21BD7E278C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dfbadaf6-90cf-41d3-a0ba-bbd98d259036"/>
    <ds:schemaRef ds:uri="fca21091-4343-4232-a795-e59481497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CD1BBCA-04EF-4853-841D-7616BBACC7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Creating a SPAA – Template Process</vt:lpstr>
      <vt:lpstr>Creating a SPAA – Template Process</vt:lpstr>
      <vt:lpstr>Creating a SPAA – Manual Process</vt:lpstr>
      <vt:lpstr>If completing a manual SPAA ensure it is filled out correctly</vt:lpstr>
      <vt:lpstr>PowerPoint Presentation</vt:lpstr>
      <vt:lpstr>PowerPoint Presentation</vt:lpstr>
      <vt:lpstr>PowerPoint Presentation</vt:lpstr>
      <vt:lpstr>PowerPoint Presentation</vt:lpstr>
      <vt:lpstr>Exceptions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Cancel without OFC and without Active SIFS</dc:title>
  <dc:creator>Christina Borrello</dc:creator>
  <cp:revision>12</cp:revision>
  <dcterms:created xsi:type="dcterms:W3CDTF">2021-09-02T18:42:54Z</dcterms:created>
  <dcterms:modified xsi:type="dcterms:W3CDTF">2026-02-12T20:04:23Z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0x010100E563EA4EAC53434282EAA3F21CEC1BE7</vt:lpwstr>
  </property>
  <property fmtid="{D5CDD505-2E9C-101B-9397-08002B2CF9AE}" pid="3" name="MediaServiceImageTags">
    <vt:lpwstr/>
  </property>
</Properties>
</file>