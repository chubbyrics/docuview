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49918E-76A7-48D2-8322-A1277DED892A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55F513-7536-42DA-8E87-0192CEBDE711}">
      <dgm:prSet phldrT="[Text]"/>
      <dgm:spPr/>
      <dgm:t>
        <a:bodyPr/>
        <a:lstStyle/>
        <a:p>
          <a:r>
            <a:rPr lang="en-US" dirty="0"/>
            <a:t>Calculator- Draft Change Section</a:t>
          </a:r>
        </a:p>
      </dgm:t>
    </dgm:pt>
    <dgm:pt modelId="{F111D1B1-1B2C-468D-81DD-7DA58763735B}" type="parTrans" cxnId="{58E664C5-4501-4017-8B0E-C2B2561FB529}">
      <dgm:prSet/>
      <dgm:spPr/>
      <dgm:t>
        <a:bodyPr/>
        <a:lstStyle/>
        <a:p>
          <a:endParaRPr lang="en-US"/>
        </a:p>
      </dgm:t>
    </dgm:pt>
    <dgm:pt modelId="{4F760B6E-97CC-4ADE-B7F9-E68487459A65}" type="sibTrans" cxnId="{58E664C5-4501-4017-8B0E-C2B2561FB529}">
      <dgm:prSet/>
      <dgm:spPr/>
      <dgm:t>
        <a:bodyPr/>
        <a:lstStyle/>
        <a:p>
          <a:endParaRPr lang="en-US"/>
        </a:p>
      </dgm:t>
    </dgm:pt>
    <dgm:pt modelId="{1B94A831-161F-4DA7-ABC8-023742833D1F}">
      <dgm:prSet phldrT="[Text]"/>
      <dgm:spPr/>
      <dgm:t>
        <a:bodyPr/>
        <a:lstStyle/>
        <a:p>
          <a:r>
            <a:rPr lang="en-US" dirty="0"/>
            <a:t>After you have added/removed an account through the calculator we need to add/remove months.</a:t>
          </a:r>
        </a:p>
        <a:p>
          <a:endParaRPr lang="en-US" dirty="0"/>
        </a:p>
        <a:p>
          <a:r>
            <a:rPr lang="en-US" dirty="0"/>
            <a:t>Open the </a:t>
          </a:r>
          <a:r>
            <a:rPr lang="en-US" i="1" dirty="0"/>
            <a:t>Calculator</a:t>
          </a:r>
          <a:r>
            <a:rPr lang="en-US" dirty="0"/>
            <a:t> and go to the </a:t>
          </a:r>
          <a:r>
            <a:rPr lang="en-US" i="1" dirty="0"/>
            <a:t>Draft Change </a:t>
          </a:r>
          <a:r>
            <a:rPr lang="en-US" dirty="0"/>
            <a:t>section</a:t>
          </a:r>
        </a:p>
      </dgm:t>
    </dgm:pt>
    <dgm:pt modelId="{63D89B03-E71A-4113-B7A3-151CC5410D7A}" type="parTrans" cxnId="{64C59611-8DB9-471E-BC57-044554225E30}">
      <dgm:prSet/>
      <dgm:spPr/>
      <dgm:t>
        <a:bodyPr/>
        <a:lstStyle/>
        <a:p>
          <a:endParaRPr lang="en-US"/>
        </a:p>
      </dgm:t>
    </dgm:pt>
    <dgm:pt modelId="{DE5F340F-8070-41A9-A54F-44FCFA80E7D8}" type="sibTrans" cxnId="{64C59611-8DB9-471E-BC57-044554225E30}">
      <dgm:prSet/>
      <dgm:spPr/>
      <dgm:t>
        <a:bodyPr/>
        <a:lstStyle/>
        <a:p>
          <a:endParaRPr lang="en-US"/>
        </a:p>
      </dgm:t>
    </dgm:pt>
    <dgm:pt modelId="{38BE026F-37D6-49C7-8F7D-744D20C8825D}">
      <dgm:prSet phldrT="[Text]"/>
      <dgm:spPr/>
      <dgm:t>
        <a:bodyPr/>
        <a:lstStyle/>
        <a:p>
          <a:r>
            <a:rPr lang="en-US" dirty="0"/>
            <a:t>Match Draft Amount to the Amendment</a:t>
          </a:r>
        </a:p>
      </dgm:t>
    </dgm:pt>
    <dgm:pt modelId="{F11EAEA3-2306-47CD-B871-D9DAE4557313}" type="parTrans" cxnId="{5D52BBA4-1614-471D-A9FB-F916CA8EDA52}">
      <dgm:prSet/>
      <dgm:spPr/>
      <dgm:t>
        <a:bodyPr/>
        <a:lstStyle/>
        <a:p>
          <a:endParaRPr lang="en-US"/>
        </a:p>
      </dgm:t>
    </dgm:pt>
    <dgm:pt modelId="{C4C45BA4-CEA4-46B5-8628-5AC515B5817D}" type="sibTrans" cxnId="{5D52BBA4-1614-471D-A9FB-F916CA8EDA52}">
      <dgm:prSet/>
      <dgm:spPr/>
      <dgm:t>
        <a:bodyPr/>
        <a:lstStyle/>
        <a:p>
          <a:endParaRPr lang="en-US"/>
        </a:p>
      </dgm:t>
    </dgm:pt>
    <dgm:pt modelId="{51BD2F52-9F48-4CF4-B2BC-4540AB63BE7D}">
      <dgm:prSet phldrT="[Text]"/>
      <dgm:spPr/>
      <dgm:t>
        <a:bodyPr/>
        <a:lstStyle/>
        <a:p>
          <a:endParaRPr lang="en-US" dirty="0">
            <a:solidFill>
              <a:srgbClr val="FF0000"/>
            </a:solidFill>
          </a:endParaRPr>
        </a:p>
      </dgm:t>
    </dgm:pt>
    <dgm:pt modelId="{9A9F708D-5272-47DD-BCB1-52C46F17A70B}" type="parTrans" cxnId="{CE1473FD-4FB4-46DF-BBFC-608CC96ACA4F}">
      <dgm:prSet/>
      <dgm:spPr/>
      <dgm:t>
        <a:bodyPr/>
        <a:lstStyle/>
        <a:p>
          <a:endParaRPr lang="en-US"/>
        </a:p>
      </dgm:t>
    </dgm:pt>
    <dgm:pt modelId="{BCCEAAA5-E053-4ADF-969D-01FFC9BF6CB4}" type="sibTrans" cxnId="{CE1473FD-4FB4-46DF-BBFC-608CC96ACA4F}">
      <dgm:prSet/>
      <dgm:spPr/>
      <dgm:t>
        <a:bodyPr/>
        <a:lstStyle/>
        <a:p>
          <a:endParaRPr lang="en-US"/>
        </a:p>
      </dgm:t>
    </dgm:pt>
    <dgm:pt modelId="{0D30EFA5-426B-4D00-8738-B6062AD6D596}">
      <dgm:prSet phldrT="[Text]"/>
      <dgm:spPr/>
      <dgm:t>
        <a:bodyPr/>
        <a:lstStyle/>
        <a:p>
          <a:r>
            <a:rPr lang="en-US" dirty="0"/>
            <a:t>Draft Change Section:</a:t>
          </a:r>
        </a:p>
        <a:p>
          <a:r>
            <a:rPr lang="en-US" dirty="0">
              <a:solidFill>
                <a:srgbClr val="FF0000"/>
              </a:solidFill>
            </a:rPr>
            <a:t>Remove Months</a:t>
          </a:r>
        </a:p>
      </dgm:t>
    </dgm:pt>
    <dgm:pt modelId="{EF75485D-ECB1-4A54-8342-0327A576EB47}" type="parTrans" cxnId="{4380A5F7-9A3B-4B43-8607-F71ADCBCBE59}">
      <dgm:prSet/>
      <dgm:spPr/>
      <dgm:t>
        <a:bodyPr/>
        <a:lstStyle/>
        <a:p>
          <a:endParaRPr lang="en-US"/>
        </a:p>
      </dgm:t>
    </dgm:pt>
    <dgm:pt modelId="{B13339A2-423A-4EF5-AEEF-02659283F89C}" type="sibTrans" cxnId="{4380A5F7-9A3B-4B43-8607-F71ADCBCBE59}">
      <dgm:prSet/>
      <dgm:spPr/>
      <dgm:t>
        <a:bodyPr/>
        <a:lstStyle/>
        <a:p>
          <a:endParaRPr lang="en-US"/>
        </a:p>
      </dgm:t>
    </dgm:pt>
    <dgm:pt modelId="{A2288394-2CA5-4A20-AE57-1F766C03AFE2}">
      <dgm:prSet phldrT="[Text]"/>
      <dgm:spPr/>
      <dgm:t>
        <a:bodyPr/>
        <a:lstStyle/>
        <a:p>
          <a:endParaRPr lang="en-US" dirty="0"/>
        </a:p>
      </dgm:t>
    </dgm:pt>
    <dgm:pt modelId="{EFFBDDAD-C655-46E3-A7E9-B660EFC1993D}" type="parTrans" cxnId="{0DFDDEA5-B469-4F65-AC99-CD29C7735DD1}">
      <dgm:prSet/>
      <dgm:spPr/>
      <dgm:t>
        <a:bodyPr/>
        <a:lstStyle/>
        <a:p>
          <a:endParaRPr lang="en-US"/>
        </a:p>
      </dgm:t>
    </dgm:pt>
    <dgm:pt modelId="{D5578491-3DDE-4146-807D-CF21D0AE4DBE}" type="sibTrans" cxnId="{0DFDDEA5-B469-4F65-AC99-CD29C7735DD1}">
      <dgm:prSet/>
      <dgm:spPr/>
      <dgm:t>
        <a:bodyPr/>
        <a:lstStyle/>
        <a:p>
          <a:endParaRPr lang="en-US"/>
        </a:p>
      </dgm:t>
    </dgm:pt>
    <dgm:pt modelId="{5FB8EF82-2174-4F7D-8A81-3A7BFD84FB02}">
      <dgm:prSet/>
      <dgm:spPr/>
      <dgm:t>
        <a:bodyPr/>
        <a:lstStyle/>
        <a:p>
          <a:r>
            <a:rPr lang="en-US" b="0" i="0" dirty="0">
              <a:solidFill>
                <a:srgbClr val="FF0000"/>
              </a:solidFill>
            </a:rPr>
            <a:t>a. </a:t>
          </a:r>
          <a:r>
            <a:rPr lang="en-US" b="0" i="0" dirty="0"/>
            <a:t>Scroll to the bottom of </a:t>
          </a:r>
          <a:r>
            <a:rPr lang="en-US" b="0" i="1" dirty="0"/>
            <a:t>Draft Change </a:t>
          </a:r>
          <a:r>
            <a:rPr lang="en-US" b="0" i="0" dirty="0"/>
            <a:t>section</a:t>
          </a:r>
          <a:endParaRPr lang="en-US" dirty="0">
            <a:solidFill>
              <a:srgbClr val="FF0000"/>
            </a:solidFill>
          </a:endParaRPr>
        </a:p>
      </dgm:t>
    </dgm:pt>
    <dgm:pt modelId="{21228F0F-7EDE-4FFA-ADF3-770630EFD96D}" type="parTrans" cxnId="{403FC660-C8C3-4212-81B0-8CD322945678}">
      <dgm:prSet/>
      <dgm:spPr/>
      <dgm:t>
        <a:bodyPr/>
        <a:lstStyle/>
        <a:p>
          <a:endParaRPr lang="en-US"/>
        </a:p>
      </dgm:t>
    </dgm:pt>
    <dgm:pt modelId="{3170D431-663D-48A0-9D88-B36F1D325B2D}" type="sibTrans" cxnId="{403FC660-C8C3-4212-81B0-8CD322945678}">
      <dgm:prSet/>
      <dgm:spPr/>
      <dgm:t>
        <a:bodyPr/>
        <a:lstStyle/>
        <a:p>
          <a:endParaRPr lang="en-US"/>
        </a:p>
      </dgm:t>
    </dgm:pt>
    <dgm:pt modelId="{A0D9F7C2-ADBF-41CE-9353-CE1718887027}">
      <dgm:prSet/>
      <dgm:spPr/>
      <dgm:t>
        <a:bodyPr/>
        <a:lstStyle/>
        <a:p>
          <a:r>
            <a:rPr lang="en-US" b="0" i="0" dirty="0">
              <a:solidFill>
                <a:srgbClr val="FF0000"/>
              </a:solidFill>
            </a:rPr>
            <a:t>b. </a:t>
          </a:r>
          <a:r>
            <a:rPr lang="en-US" b="0" i="0" dirty="0"/>
            <a:t>Select drafts starting from the bottom going up the number of months needed to be subtracted from program</a:t>
          </a:r>
        </a:p>
      </dgm:t>
    </dgm:pt>
    <dgm:pt modelId="{AF6644E0-5894-4746-8861-D0455752F485}" type="parTrans" cxnId="{50B3076B-D51A-4EA3-BA6F-A9B628B4490E}">
      <dgm:prSet/>
      <dgm:spPr/>
      <dgm:t>
        <a:bodyPr/>
        <a:lstStyle/>
        <a:p>
          <a:endParaRPr lang="en-US"/>
        </a:p>
      </dgm:t>
    </dgm:pt>
    <dgm:pt modelId="{6285CE90-B857-41E9-A8B1-C4C5AD6EA1D5}" type="sibTrans" cxnId="{50B3076B-D51A-4EA3-BA6F-A9B628B4490E}">
      <dgm:prSet/>
      <dgm:spPr/>
      <dgm:t>
        <a:bodyPr/>
        <a:lstStyle/>
        <a:p>
          <a:endParaRPr lang="en-US"/>
        </a:p>
      </dgm:t>
    </dgm:pt>
    <dgm:pt modelId="{83B9F8D2-A502-4187-96B4-8454AEE00754}">
      <dgm:prSet/>
      <dgm:spPr/>
      <dgm:t>
        <a:bodyPr/>
        <a:lstStyle/>
        <a:p>
          <a:r>
            <a:rPr lang="en-US" b="0" i="0" dirty="0">
              <a:solidFill>
                <a:srgbClr val="FF0000"/>
              </a:solidFill>
            </a:rPr>
            <a:t>c. </a:t>
          </a:r>
          <a:r>
            <a:rPr lang="en-US" b="0" i="0" dirty="0"/>
            <a:t>In the right-hand bottom corner, select Skip</a:t>
          </a:r>
        </a:p>
      </dgm:t>
    </dgm:pt>
    <dgm:pt modelId="{66FF9C02-5C07-4C77-83AF-993002435235}" type="parTrans" cxnId="{B6BCFA5E-CDF9-4EFA-83C0-C65F18AF84F0}">
      <dgm:prSet/>
      <dgm:spPr/>
      <dgm:t>
        <a:bodyPr/>
        <a:lstStyle/>
        <a:p>
          <a:endParaRPr lang="en-US"/>
        </a:p>
      </dgm:t>
    </dgm:pt>
    <dgm:pt modelId="{53975670-A09E-4E96-A623-21AAEF7C74D7}" type="sibTrans" cxnId="{B6BCFA5E-CDF9-4EFA-83C0-C65F18AF84F0}">
      <dgm:prSet/>
      <dgm:spPr/>
      <dgm:t>
        <a:bodyPr/>
        <a:lstStyle/>
        <a:p>
          <a:endParaRPr lang="en-US"/>
        </a:p>
      </dgm:t>
    </dgm:pt>
    <dgm:pt modelId="{702C8FD6-75EB-4F69-A2DF-DA829E9B8803}">
      <dgm:prSet/>
      <dgm:spPr/>
      <dgm:t>
        <a:bodyPr/>
        <a:lstStyle/>
        <a:p>
          <a:r>
            <a:rPr lang="en-US" b="0" i="0">
              <a:solidFill>
                <a:srgbClr val="FF0000"/>
              </a:solidFill>
            </a:rPr>
            <a:t>d. </a:t>
          </a:r>
          <a:r>
            <a:rPr lang="en-US" b="0" i="0"/>
            <a:t>Click Update</a:t>
          </a:r>
          <a:endParaRPr lang="en-US" b="0" i="0" dirty="0"/>
        </a:p>
      </dgm:t>
    </dgm:pt>
    <dgm:pt modelId="{F649C398-86CF-49D7-9637-AAE61DBF6DA1}" type="parTrans" cxnId="{DFA7AA3C-268D-4152-B9B0-9285E09714EA}">
      <dgm:prSet/>
      <dgm:spPr/>
      <dgm:t>
        <a:bodyPr/>
        <a:lstStyle/>
        <a:p>
          <a:endParaRPr lang="en-US"/>
        </a:p>
      </dgm:t>
    </dgm:pt>
    <dgm:pt modelId="{0C4FDD44-9B34-466D-9CEC-6567060C655D}" type="sibTrans" cxnId="{DFA7AA3C-268D-4152-B9B0-9285E09714EA}">
      <dgm:prSet/>
      <dgm:spPr/>
      <dgm:t>
        <a:bodyPr/>
        <a:lstStyle/>
        <a:p>
          <a:endParaRPr lang="en-US"/>
        </a:p>
      </dgm:t>
    </dgm:pt>
    <dgm:pt modelId="{597F769A-84BE-480F-B1D7-31725441E063}">
      <dgm:prSet/>
      <dgm:spPr/>
      <dgm:t>
        <a:bodyPr/>
        <a:lstStyle/>
        <a:p>
          <a:r>
            <a:rPr lang="en-US" b="0" i="0">
              <a:solidFill>
                <a:srgbClr val="FF0000"/>
              </a:solidFill>
            </a:rPr>
            <a:t>e. </a:t>
          </a:r>
          <a:r>
            <a:rPr lang="en-US" b="0" i="0"/>
            <a:t>Click “Select all”</a:t>
          </a:r>
          <a:endParaRPr lang="en-US" b="0" i="0" dirty="0"/>
        </a:p>
      </dgm:t>
    </dgm:pt>
    <dgm:pt modelId="{4C9B5848-E5D9-4EE9-A3A2-2C790DC430FC}" type="parTrans" cxnId="{C3666F9C-FFCB-44D4-9F50-6E209AB11430}">
      <dgm:prSet/>
      <dgm:spPr/>
      <dgm:t>
        <a:bodyPr/>
        <a:lstStyle/>
        <a:p>
          <a:endParaRPr lang="en-US"/>
        </a:p>
      </dgm:t>
    </dgm:pt>
    <dgm:pt modelId="{93002FBB-811E-4CF2-B151-7E4D5E914B85}" type="sibTrans" cxnId="{C3666F9C-FFCB-44D4-9F50-6E209AB11430}">
      <dgm:prSet/>
      <dgm:spPr/>
      <dgm:t>
        <a:bodyPr/>
        <a:lstStyle/>
        <a:p>
          <a:endParaRPr lang="en-US"/>
        </a:p>
      </dgm:t>
    </dgm:pt>
    <dgm:pt modelId="{DC27E02D-66B2-4AAC-BF35-A36C4136BDFE}">
      <dgm:prSet/>
      <dgm:spPr/>
      <dgm:t>
        <a:bodyPr/>
        <a:lstStyle/>
        <a:p>
          <a:r>
            <a:rPr lang="en-US" b="0" i="0" dirty="0"/>
            <a:t>f. Click Finalize</a:t>
          </a:r>
          <a:endParaRPr lang="en-US" dirty="0"/>
        </a:p>
      </dgm:t>
    </dgm:pt>
    <dgm:pt modelId="{813B4E82-1FAF-40E0-AD0A-0F97DC8A3007}" type="parTrans" cxnId="{E67A9D18-3E3E-4422-9F62-5A7DC348B182}">
      <dgm:prSet/>
      <dgm:spPr/>
      <dgm:t>
        <a:bodyPr/>
        <a:lstStyle/>
        <a:p>
          <a:endParaRPr lang="en-US"/>
        </a:p>
      </dgm:t>
    </dgm:pt>
    <dgm:pt modelId="{918FDE62-3997-4D19-A4E7-E3B042C9E7F0}" type="sibTrans" cxnId="{E67A9D18-3E3E-4422-9F62-5A7DC348B182}">
      <dgm:prSet/>
      <dgm:spPr/>
      <dgm:t>
        <a:bodyPr/>
        <a:lstStyle/>
        <a:p>
          <a:endParaRPr lang="en-US"/>
        </a:p>
      </dgm:t>
    </dgm:pt>
    <dgm:pt modelId="{2623DD13-4A65-44FE-8674-E7BFA8F838DD}">
      <dgm:prSet/>
      <dgm:spPr/>
      <dgm:t>
        <a:bodyPr/>
        <a:lstStyle/>
        <a:p>
          <a:r>
            <a:rPr lang="en-US" b="1" i="0" dirty="0">
              <a:solidFill>
                <a:schemeClr val="accent2"/>
              </a:solidFill>
            </a:rPr>
            <a:t> </a:t>
          </a:r>
          <a:r>
            <a:rPr lang="en-US" b="0" i="0" dirty="0"/>
            <a:t>If they don't match, do the following:</a:t>
          </a:r>
        </a:p>
      </dgm:t>
    </dgm:pt>
    <dgm:pt modelId="{A6AA3CDD-7A88-4EC7-BA23-34EB55B2B821}" type="parTrans" cxnId="{9F3BB01A-B7B7-4E61-87F0-F03F95DD351B}">
      <dgm:prSet/>
      <dgm:spPr/>
      <dgm:t>
        <a:bodyPr/>
        <a:lstStyle/>
        <a:p>
          <a:endParaRPr lang="en-US"/>
        </a:p>
      </dgm:t>
    </dgm:pt>
    <dgm:pt modelId="{ECC37CC5-835C-4C9D-A365-076C30386397}" type="sibTrans" cxnId="{9F3BB01A-B7B7-4E61-87F0-F03F95DD351B}">
      <dgm:prSet/>
      <dgm:spPr/>
      <dgm:t>
        <a:bodyPr/>
        <a:lstStyle/>
        <a:p>
          <a:endParaRPr lang="en-US"/>
        </a:p>
      </dgm:t>
    </dgm:pt>
    <dgm:pt modelId="{D872100F-EBF1-4ED4-BB5A-149B53F20531}">
      <dgm:prSet/>
      <dgm:spPr/>
      <dgm:t>
        <a:bodyPr/>
        <a:lstStyle/>
        <a:p>
          <a:r>
            <a:rPr lang="en-US" b="1" i="0" dirty="0">
              <a:solidFill>
                <a:schemeClr val="accent2"/>
              </a:solidFill>
            </a:rPr>
            <a:t>a. </a:t>
          </a:r>
          <a:r>
            <a:rPr lang="en-US" b="0" i="0" dirty="0"/>
            <a:t>Click Select All from the </a:t>
          </a:r>
          <a:r>
            <a:rPr lang="en-US" b="0" i="1" dirty="0"/>
            <a:t>Draft Change </a:t>
          </a:r>
          <a:r>
            <a:rPr lang="en-US" b="0" i="0" dirty="0"/>
            <a:t>section</a:t>
          </a:r>
        </a:p>
      </dgm:t>
    </dgm:pt>
    <dgm:pt modelId="{B72CBE29-5C69-445B-9E7B-FD8DA0F3D7A6}" type="parTrans" cxnId="{7242DA39-1D69-4C9E-AC0A-75433356F0D8}">
      <dgm:prSet/>
      <dgm:spPr/>
      <dgm:t>
        <a:bodyPr/>
        <a:lstStyle/>
        <a:p>
          <a:endParaRPr lang="en-US"/>
        </a:p>
      </dgm:t>
    </dgm:pt>
    <dgm:pt modelId="{D27FB87B-AFF1-4BD4-AFDC-7EEE98FDC26E}" type="sibTrans" cxnId="{7242DA39-1D69-4C9E-AC0A-75433356F0D8}">
      <dgm:prSet/>
      <dgm:spPr/>
      <dgm:t>
        <a:bodyPr/>
        <a:lstStyle/>
        <a:p>
          <a:endParaRPr lang="en-US"/>
        </a:p>
      </dgm:t>
    </dgm:pt>
    <dgm:pt modelId="{9FA983B0-3A17-4A6E-B977-A6BFC35EFEF3}">
      <dgm:prSet/>
      <dgm:spPr/>
      <dgm:t>
        <a:bodyPr/>
        <a:lstStyle/>
        <a:p>
          <a:r>
            <a:rPr lang="en-US" b="1" i="0" dirty="0">
              <a:solidFill>
                <a:schemeClr val="accent2"/>
              </a:solidFill>
            </a:rPr>
            <a:t>b. </a:t>
          </a:r>
          <a:r>
            <a:rPr lang="en-US" b="0" i="0" dirty="0"/>
            <a:t>Scroll to the bottom of the section</a:t>
          </a:r>
        </a:p>
      </dgm:t>
    </dgm:pt>
    <dgm:pt modelId="{4E29E815-22C9-4045-AAF8-A937194BA34C}" type="parTrans" cxnId="{96C05756-5E31-4CAC-AF96-4D2DAE6FF7A2}">
      <dgm:prSet/>
      <dgm:spPr/>
      <dgm:t>
        <a:bodyPr/>
        <a:lstStyle/>
        <a:p>
          <a:endParaRPr lang="en-US"/>
        </a:p>
      </dgm:t>
    </dgm:pt>
    <dgm:pt modelId="{D6C78249-97DA-459E-B01F-37ECC5A21B24}" type="sibTrans" cxnId="{96C05756-5E31-4CAC-AF96-4D2DAE6FF7A2}">
      <dgm:prSet/>
      <dgm:spPr/>
      <dgm:t>
        <a:bodyPr/>
        <a:lstStyle/>
        <a:p>
          <a:endParaRPr lang="en-US"/>
        </a:p>
      </dgm:t>
    </dgm:pt>
    <dgm:pt modelId="{38B532A6-6BD4-4041-A7DD-77D9352517CF}">
      <dgm:prSet/>
      <dgm:spPr/>
      <dgm:t>
        <a:bodyPr/>
        <a:lstStyle/>
        <a:p>
          <a:r>
            <a:rPr lang="en-US" b="1" i="0" dirty="0">
              <a:solidFill>
                <a:schemeClr val="accent2"/>
              </a:solidFill>
            </a:rPr>
            <a:t>c. </a:t>
          </a:r>
          <a:r>
            <a:rPr lang="en-US" b="0" i="0" dirty="0"/>
            <a:t>Using the </a:t>
          </a:r>
          <a:r>
            <a:rPr lang="en-US" b="0" i="1" dirty="0"/>
            <a:t>Debit Amount </a:t>
          </a:r>
          <a:r>
            <a:rPr lang="en-US" b="0" i="0" dirty="0"/>
            <a:t>field, type in the draft amount from the Amendment</a:t>
          </a:r>
        </a:p>
      </dgm:t>
    </dgm:pt>
    <dgm:pt modelId="{15628A71-A251-4257-800E-06359D1A341F}" type="parTrans" cxnId="{52392F36-A1B7-4FC3-B395-18256E6E4652}">
      <dgm:prSet/>
      <dgm:spPr/>
      <dgm:t>
        <a:bodyPr/>
        <a:lstStyle/>
        <a:p>
          <a:endParaRPr lang="en-US"/>
        </a:p>
      </dgm:t>
    </dgm:pt>
    <dgm:pt modelId="{631CE219-CE8E-4BB6-8243-872511E92B15}" type="sibTrans" cxnId="{52392F36-A1B7-4FC3-B395-18256E6E4652}">
      <dgm:prSet/>
      <dgm:spPr/>
      <dgm:t>
        <a:bodyPr/>
        <a:lstStyle/>
        <a:p>
          <a:endParaRPr lang="en-US"/>
        </a:p>
      </dgm:t>
    </dgm:pt>
    <dgm:pt modelId="{3ED4C12A-815B-4BF6-98C1-BC18BA6BB991}">
      <dgm:prSet/>
      <dgm:spPr/>
      <dgm:t>
        <a:bodyPr/>
        <a:lstStyle/>
        <a:p>
          <a:r>
            <a:rPr lang="en-US" b="1" i="0" dirty="0">
              <a:solidFill>
                <a:schemeClr val="accent2"/>
              </a:solidFill>
            </a:rPr>
            <a:t>d. </a:t>
          </a:r>
          <a:r>
            <a:rPr lang="en-US" b="0" i="0" dirty="0"/>
            <a:t>From the </a:t>
          </a:r>
          <a:r>
            <a:rPr lang="en-US" b="0" i="1" dirty="0"/>
            <a:t>Change Reason </a:t>
          </a:r>
          <a:r>
            <a:rPr lang="en-US" b="0" i="0" dirty="0"/>
            <a:t>dropdown, select Change</a:t>
          </a:r>
        </a:p>
      </dgm:t>
    </dgm:pt>
    <dgm:pt modelId="{9CF5B2F2-E0BE-43BF-BC12-DCD8D29A0A56}" type="parTrans" cxnId="{8CBE7788-6806-46FE-A027-1FBBAE698B37}">
      <dgm:prSet/>
      <dgm:spPr/>
      <dgm:t>
        <a:bodyPr/>
        <a:lstStyle/>
        <a:p>
          <a:endParaRPr lang="en-US"/>
        </a:p>
      </dgm:t>
    </dgm:pt>
    <dgm:pt modelId="{E62F523C-2BD7-45D3-9A28-DC5E63B6C958}" type="sibTrans" cxnId="{8CBE7788-6806-46FE-A027-1FBBAE698B37}">
      <dgm:prSet/>
      <dgm:spPr/>
      <dgm:t>
        <a:bodyPr/>
        <a:lstStyle/>
        <a:p>
          <a:endParaRPr lang="en-US"/>
        </a:p>
      </dgm:t>
    </dgm:pt>
    <dgm:pt modelId="{0544DBD4-AA0D-477F-9842-ACBC58E12353}">
      <dgm:prSet/>
      <dgm:spPr/>
      <dgm:t>
        <a:bodyPr/>
        <a:lstStyle/>
        <a:p>
          <a:r>
            <a:rPr lang="en-US" b="1" i="0" dirty="0">
              <a:solidFill>
                <a:schemeClr val="accent2"/>
              </a:solidFill>
            </a:rPr>
            <a:t>e. </a:t>
          </a:r>
          <a:r>
            <a:rPr lang="en-US" b="0" i="0" dirty="0"/>
            <a:t>Click Update</a:t>
          </a:r>
        </a:p>
      </dgm:t>
    </dgm:pt>
    <dgm:pt modelId="{305ADEE0-92BA-4815-A444-E55F07F0ABE0}" type="parTrans" cxnId="{B976D0B7-A297-492E-92D6-C7517A39872C}">
      <dgm:prSet/>
      <dgm:spPr/>
      <dgm:t>
        <a:bodyPr/>
        <a:lstStyle/>
        <a:p>
          <a:endParaRPr lang="en-US"/>
        </a:p>
      </dgm:t>
    </dgm:pt>
    <dgm:pt modelId="{D82F23C9-6DED-4506-A3E1-F2823EBCFE44}" type="sibTrans" cxnId="{B976D0B7-A297-492E-92D6-C7517A39872C}">
      <dgm:prSet/>
      <dgm:spPr/>
      <dgm:t>
        <a:bodyPr/>
        <a:lstStyle/>
        <a:p>
          <a:endParaRPr lang="en-US"/>
        </a:p>
      </dgm:t>
    </dgm:pt>
    <dgm:pt modelId="{1A4C3E25-DF65-412A-85A9-917CA6CF84BB}">
      <dgm:prSet/>
      <dgm:spPr/>
      <dgm:t>
        <a:bodyPr/>
        <a:lstStyle/>
        <a:p>
          <a:r>
            <a:rPr lang="en-US" b="1" i="0" dirty="0">
              <a:solidFill>
                <a:schemeClr val="accent2"/>
              </a:solidFill>
            </a:rPr>
            <a:t>f. </a:t>
          </a:r>
          <a:r>
            <a:rPr lang="en-US" b="0" i="0" dirty="0"/>
            <a:t>Click Select all</a:t>
          </a:r>
        </a:p>
      </dgm:t>
    </dgm:pt>
    <dgm:pt modelId="{C26257B9-C1E6-4B5E-9313-551AAB521EE6}" type="parTrans" cxnId="{C5DE06E6-4AF6-4058-A339-79DEB4014D17}">
      <dgm:prSet/>
      <dgm:spPr/>
      <dgm:t>
        <a:bodyPr/>
        <a:lstStyle/>
        <a:p>
          <a:endParaRPr lang="en-US"/>
        </a:p>
      </dgm:t>
    </dgm:pt>
    <dgm:pt modelId="{ECBF9D91-1D79-4223-8C73-C97CCD5DF464}" type="sibTrans" cxnId="{C5DE06E6-4AF6-4058-A339-79DEB4014D17}">
      <dgm:prSet/>
      <dgm:spPr/>
      <dgm:t>
        <a:bodyPr/>
        <a:lstStyle/>
        <a:p>
          <a:endParaRPr lang="en-US"/>
        </a:p>
      </dgm:t>
    </dgm:pt>
    <dgm:pt modelId="{02806E74-7AC7-4692-8C0E-F1B10605A480}">
      <dgm:prSet/>
      <dgm:spPr/>
      <dgm:t>
        <a:bodyPr/>
        <a:lstStyle/>
        <a:p>
          <a:r>
            <a:rPr lang="en-US" b="1" i="0" dirty="0">
              <a:solidFill>
                <a:schemeClr val="accent2"/>
              </a:solidFill>
            </a:rPr>
            <a:t>g. </a:t>
          </a:r>
          <a:r>
            <a:rPr lang="en-US" b="0" i="0" dirty="0"/>
            <a:t>Click Finalize</a:t>
          </a:r>
        </a:p>
      </dgm:t>
    </dgm:pt>
    <dgm:pt modelId="{443676CB-F447-458F-95CB-2BAC557110A6}" type="parTrans" cxnId="{996169DB-9A2F-4093-883A-8A3C4A53F244}">
      <dgm:prSet/>
      <dgm:spPr/>
      <dgm:t>
        <a:bodyPr/>
        <a:lstStyle/>
        <a:p>
          <a:endParaRPr lang="en-US"/>
        </a:p>
      </dgm:t>
    </dgm:pt>
    <dgm:pt modelId="{365F9406-6F11-43D1-852F-BE1FD23C3638}" type="sibTrans" cxnId="{996169DB-9A2F-4093-883A-8A3C4A53F244}">
      <dgm:prSet/>
      <dgm:spPr/>
      <dgm:t>
        <a:bodyPr/>
        <a:lstStyle/>
        <a:p>
          <a:endParaRPr lang="en-US"/>
        </a:p>
      </dgm:t>
    </dgm:pt>
    <dgm:pt modelId="{30207047-4268-40A7-973D-306E55343D72}">
      <dgm:prSet/>
      <dgm:spPr/>
      <dgm:t>
        <a:bodyPr/>
        <a:lstStyle/>
        <a:p>
          <a:r>
            <a:rPr lang="en-US" dirty="0"/>
            <a:t>Draft Change Section:</a:t>
          </a:r>
        </a:p>
        <a:p>
          <a:r>
            <a:rPr lang="en-US" dirty="0">
              <a:solidFill>
                <a:schemeClr val="accent6"/>
              </a:solidFill>
            </a:rPr>
            <a:t>Add Months</a:t>
          </a:r>
        </a:p>
      </dgm:t>
    </dgm:pt>
    <dgm:pt modelId="{08C69246-422D-4C75-9B88-25AFC9693DE4}" type="parTrans" cxnId="{3BF085E2-AB23-45D0-83CA-8A49A39D2CBA}">
      <dgm:prSet/>
      <dgm:spPr/>
      <dgm:t>
        <a:bodyPr/>
        <a:lstStyle/>
        <a:p>
          <a:endParaRPr lang="en-US"/>
        </a:p>
      </dgm:t>
    </dgm:pt>
    <dgm:pt modelId="{8ED92804-C5A0-49DB-9F9B-3514AA5D2DC3}" type="sibTrans" cxnId="{3BF085E2-AB23-45D0-83CA-8A49A39D2CBA}">
      <dgm:prSet/>
      <dgm:spPr/>
      <dgm:t>
        <a:bodyPr/>
        <a:lstStyle/>
        <a:p>
          <a:endParaRPr lang="en-US"/>
        </a:p>
      </dgm:t>
    </dgm:pt>
    <dgm:pt modelId="{DD47181C-A69B-4ECC-BC54-2987C4550A34}">
      <dgm:prSet/>
      <dgm:spPr/>
      <dgm:t>
        <a:bodyPr/>
        <a:lstStyle/>
        <a:p>
          <a:r>
            <a:rPr lang="en-US" dirty="0"/>
            <a:t>After Adding/Removing an account</a:t>
          </a:r>
        </a:p>
      </dgm:t>
    </dgm:pt>
    <dgm:pt modelId="{1309A960-EDC6-45A3-8FE9-D595B58C1FED}" type="parTrans" cxnId="{E7BB1D9C-3B16-4D65-BADA-74245EA57214}">
      <dgm:prSet/>
      <dgm:spPr/>
      <dgm:t>
        <a:bodyPr/>
        <a:lstStyle/>
        <a:p>
          <a:endParaRPr lang="en-US"/>
        </a:p>
      </dgm:t>
    </dgm:pt>
    <dgm:pt modelId="{986921AD-6A80-4CF3-A210-ABF377AD9863}" type="sibTrans" cxnId="{E7BB1D9C-3B16-4D65-BADA-74245EA57214}">
      <dgm:prSet/>
      <dgm:spPr/>
      <dgm:t>
        <a:bodyPr/>
        <a:lstStyle/>
        <a:p>
          <a:endParaRPr lang="en-US"/>
        </a:p>
      </dgm:t>
    </dgm:pt>
    <dgm:pt modelId="{85251D0E-701C-4D15-8AFD-F12B66CA99F0}" type="pres">
      <dgm:prSet presAssocID="{4149918E-76A7-48D2-8322-A1277DED892A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BB74AC64-F8C1-470B-9394-FA0849D19B9B}" type="pres">
      <dgm:prSet presAssocID="{DD47181C-A69B-4ECC-BC54-2987C4550A34}" presName="ChildAccent5" presStyleCnt="0"/>
      <dgm:spPr/>
    </dgm:pt>
    <dgm:pt modelId="{0E6D2673-8F25-48B1-A352-5D993D0C0109}" type="pres">
      <dgm:prSet presAssocID="{DD47181C-A69B-4ECC-BC54-2987C4550A34}" presName="ChildAccent" presStyleLbl="alignImgPlace1" presStyleIdx="0" presStyleCnt="5"/>
      <dgm:spPr/>
    </dgm:pt>
    <dgm:pt modelId="{3179FA61-040B-409F-9D45-35EC82C49F33}" type="pres">
      <dgm:prSet presAssocID="{DD47181C-A69B-4ECC-BC54-2987C4550A34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AE2596A-6D89-4E82-BF77-4851E3E3210E}" type="pres">
      <dgm:prSet presAssocID="{DD47181C-A69B-4ECC-BC54-2987C4550A34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7474FC74-715E-4E5D-ACE1-46819C05C4A3}" type="pres">
      <dgm:prSet presAssocID="{30207047-4268-40A7-973D-306E55343D72}" presName="ChildAccent4" presStyleCnt="0"/>
      <dgm:spPr/>
    </dgm:pt>
    <dgm:pt modelId="{DD049EB8-26DE-46BC-8AB2-634C6DE17C5C}" type="pres">
      <dgm:prSet presAssocID="{30207047-4268-40A7-973D-306E55343D72}" presName="ChildAccent" presStyleLbl="alignImgPlace1" presStyleIdx="1" presStyleCnt="5"/>
      <dgm:spPr/>
    </dgm:pt>
    <dgm:pt modelId="{F6F68385-C659-45A3-BAB5-C0AFDC123473}" type="pres">
      <dgm:prSet presAssocID="{30207047-4268-40A7-973D-306E55343D72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74E01DE-A79E-49E5-91A1-ADB771C2A8EF}" type="pres">
      <dgm:prSet presAssocID="{30207047-4268-40A7-973D-306E55343D72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B04D8E3C-76E2-4478-B1D4-7112DF5DC21B}" type="pres">
      <dgm:prSet presAssocID="{0D30EFA5-426B-4D00-8738-B6062AD6D596}" presName="ChildAccent3" presStyleCnt="0"/>
      <dgm:spPr/>
    </dgm:pt>
    <dgm:pt modelId="{3126E6AD-7D42-4040-BE78-2D2B25A6FEB3}" type="pres">
      <dgm:prSet presAssocID="{0D30EFA5-426B-4D00-8738-B6062AD6D596}" presName="ChildAccent" presStyleLbl="alignImgPlace1" presStyleIdx="2" presStyleCnt="5"/>
      <dgm:spPr/>
    </dgm:pt>
    <dgm:pt modelId="{C4F65230-91AF-4BF1-948B-8FD2667C0F7B}" type="pres">
      <dgm:prSet presAssocID="{0D30EFA5-426B-4D00-8738-B6062AD6D596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E33AE78-1AD6-4CA6-B81D-BD00F8C7E857}" type="pres">
      <dgm:prSet presAssocID="{0D30EFA5-426B-4D00-8738-B6062AD6D596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D64220D4-AF86-4633-8AD8-4CFFC01328A2}" type="pres">
      <dgm:prSet presAssocID="{38BE026F-37D6-49C7-8F7D-744D20C8825D}" presName="ChildAccent2" presStyleCnt="0"/>
      <dgm:spPr/>
    </dgm:pt>
    <dgm:pt modelId="{E75F2296-2B57-436D-8E1C-7C12CAC61A20}" type="pres">
      <dgm:prSet presAssocID="{38BE026F-37D6-49C7-8F7D-744D20C8825D}" presName="ChildAccent" presStyleLbl="alignImgPlace1" presStyleIdx="3" presStyleCnt="5"/>
      <dgm:spPr/>
    </dgm:pt>
    <dgm:pt modelId="{6245CCCD-FBC2-40DA-B75B-3BD826EF75D6}" type="pres">
      <dgm:prSet presAssocID="{38BE026F-37D6-49C7-8F7D-744D20C8825D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42F4545-235E-4D85-B225-6E81576D3B42}" type="pres">
      <dgm:prSet presAssocID="{38BE026F-37D6-49C7-8F7D-744D20C8825D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4F847EFC-6D91-4211-BF1E-ACCE273902D3}" type="pres">
      <dgm:prSet presAssocID="{4655F513-7536-42DA-8E87-0192CEBDE711}" presName="ChildAccent1" presStyleCnt="0"/>
      <dgm:spPr/>
    </dgm:pt>
    <dgm:pt modelId="{88BFDBFD-8D5B-4EBB-A64E-C2A42E5B605A}" type="pres">
      <dgm:prSet presAssocID="{4655F513-7536-42DA-8E87-0192CEBDE711}" presName="ChildAccent" presStyleLbl="alignImgPlace1" presStyleIdx="4" presStyleCnt="5"/>
      <dgm:spPr/>
    </dgm:pt>
    <dgm:pt modelId="{A82FE4FD-EFB1-4662-883A-83C82DF1AAF9}" type="pres">
      <dgm:prSet presAssocID="{4655F513-7536-42DA-8E87-0192CEBDE711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3E9B1F6-EEAE-4622-BF9E-4AD7C775A299}" type="pres">
      <dgm:prSet presAssocID="{4655F513-7536-42DA-8E87-0192CEBDE711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BCBE6201-5341-49CA-AB74-0412C4B89A99}" type="presOf" srcId="{DC27E02D-66B2-4AAC-BF35-A36C4136BDFE}" destId="{C4F65230-91AF-4BF1-948B-8FD2667C0F7B}" srcOrd="1" destOrd="6" presId="urn:microsoft.com/office/officeart/2011/layout/InterconnectedBlockProcess"/>
    <dgm:cxn modelId="{9CEF6A01-461E-4FD1-A0DE-F74B938F146B}" type="presOf" srcId="{5FB8EF82-2174-4F7D-8A81-3A7BFD84FB02}" destId="{3126E6AD-7D42-4040-BE78-2D2B25A6FEB3}" srcOrd="0" destOrd="1" presId="urn:microsoft.com/office/officeart/2011/layout/InterconnectedBlockProcess"/>
    <dgm:cxn modelId="{4E1CCA03-61FD-4507-B8DD-1FC54EBD9610}" type="presOf" srcId="{4655F513-7536-42DA-8E87-0192CEBDE711}" destId="{F3E9B1F6-EEAE-4622-BF9E-4AD7C775A299}" srcOrd="0" destOrd="0" presId="urn:microsoft.com/office/officeart/2011/layout/InterconnectedBlockProcess"/>
    <dgm:cxn modelId="{7FF1580F-5474-4B38-B276-7CBB950B236E}" type="presOf" srcId="{38B532A6-6BD4-4041-A7DD-77D9352517CF}" destId="{E75F2296-2B57-436D-8E1C-7C12CAC61A20}" srcOrd="0" destOrd="4" presId="urn:microsoft.com/office/officeart/2011/layout/InterconnectedBlockProcess"/>
    <dgm:cxn modelId="{64C59611-8DB9-471E-BC57-044554225E30}" srcId="{4655F513-7536-42DA-8E87-0192CEBDE711}" destId="{1B94A831-161F-4DA7-ABC8-023742833D1F}" srcOrd="0" destOrd="0" parTransId="{63D89B03-E71A-4113-B7A3-151CC5410D7A}" sibTransId="{DE5F340F-8070-41A9-A54F-44FCFA80E7D8}"/>
    <dgm:cxn modelId="{E67A9D18-3E3E-4422-9F62-5A7DC348B182}" srcId="{0D30EFA5-426B-4D00-8738-B6062AD6D596}" destId="{DC27E02D-66B2-4AAC-BF35-A36C4136BDFE}" srcOrd="6" destOrd="0" parTransId="{813B4E82-1FAF-40E0-AD0A-0F97DC8A3007}" sibTransId="{918FDE62-3997-4D19-A4E7-E3B042C9E7F0}"/>
    <dgm:cxn modelId="{FC6E301A-70BF-414F-9C4B-30DDFD6B3336}" type="presOf" srcId="{1B94A831-161F-4DA7-ABC8-023742833D1F}" destId="{A82FE4FD-EFB1-4662-883A-83C82DF1AAF9}" srcOrd="1" destOrd="0" presId="urn:microsoft.com/office/officeart/2011/layout/InterconnectedBlockProcess"/>
    <dgm:cxn modelId="{9F3BB01A-B7B7-4E61-87F0-F03F95DD351B}" srcId="{38BE026F-37D6-49C7-8F7D-744D20C8825D}" destId="{2623DD13-4A65-44FE-8674-E7BFA8F838DD}" srcOrd="1" destOrd="0" parTransId="{A6AA3CDD-7A88-4EC7-BA23-34EB55B2B821}" sibTransId="{ECC37CC5-835C-4C9D-A365-076C30386397}"/>
    <dgm:cxn modelId="{47A1E531-3B3B-4563-BAB6-09DD8807C1BF}" type="presOf" srcId="{A0D9F7C2-ADBF-41CE-9353-CE1718887027}" destId="{C4F65230-91AF-4BF1-948B-8FD2667C0F7B}" srcOrd="1" destOrd="2" presId="urn:microsoft.com/office/officeart/2011/layout/InterconnectedBlockProcess"/>
    <dgm:cxn modelId="{D7246C33-AA70-4F98-B36B-C3C7820F6967}" type="presOf" srcId="{597F769A-84BE-480F-B1D7-31725441E063}" destId="{3126E6AD-7D42-4040-BE78-2D2B25A6FEB3}" srcOrd="0" destOrd="5" presId="urn:microsoft.com/office/officeart/2011/layout/InterconnectedBlockProcess"/>
    <dgm:cxn modelId="{52392F36-A1B7-4FC3-B395-18256E6E4652}" srcId="{38BE026F-37D6-49C7-8F7D-744D20C8825D}" destId="{38B532A6-6BD4-4041-A7DD-77D9352517CF}" srcOrd="4" destOrd="0" parTransId="{15628A71-A251-4257-800E-06359D1A341F}" sibTransId="{631CE219-CE8E-4BB6-8243-872511E92B15}"/>
    <dgm:cxn modelId="{7242DA39-1D69-4C9E-AC0A-75433356F0D8}" srcId="{38BE026F-37D6-49C7-8F7D-744D20C8825D}" destId="{D872100F-EBF1-4ED4-BB5A-149B53F20531}" srcOrd="2" destOrd="0" parTransId="{B72CBE29-5C69-445B-9E7B-FD8DA0F3D7A6}" sibTransId="{D27FB87B-AFF1-4BD4-AFDC-7EEE98FDC26E}"/>
    <dgm:cxn modelId="{7E4C3A3A-7254-4B93-B4F0-9B64A696B51C}" type="presOf" srcId="{3ED4C12A-815B-4BF6-98C1-BC18BA6BB991}" destId="{E75F2296-2B57-436D-8E1C-7C12CAC61A20}" srcOrd="0" destOrd="5" presId="urn:microsoft.com/office/officeart/2011/layout/InterconnectedBlockProcess"/>
    <dgm:cxn modelId="{DFA7AA3C-268D-4152-B9B0-9285E09714EA}" srcId="{0D30EFA5-426B-4D00-8738-B6062AD6D596}" destId="{702C8FD6-75EB-4F69-A2DF-DA829E9B8803}" srcOrd="4" destOrd="0" parTransId="{F649C398-86CF-49D7-9637-AAE61DBF6DA1}" sibTransId="{0C4FDD44-9B34-466D-9CEC-6567060C655D}"/>
    <dgm:cxn modelId="{0C581A5E-E001-4903-949E-C3CD7B16985D}" type="presOf" srcId="{02806E74-7AC7-4692-8C0E-F1B10605A480}" destId="{6245CCCD-FBC2-40DA-B75B-3BD826EF75D6}" srcOrd="1" destOrd="8" presId="urn:microsoft.com/office/officeart/2011/layout/InterconnectedBlockProcess"/>
    <dgm:cxn modelId="{B6BCFA5E-CDF9-4EFA-83C0-C65F18AF84F0}" srcId="{0D30EFA5-426B-4D00-8738-B6062AD6D596}" destId="{83B9F8D2-A502-4187-96B4-8454AEE00754}" srcOrd="3" destOrd="0" parTransId="{66FF9C02-5C07-4C77-83AF-993002435235}" sibTransId="{53975670-A09E-4E96-A623-21AAEF7C74D7}"/>
    <dgm:cxn modelId="{403FC660-C8C3-4212-81B0-8CD322945678}" srcId="{0D30EFA5-426B-4D00-8738-B6062AD6D596}" destId="{5FB8EF82-2174-4F7D-8A81-3A7BFD84FB02}" srcOrd="1" destOrd="0" parTransId="{21228F0F-7EDE-4FFA-ADF3-770630EFD96D}" sibTransId="{3170D431-663D-48A0-9D88-B36F1D325B2D}"/>
    <dgm:cxn modelId="{50B3076B-D51A-4EA3-BA6F-A9B628B4490E}" srcId="{0D30EFA5-426B-4D00-8738-B6062AD6D596}" destId="{A0D9F7C2-ADBF-41CE-9353-CE1718887027}" srcOrd="2" destOrd="0" parTransId="{AF6644E0-5894-4746-8861-D0455752F485}" sibTransId="{6285CE90-B857-41E9-A8B1-C4C5AD6EA1D5}"/>
    <dgm:cxn modelId="{E308B66B-D563-4BE6-9DDB-392A5BB51784}" type="presOf" srcId="{83B9F8D2-A502-4187-96B4-8454AEE00754}" destId="{3126E6AD-7D42-4040-BE78-2D2B25A6FEB3}" srcOrd="0" destOrd="3" presId="urn:microsoft.com/office/officeart/2011/layout/InterconnectedBlockProcess"/>
    <dgm:cxn modelId="{0FCE876C-109F-4908-929E-BF8E8FD87100}" type="presOf" srcId="{5FB8EF82-2174-4F7D-8A81-3A7BFD84FB02}" destId="{C4F65230-91AF-4BF1-948B-8FD2667C0F7B}" srcOrd="1" destOrd="1" presId="urn:microsoft.com/office/officeart/2011/layout/InterconnectedBlockProcess"/>
    <dgm:cxn modelId="{96C05756-5E31-4CAC-AF96-4D2DAE6FF7A2}" srcId="{38BE026F-37D6-49C7-8F7D-744D20C8825D}" destId="{9FA983B0-3A17-4A6E-B977-A6BFC35EFEF3}" srcOrd="3" destOrd="0" parTransId="{4E29E815-22C9-4045-AAF8-A937194BA34C}" sibTransId="{D6C78249-97DA-459E-B01F-37ECC5A21B24}"/>
    <dgm:cxn modelId="{471B0457-51DD-4EC7-8261-424FDA6E015B}" type="presOf" srcId="{51BD2F52-9F48-4CF4-B2BC-4540AB63BE7D}" destId="{6245CCCD-FBC2-40DA-B75B-3BD826EF75D6}" srcOrd="1" destOrd="0" presId="urn:microsoft.com/office/officeart/2011/layout/InterconnectedBlockProcess"/>
    <dgm:cxn modelId="{D0D46057-27FE-4A33-9401-98FB15444575}" type="presOf" srcId="{A0D9F7C2-ADBF-41CE-9353-CE1718887027}" destId="{3126E6AD-7D42-4040-BE78-2D2B25A6FEB3}" srcOrd="0" destOrd="2" presId="urn:microsoft.com/office/officeart/2011/layout/InterconnectedBlockProcess"/>
    <dgm:cxn modelId="{A6C10078-ECA6-457D-8189-442D1DBCF635}" type="presOf" srcId="{D872100F-EBF1-4ED4-BB5A-149B53F20531}" destId="{E75F2296-2B57-436D-8E1C-7C12CAC61A20}" srcOrd="0" destOrd="2" presId="urn:microsoft.com/office/officeart/2011/layout/InterconnectedBlockProcess"/>
    <dgm:cxn modelId="{2F6DBA58-7E61-46A9-94C4-E3F7C5D20CF6}" type="presOf" srcId="{51BD2F52-9F48-4CF4-B2BC-4540AB63BE7D}" destId="{E75F2296-2B57-436D-8E1C-7C12CAC61A20}" srcOrd="0" destOrd="0" presId="urn:microsoft.com/office/officeart/2011/layout/InterconnectedBlockProcess"/>
    <dgm:cxn modelId="{25D4F759-38CE-4C61-A8DD-96B69098E644}" type="presOf" srcId="{30207047-4268-40A7-973D-306E55343D72}" destId="{A74E01DE-A79E-49E5-91A1-ADB771C2A8EF}" srcOrd="0" destOrd="0" presId="urn:microsoft.com/office/officeart/2011/layout/InterconnectedBlockProcess"/>
    <dgm:cxn modelId="{3D29CF80-DF38-4682-8F4C-AA015426CBEE}" type="presOf" srcId="{D872100F-EBF1-4ED4-BB5A-149B53F20531}" destId="{6245CCCD-FBC2-40DA-B75B-3BD826EF75D6}" srcOrd="1" destOrd="2" presId="urn:microsoft.com/office/officeart/2011/layout/InterconnectedBlockProcess"/>
    <dgm:cxn modelId="{4CDA4983-ABB7-4AA3-8C43-A7D694B53A8F}" type="presOf" srcId="{0D30EFA5-426B-4D00-8738-B6062AD6D596}" destId="{4E33AE78-1AD6-4CA6-B81D-BD00F8C7E857}" srcOrd="0" destOrd="0" presId="urn:microsoft.com/office/officeart/2011/layout/InterconnectedBlockProcess"/>
    <dgm:cxn modelId="{F6C52C84-566C-4A50-9199-360EA7134252}" type="presOf" srcId="{DC27E02D-66B2-4AAC-BF35-A36C4136BDFE}" destId="{3126E6AD-7D42-4040-BE78-2D2B25A6FEB3}" srcOrd="0" destOrd="6" presId="urn:microsoft.com/office/officeart/2011/layout/InterconnectedBlockProcess"/>
    <dgm:cxn modelId="{8CBE7788-6806-46FE-A027-1FBBAE698B37}" srcId="{38BE026F-37D6-49C7-8F7D-744D20C8825D}" destId="{3ED4C12A-815B-4BF6-98C1-BC18BA6BB991}" srcOrd="5" destOrd="0" parTransId="{9CF5B2F2-E0BE-43BF-BC12-DCD8D29A0A56}" sibTransId="{E62F523C-2BD7-45D3-9A28-DC5E63B6C958}"/>
    <dgm:cxn modelId="{33489C8A-FCFE-47E3-9BC8-18294CC02AA9}" type="presOf" srcId="{0544DBD4-AA0D-477F-9842-ACBC58E12353}" destId="{E75F2296-2B57-436D-8E1C-7C12CAC61A20}" srcOrd="0" destOrd="6" presId="urn:microsoft.com/office/officeart/2011/layout/InterconnectedBlockProcess"/>
    <dgm:cxn modelId="{68DFFC8C-D585-4E70-B959-1DDA6F66FA22}" type="presOf" srcId="{DD47181C-A69B-4ECC-BC54-2987C4550A34}" destId="{BAE2596A-6D89-4E82-BF77-4851E3E3210E}" srcOrd="0" destOrd="0" presId="urn:microsoft.com/office/officeart/2011/layout/InterconnectedBlockProcess"/>
    <dgm:cxn modelId="{2CF6728E-1947-4E29-89DC-714883C48ACD}" type="presOf" srcId="{702C8FD6-75EB-4F69-A2DF-DA829E9B8803}" destId="{3126E6AD-7D42-4040-BE78-2D2B25A6FEB3}" srcOrd="0" destOrd="4" presId="urn:microsoft.com/office/officeart/2011/layout/InterconnectedBlockProcess"/>
    <dgm:cxn modelId="{DCBCD98E-EE72-4398-A3DE-D398062E2445}" type="presOf" srcId="{2623DD13-4A65-44FE-8674-E7BFA8F838DD}" destId="{6245CCCD-FBC2-40DA-B75B-3BD826EF75D6}" srcOrd="1" destOrd="1" presId="urn:microsoft.com/office/officeart/2011/layout/InterconnectedBlockProcess"/>
    <dgm:cxn modelId="{0C3F3A99-6918-4E96-BB16-BFE4CACFB4DD}" type="presOf" srcId="{1A4C3E25-DF65-412A-85A9-917CA6CF84BB}" destId="{E75F2296-2B57-436D-8E1C-7C12CAC61A20}" srcOrd="0" destOrd="7" presId="urn:microsoft.com/office/officeart/2011/layout/InterconnectedBlockProcess"/>
    <dgm:cxn modelId="{E7BB1D9C-3B16-4D65-BADA-74245EA57214}" srcId="{4149918E-76A7-48D2-8322-A1277DED892A}" destId="{DD47181C-A69B-4ECC-BC54-2987C4550A34}" srcOrd="4" destOrd="0" parTransId="{1309A960-EDC6-45A3-8FE9-D595B58C1FED}" sibTransId="{986921AD-6A80-4CF3-A210-ABF377AD9863}"/>
    <dgm:cxn modelId="{DC98289C-051B-4CEA-BCE4-848A6426F39F}" type="presOf" srcId="{2623DD13-4A65-44FE-8674-E7BFA8F838DD}" destId="{E75F2296-2B57-436D-8E1C-7C12CAC61A20}" srcOrd="0" destOrd="1" presId="urn:microsoft.com/office/officeart/2011/layout/InterconnectedBlockProcess"/>
    <dgm:cxn modelId="{C3666F9C-FFCB-44D4-9F50-6E209AB11430}" srcId="{0D30EFA5-426B-4D00-8738-B6062AD6D596}" destId="{597F769A-84BE-480F-B1D7-31725441E063}" srcOrd="5" destOrd="0" parTransId="{4C9B5848-E5D9-4EE9-A3A2-2C790DC430FC}" sibTransId="{93002FBB-811E-4CF2-B151-7E4D5E914B85}"/>
    <dgm:cxn modelId="{193A34A2-23E6-4886-9262-6E262E8DBD53}" type="presOf" srcId="{38B532A6-6BD4-4041-A7DD-77D9352517CF}" destId="{6245CCCD-FBC2-40DA-B75B-3BD826EF75D6}" srcOrd="1" destOrd="4" presId="urn:microsoft.com/office/officeart/2011/layout/InterconnectedBlockProcess"/>
    <dgm:cxn modelId="{5D52BBA4-1614-471D-A9FB-F916CA8EDA52}" srcId="{4149918E-76A7-48D2-8322-A1277DED892A}" destId="{38BE026F-37D6-49C7-8F7D-744D20C8825D}" srcOrd="1" destOrd="0" parTransId="{F11EAEA3-2306-47CD-B871-D9DAE4557313}" sibTransId="{C4C45BA4-CEA4-46B5-8628-5AC515B5817D}"/>
    <dgm:cxn modelId="{0DFDDEA5-B469-4F65-AC99-CD29C7735DD1}" srcId="{0D30EFA5-426B-4D00-8738-B6062AD6D596}" destId="{A2288394-2CA5-4A20-AE57-1F766C03AFE2}" srcOrd="0" destOrd="0" parTransId="{EFFBDDAD-C655-46E3-A7E9-B660EFC1993D}" sibTransId="{D5578491-3DDE-4146-807D-CF21D0AE4DBE}"/>
    <dgm:cxn modelId="{6D9B78B1-FD14-4FA2-8EEF-E599C73EFA4F}" type="presOf" srcId="{9FA983B0-3A17-4A6E-B977-A6BFC35EFEF3}" destId="{E75F2296-2B57-436D-8E1C-7C12CAC61A20}" srcOrd="0" destOrd="3" presId="urn:microsoft.com/office/officeart/2011/layout/InterconnectedBlockProcess"/>
    <dgm:cxn modelId="{B976D0B7-A297-492E-92D6-C7517A39872C}" srcId="{38BE026F-37D6-49C7-8F7D-744D20C8825D}" destId="{0544DBD4-AA0D-477F-9842-ACBC58E12353}" srcOrd="6" destOrd="0" parTransId="{305ADEE0-92BA-4815-A444-E55F07F0ABE0}" sibTransId="{D82F23C9-6DED-4506-A3E1-F2823EBCFE44}"/>
    <dgm:cxn modelId="{E4DE49BD-EBAE-4D95-AC0F-4AE76AAC4C22}" type="presOf" srcId="{83B9F8D2-A502-4187-96B4-8454AEE00754}" destId="{C4F65230-91AF-4BF1-948B-8FD2667C0F7B}" srcOrd="1" destOrd="3" presId="urn:microsoft.com/office/officeart/2011/layout/InterconnectedBlockProcess"/>
    <dgm:cxn modelId="{58E664C5-4501-4017-8B0E-C2B2561FB529}" srcId="{4149918E-76A7-48D2-8322-A1277DED892A}" destId="{4655F513-7536-42DA-8E87-0192CEBDE711}" srcOrd="0" destOrd="0" parTransId="{F111D1B1-1B2C-468D-81DD-7DA58763735B}" sibTransId="{4F760B6E-97CC-4ADE-B7F9-E68487459A65}"/>
    <dgm:cxn modelId="{3BC6CAC7-A47D-416F-AEB5-67D59C560F82}" type="presOf" srcId="{1B94A831-161F-4DA7-ABC8-023742833D1F}" destId="{88BFDBFD-8D5B-4EBB-A64E-C2A42E5B605A}" srcOrd="0" destOrd="0" presId="urn:microsoft.com/office/officeart/2011/layout/InterconnectedBlockProcess"/>
    <dgm:cxn modelId="{B5D1DCCF-FA52-4C4F-AA78-9A1605174907}" type="presOf" srcId="{9FA983B0-3A17-4A6E-B977-A6BFC35EFEF3}" destId="{6245CCCD-FBC2-40DA-B75B-3BD826EF75D6}" srcOrd="1" destOrd="3" presId="urn:microsoft.com/office/officeart/2011/layout/InterconnectedBlockProcess"/>
    <dgm:cxn modelId="{81612CD7-50D4-49E6-93A8-E4D2A4700C5C}" type="presOf" srcId="{3ED4C12A-815B-4BF6-98C1-BC18BA6BB991}" destId="{6245CCCD-FBC2-40DA-B75B-3BD826EF75D6}" srcOrd="1" destOrd="5" presId="urn:microsoft.com/office/officeart/2011/layout/InterconnectedBlockProcess"/>
    <dgm:cxn modelId="{996169DB-9A2F-4093-883A-8A3C4A53F244}" srcId="{38BE026F-37D6-49C7-8F7D-744D20C8825D}" destId="{02806E74-7AC7-4692-8C0E-F1B10605A480}" srcOrd="8" destOrd="0" parTransId="{443676CB-F447-458F-95CB-2BAC557110A6}" sibTransId="{365F9406-6F11-43D1-852F-BE1FD23C3638}"/>
    <dgm:cxn modelId="{04A070DD-30FA-4AF0-B643-3B8E526E72F3}" type="presOf" srcId="{702C8FD6-75EB-4F69-A2DF-DA829E9B8803}" destId="{C4F65230-91AF-4BF1-948B-8FD2667C0F7B}" srcOrd="1" destOrd="4" presId="urn:microsoft.com/office/officeart/2011/layout/InterconnectedBlockProcess"/>
    <dgm:cxn modelId="{9ACEF7DD-6DFA-40A1-906D-617CDBA0D849}" type="presOf" srcId="{38BE026F-37D6-49C7-8F7D-744D20C8825D}" destId="{042F4545-235E-4D85-B225-6E81576D3B42}" srcOrd="0" destOrd="0" presId="urn:microsoft.com/office/officeart/2011/layout/InterconnectedBlockProcess"/>
    <dgm:cxn modelId="{3BF085E2-AB23-45D0-83CA-8A49A39D2CBA}" srcId="{4149918E-76A7-48D2-8322-A1277DED892A}" destId="{30207047-4268-40A7-973D-306E55343D72}" srcOrd="3" destOrd="0" parTransId="{08C69246-422D-4C75-9B88-25AFC9693DE4}" sibTransId="{8ED92804-C5A0-49DB-9F9B-3514AA5D2DC3}"/>
    <dgm:cxn modelId="{7818F9E3-A76E-49E8-81C2-D57D22D72597}" type="presOf" srcId="{02806E74-7AC7-4692-8C0E-F1B10605A480}" destId="{E75F2296-2B57-436D-8E1C-7C12CAC61A20}" srcOrd="0" destOrd="8" presId="urn:microsoft.com/office/officeart/2011/layout/InterconnectedBlockProcess"/>
    <dgm:cxn modelId="{360A12E4-DC32-4E0D-B240-185F0F6D0329}" type="presOf" srcId="{A2288394-2CA5-4A20-AE57-1F766C03AFE2}" destId="{3126E6AD-7D42-4040-BE78-2D2B25A6FEB3}" srcOrd="0" destOrd="0" presId="urn:microsoft.com/office/officeart/2011/layout/InterconnectedBlockProcess"/>
    <dgm:cxn modelId="{C5DE06E6-4AF6-4058-A339-79DEB4014D17}" srcId="{38BE026F-37D6-49C7-8F7D-744D20C8825D}" destId="{1A4C3E25-DF65-412A-85A9-917CA6CF84BB}" srcOrd="7" destOrd="0" parTransId="{C26257B9-C1E6-4B5E-9313-551AAB521EE6}" sibTransId="{ECBF9D91-1D79-4223-8C73-C97CCD5DF464}"/>
    <dgm:cxn modelId="{29AEA5E6-8852-44AD-A121-6CB66B5070BE}" type="presOf" srcId="{A2288394-2CA5-4A20-AE57-1F766C03AFE2}" destId="{C4F65230-91AF-4BF1-948B-8FD2667C0F7B}" srcOrd="1" destOrd="0" presId="urn:microsoft.com/office/officeart/2011/layout/InterconnectedBlockProcess"/>
    <dgm:cxn modelId="{4D84E7E7-0C8A-4915-9A34-56F053FC07EF}" type="presOf" srcId="{4149918E-76A7-48D2-8322-A1277DED892A}" destId="{85251D0E-701C-4D15-8AFD-F12B66CA99F0}" srcOrd="0" destOrd="0" presId="urn:microsoft.com/office/officeart/2011/layout/InterconnectedBlockProcess"/>
    <dgm:cxn modelId="{D17160EC-D64E-484D-9108-8DFA74990D53}" type="presOf" srcId="{597F769A-84BE-480F-B1D7-31725441E063}" destId="{C4F65230-91AF-4BF1-948B-8FD2667C0F7B}" srcOrd="1" destOrd="5" presId="urn:microsoft.com/office/officeart/2011/layout/InterconnectedBlockProcess"/>
    <dgm:cxn modelId="{4380A5F7-9A3B-4B43-8607-F71ADCBCBE59}" srcId="{4149918E-76A7-48D2-8322-A1277DED892A}" destId="{0D30EFA5-426B-4D00-8738-B6062AD6D596}" srcOrd="2" destOrd="0" parTransId="{EF75485D-ECB1-4A54-8342-0327A576EB47}" sibTransId="{B13339A2-423A-4EF5-AEEF-02659283F89C}"/>
    <dgm:cxn modelId="{F23010F9-8FB8-4450-9EC3-286C4430F505}" type="presOf" srcId="{1A4C3E25-DF65-412A-85A9-917CA6CF84BB}" destId="{6245CCCD-FBC2-40DA-B75B-3BD826EF75D6}" srcOrd="1" destOrd="7" presId="urn:microsoft.com/office/officeart/2011/layout/InterconnectedBlockProcess"/>
    <dgm:cxn modelId="{957ED9FA-2ECF-48B4-941F-2B471DB7FE49}" type="presOf" srcId="{0544DBD4-AA0D-477F-9842-ACBC58E12353}" destId="{6245CCCD-FBC2-40DA-B75B-3BD826EF75D6}" srcOrd="1" destOrd="6" presId="urn:microsoft.com/office/officeart/2011/layout/InterconnectedBlockProcess"/>
    <dgm:cxn modelId="{CE1473FD-4FB4-46DF-BBFC-608CC96ACA4F}" srcId="{38BE026F-37D6-49C7-8F7D-744D20C8825D}" destId="{51BD2F52-9F48-4CF4-B2BC-4540AB63BE7D}" srcOrd="0" destOrd="0" parTransId="{9A9F708D-5272-47DD-BCB1-52C46F17A70B}" sibTransId="{BCCEAAA5-E053-4ADF-969D-01FFC9BF6CB4}"/>
    <dgm:cxn modelId="{EC8AB68A-45F5-468A-9AE3-82692B37EE7D}" type="presParOf" srcId="{85251D0E-701C-4D15-8AFD-F12B66CA99F0}" destId="{BB74AC64-F8C1-470B-9394-FA0849D19B9B}" srcOrd="0" destOrd="0" presId="urn:microsoft.com/office/officeart/2011/layout/InterconnectedBlockProcess"/>
    <dgm:cxn modelId="{25513B20-85A0-409C-9517-1FB9BACEE8F2}" type="presParOf" srcId="{BB74AC64-F8C1-470B-9394-FA0849D19B9B}" destId="{0E6D2673-8F25-48B1-A352-5D993D0C0109}" srcOrd="0" destOrd="0" presId="urn:microsoft.com/office/officeart/2011/layout/InterconnectedBlockProcess"/>
    <dgm:cxn modelId="{B1099CDB-CC00-45D0-B479-D8A790EAA7F5}" type="presParOf" srcId="{85251D0E-701C-4D15-8AFD-F12B66CA99F0}" destId="{3179FA61-040B-409F-9D45-35EC82C49F33}" srcOrd="1" destOrd="0" presId="urn:microsoft.com/office/officeart/2011/layout/InterconnectedBlockProcess"/>
    <dgm:cxn modelId="{B16A5199-6D31-439A-9A41-A9F4966CC192}" type="presParOf" srcId="{85251D0E-701C-4D15-8AFD-F12B66CA99F0}" destId="{BAE2596A-6D89-4E82-BF77-4851E3E3210E}" srcOrd="2" destOrd="0" presId="urn:microsoft.com/office/officeart/2011/layout/InterconnectedBlockProcess"/>
    <dgm:cxn modelId="{CD028BB1-AAA5-404A-85F7-D33BFFF5BE20}" type="presParOf" srcId="{85251D0E-701C-4D15-8AFD-F12B66CA99F0}" destId="{7474FC74-715E-4E5D-ACE1-46819C05C4A3}" srcOrd="3" destOrd="0" presId="urn:microsoft.com/office/officeart/2011/layout/InterconnectedBlockProcess"/>
    <dgm:cxn modelId="{6DBBD193-66EC-4484-BE20-F3D6C06852B7}" type="presParOf" srcId="{7474FC74-715E-4E5D-ACE1-46819C05C4A3}" destId="{DD049EB8-26DE-46BC-8AB2-634C6DE17C5C}" srcOrd="0" destOrd="0" presId="urn:microsoft.com/office/officeart/2011/layout/InterconnectedBlockProcess"/>
    <dgm:cxn modelId="{5B1639FB-F096-4730-88C3-000F505DC205}" type="presParOf" srcId="{85251D0E-701C-4D15-8AFD-F12B66CA99F0}" destId="{F6F68385-C659-45A3-BAB5-C0AFDC123473}" srcOrd="4" destOrd="0" presId="urn:microsoft.com/office/officeart/2011/layout/InterconnectedBlockProcess"/>
    <dgm:cxn modelId="{0775455C-26E0-42BA-BF13-85B9C4E735BB}" type="presParOf" srcId="{85251D0E-701C-4D15-8AFD-F12B66CA99F0}" destId="{A74E01DE-A79E-49E5-91A1-ADB771C2A8EF}" srcOrd="5" destOrd="0" presId="urn:microsoft.com/office/officeart/2011/layout/InterconnectedBlockProcess"/>
    <dgm:cxn modelId="{11BACA77-51CA-4B21-893B-611F582C8547}" type="presParOf" srcId="{85251D0E-701C-4D15-8AFD-F12B66CA99F0}" destId="{B04D8E3C-76E2-4478-B1D4-7112DF5DC21B}" srcOrd="6" destOrd="0" presId="urn:microsoft.com/office/officeart/2011/layout/InterconnectedBlockProcess"/>
    <dgm:cxn modelId="{1AD63D6E-E89A-4D5E-9E55-220A8275402B}" type="presParOf" srcId="{B04D8E3C-76E2-4478-B1D4-7112DF5DC21B}" destId="{3126E6AD-7D42-4040-BE78-2D2B25A6FEB3}" srcOrd="0" destOrd="0" presId="urn:microsoft.com/office/officeart/2011/layout/InterconnectedBlockProcess"/>
    <dgm:cxn modelId="{7C26ABD2-939D-49BB-BF4A-BD1424D5075E}" type="presParOf" srcId="{85251D0E-701C-4D15-8AFD-F12B66CA99F0}" destId="{C4F65230-91AF-4BF1-948B-8FD2667C0F7B}" srcOrd="7" destOrd="0" presId="urn:microsoft.com/office/officeart/2011/layout/InterconnectedBlockProcess"/>
    <dgm:cxn modelId="{0E4BDC2B-A9F1-4DE0-AB39-7370701681D0}" type="presParOf" srcId="{85251D0E-701C-4D15-8AFD-F12B66CA99F0}" destId="{4E33AE78-1AD6-4CA6-B81D-BD00F8C7E857}" srcOrd="8" destOrd="0" presId="urn:microsoft.com/office/officeart/2011/layout/InterconnectedBlockProcess"/>
    <dgm:cxn modelId="{7E67885C-9328-48FF-898A-09AFB9E1D738}" type="presParOf" srcId="{85251D0E-701C-4D15-8AFD-F12B66CA99F0}" destId="{D64220D4-AF86-4633-8AD8-4CFFC01328A2}" srcOrd="9" destOrd="0" presId="urn:microsoft.com/office/officeart/2011/layout/InterconnectedBlockProcess"/>
    <dgm:cxn modelId="{160295C3-D6E0-4432-881A-FA7E453C1C64}" type="presParOf" srcId="{D64220D4-AF86-4633-8AD8-4CFFC01328A2}" destId="{E75F2296-2B57-436D-8E1C-7C12CAC61A20}" srcOrd="0" destOrd="0" presId="urn:microsoft.com/office/officeart/2011/layout/InterconnectedBlockProcess"/>
    <dgm:cxn modelId="{A818EA86-E886-4492-BED4-DACEA9878FD0}" type="presParOf" srcId="{85251D0E-701C-4D15-8AFD-F12B66CA99F0}" destId="{6245CCCD-FBC2-40DA-B75B-3BD826EF75D6}" srcOrd="10" destOrd="0" presId="urn:microsoft.com/office/officeart/2011/layout/InterconnectedBlockProcess"/>
    <dgm:cxn modelId="{19A4DC83-CDA1-453B-B56C-55A665C9211B}" type="presParOf" srcId="{85251D0E-701C-4D15-8AFD-F12B66CA99F0}" destId="{042F4545-235E-4D85-B225-6E81576D3B42}" srcOrd="11" destOrd="0" presId="urn:microsoft.com/office/officeart/2011/layout/InterconnectedBlockProcess"/>
    <dgm:cxn modelId="{9678171B-90BD-4124-9AF5-7F91B2354907}" type="presParOf" srcId="{85251D0E-701C-4D15-8AFD-F12B66CA99F0}" destId="{4F847EFC-6D91-4211-BF1E-ACCE273902D3}" srcOrd="12" destOrd="0" presId="urn:microsoft.com/office/officeart/2011/layout/InterconnectedBlockProcess"/>
    <dgm:cxn modelId="{E544AAC6-6479-4882-9E19-8DCBC9569464}" type="presParOf" srcId="{4F847EFC-6D91-4211-BF1E-ACCE273902D3}" destId="{88BFDBFD-8D5B-4EBB-A64E-C2A42E5B605A}" srcOrd="0" destOrd="0" presId="urn:microsoft.com/office/officeart/2011/layout/InterconnectedBlockProcess"/>
    <dgm:cxn modelId="{3C529FB0-BBDA-4520-8800-8FAD1FA306F2}" type="presParOf" srcId="{85251D0E-701C-4D15-8AFD-F12B66CA99F0}" destId="{A82FE4FD-EFB1-4662-883A-83C82DF1AAF9}" srcOrd="13" destOrd="0" presId="urn:microsoft.com/office/officeart/2011/layout/InterconnectedBlockProcess"/>
    <dgm:cxn modelId="{141BA24E-14AE-4DB5-A086-418858F7045D}" type="presParOf" srcId="{85251D0E-701C-4D15-8AFD-F12B66CA99F0}" destId="{F3E9B1F6-EEAE-4622-BF9E-4AD7C775A299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D2673-8F25-48B1-A352-5D993D0C0109}">
      <dsp:nvSpPr>
        <dsp:cNvPr id="0" name=""/>
        <dsp:cNvSpPr/>
      </dsp:nvSpPr>
      <dsp:spPr>
        <a:xfrm>
          <a:off x="6501587" y="1160356"/>
          <a:ext cx="1626412" cy="413060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E2596A-6D89-4E82-BF77-4851E3E3210E}">
      <dsp:nvSpPr>
        <dsp:cNvPr id="0" name=""/>
        <dsp:cNvSpPr/>
      </dsp:nvSpPr>
      <dsp:spPr>
        <a:xfrm>
          <a:off x="6501587" y="127704"/>
          <a:ext cx="1626412" cy="103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After Adding/Removing an account</a:t>
          </a:r>
        </a:p>
      </dsp:txBody>
      <dsp:txXfrm>
        <a:off x="6501587" y="127704"/>
        <a:ext cx="1626412" cy="1032651"/>
      </dsp:txXfrm>
    </dsp:sp>
    <dsp:sp modelId="{DD049EB8-26DE-46BC-8AB2-634C6DE17C5C}">
      <dsp:nvSpPr>
        <dsp:cNvPr id="0" name=""/>
        <dsp:cNvSpPr/>
      </dsp:nvSpPr>
      <dsp:spPr>
        <a:xfrm>
          <a:off x="4879238" y="1160356"/>
          <a:ext cx="1626412" cy="3872443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4E01DE-A79E-49E5-91A1-ADB771C2A8EF}">
      <dsp:nvSpPr>
        <dsp:cNvPr id="0" name=""/>
        <dsp:cNvSpPr/>
      </dsp:nvSpPr>
      <dsp:spPr>
        <a:xfrm>
          <a:off x="4879238" y="256786"/>
          <a:ext cx="1626412" cy="903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Draft Change Section: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6"/>
              </a:solidFill>
            </a:rPr>
            <a:t>Add Months</a:t>
          </a:r>
        </a:p>
      </dsp:txBody>
      <dsp:txXfrm>
        <a:off x="4879238" y="256786"/>
        <a:ext cx="1626412" cy="903570"/>
      </dsp:txXfrm>
    </dsp:sp>
    <dsp:sp modelId="{3126E6AD-7D42-4040-BE78-2D2B25A6FEB3}">
      <dsp:nvSpPr>
        <dsp:cNvPr id="0" name=""/>
        <dsp:cNvSpPr/>
      </dsp:nvSpPr>
      <dsp:spPr>
        <a:xfrm>
          <a:off x="3252825" y="1160356"/>
          <a:ext cx="1626412" cy="361428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rgbClr val="FF0000"/>
              </a:solidFill>
            </a:rPr>
            <a:t>a. </a:t>
          </a:r>
          <a:r>
            <a:rPr lang="en-US" sz="1100" b="0" i="0" kern="1200" dirty="0"/>
            <a:t>Scroll to the bottom of </a:t>
          </a:r>
          <a:r>
            <a:rPr lang="en-US" sz="1100" b="0" i="1" kern="1200" dirty="0"/>
            <a:t>Draft Change </a:t>
          </a:r>
          <a:r>
            <a:rPr lang="en-US" sz="1100" b="0" i="0" kern="1200" dirty="0"/>
            <a:t>section</a:t>
          </a:r>
          <a:endParaRPr lang="en-US" sz="1100" kern="1200" dirty="0">
            <a:solidFill>
              <a:srgbClr val="FF0000"/>
            </a:solidFill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rgbClr val="FF0000"/>
              </a:solidFill>
            </a:rPr>
            <a:t>b. </a:t>
          </a:r>
          <a:r>
            <a:rPr lang="en-US" sz="1100" b="0" i="0" kern="1200" dirty="0"/>
            <a:t>Select drafts starting from the bottom going up the number of months needed to be subtracted from program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rgbClr val="FF0000"/>
              </a:solidFill>
            </a:rPr>
            <a:t>c. </a:t>
          </a:r>
          <a:r>
            <a:rPr lang="en-US" sz="1100" b="0" i="0" kern="1200" dirty="0"/>
            <a:t>In the right-hand bottom corner, select Skip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solidFill>
                <a:srgbClr val="FF0000"/>
              </a:solidFill>
            </a:rPr>
            <a:t>d. </a:t>
          </a:r>
          <a:r>
            <a:rPr lang="en-US" sz="1100" b="0" i="0" kern="1200"/>
            <a:t>Click Update</a:t>
          </a:r>
          <a:endParaRPr lang="en-US" sz="1100" b="0" i="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>
              <a:solidFill>
                <a:srgbClr val="FF0000"/>
              </a:solidFill>
            </a:rPr>
            <a:t>e. </a:t>
          </a:r>
          <a:r>
            <a:rPr lang="en-US" sz="1100" b="0" i="0" kern="1200"/>
            <a:t>Click “Select all”</a:t>
          </a:r>
          <a:endParaRPr lang="en-US" sz="1100" b="0" i="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f. Click Finalize</a:t>
          </a:r>
          <a:endParaRPr lang="en-US" sz="1100" kern="1200" dirty="0"/>
        </a:p>
      </dsp:txBody>
      <dsp:txXfrm>
        <a:off x="3459276" y="1160356"/>
        <a:ext cx="1419961" cy="3614280"/>
      </dsp:txXfrm>
    </dsp:sp>
    <dsp:sp modelId="{4E33AE78-1AD6-4CA6-B81D-BD00F8C7E857}">
      <dsp:nvSpPr>
        <dsp:cNvPr id="0" name=""/>
        <dsp:cNvSpPr/>
      </dsp:nvSpPr>
      <dsp:spPr>
        <a:xfrm>
          <a:off x="3252825" y="389998"/>
          <a:ext cx="1626412" cy="7744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Draft Change Section: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0000"/>
              </a:solidFill>
            </a:rPr>
            <a:t>Remove Months</a:t>
          </a:r>
        </a:p>
      </dsp:txBody>
      <dsp:txXfrm>
        <a:off x="3252825" y="389998"/>
        <a:ext cx="1626412" cy="774488"/>
      </dsp:txXfrm>
    </dsp:sp>
    <dsp:sp modelId="{E75F2296-2B57-436D-8E1C-7C12CAC61A20}">
      <dsp:nvSpPr>
        <dsp:cNvPr id="0" name=""/>
        <dsp:cNvSpPr/>
      </dsp:nvSpPr>
      <dsp:spPr>
        <a:xfrm>
          <a:off x="1626412" y="1160356"/>
          <a:ext cx="1626412" cy="33561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>
            <a:solidFill>
              <a:srgbClr val="FF0000"/>
            </a:solidFill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>
              <a:solidFill>
                <a:schemeClr val="accent2"/>
              </a:solidFill>
            </a:rPr>
            <a:t> </a:t>
          </a:r>
          <a:r>
            <a:rPr lang="en-US" sz="1100" b="0" i="0" kern="1200" dirty="0"/>
            <a:t>If they don't match, do the following: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>
              <a:solidFill>
                <a:schemeClr val="accent2"/>
              </a:solidFill>
            </a:rPr>
            <a:t>a. </a:t>
          </a:r>
          <a:r>
            <a:rPr lang="en-US" sz="1100" b="0" i="0" kern="1200" dirty="0"/>
            <a:t>Click Select All from the </a:t>
          </a:r>
          <a:r>
            <a:rPr lang="en-US" sz="1100" b="0" i="1" kern="1200" dirty="0"/>
            <a:t>Draft Change </a:t>
          </a:r>
          <a:r>
            <a:rPr lang="en-US" sz="1100" b="0" i="0" kern="1200" dirty="0"/>
            <a:t>section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>
              <a:solidFill>
                <a:schemeClr val="accent2"/>
              </a:solidFill>
            </a:rPr>
            <a:t>b. </a:t>
          </a:r>
          <a:r>
            <a:rPr lang="en-US" sz="1100" b="0" i="0" kern="1200" dirty="0"/>
            <a:t>Scroll to the bottom of the section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>
              <a:solidFill>
                <a:schemeClr val="accent2"/>
              </a:solidFill>
            </a:rPr>
            <a:t>c. </a:t>
          </a:r>
          <a:r>
            <a:rPr lang="en-US" sz="1100" b="0" i="0" kern="1200" dirty="0"/>
            <a:t>Using the </a:t>
          </a:r>
          <a:r>
            <a:rPr lang="en-US" sz="1100" b="0" i="1" kern="1200" dirty="0"/>
            <a:t>Debit Amount </a:t>
          </a:r>
          <a:r>
            <a:rPr lang="en-US" sz="1100" b="0" i="0" kern="1200" dirty="0"/>
            <a:t>field, type in the draft amount from the Amendment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>
              <a:solidFill>
                <a:schemeClr val="accent2"/>
              </a:solidFill>
            </a:rPr>
            <a:t>d. </a:t>
          </a:r>
          <a:r>
            <a:rPr lang="en-US" sz="1100" b="0" i="0" kern="1200" dirty="0"/>
            <a:t>From the </a:t>
          </a:r>
          <a:r>
            <a:rPr lang="en-US" sz="1100" b="0" i="1" kern="1200" dirty="0"/>
            <a:t>Change Reason </a:t>
          </a:r>
          <a:r>
            <a:rPr lang="en-US" sz="1100" b="0" i="0" kern="1200" dirty="0"/>
            <a:t>dropdown, select Change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>
              <a:solidFill>
                <a:schemeClr val="accent2"/>
              </a:solidFill>
            </a:rPr>
            <a:t>e. </a:t>
          </a:r>
          <a:r>
            <a:rPr lang="en-US" sz="1100" b="0" i="0" kern="1200" dirty="0"/>
            <a:t>Click Update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>
              <a:solidFill>
                <a:schemeClr val="accent2"/>
              </a:solidFill>
            </a:rPr>
            <a:t>f. </a:t>
          </a:r>
          <a:r>
            <a:rPr lang="en-US" sz="1100" b="0" i="0" kern="1200" dirty="0"/>
            <a:t>Click Select all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>
              <a:solidFill>
                <a:schemeClr val="accent2"/>
              </a:solidFill>
            </a:rPr>
            <a:t>g. </a:t>
          </a:r>
          <a:r>
            <a:rPr lang="en-US" sz="1100" b="0" i="0" kern="1200" dirty="0"/>
            <a:t>Click Finalize</a:t>
          </a:r>
        </a:p>
      </dsp:txBody>
      <dsp:txXfrm>
        <a:off x="1832863" y="1160356"/>
        <a:ext cx="1419961" cy="3356117"/>
      </dsp:txXfrm>
    </dsp:sp>
    <dsp:sp modelId="{042F4545-235E-4D85-B225-6E81576D3B42}">
      <dsp:nvSpPr>
        <dsp:cNvPr id="0" name=""/>
        <dsp:cNvSpPr/>
      </dsp:nvSpPr>
      <dsp:spPr>
        <a:xfrm>
          <a:off x="1626412" y="514949"/>
          <a:ext cx="1626412" cy="6454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Match Draft Amount to the Amendment</a:t>
          </a:r>
        </a:p>
      </dsp:txBody>
      <dsp:txXfrm>
        <a:off x="1626412" y="514949"/>
        <a:ext cx="1626412" cy="645407"/>
      </dsp:txXfrm>
    </dsp:sp>
    <dsp:sp modelId="{88BFDBFD-8D5B-4EBB-A64E-C2A42E5B605A}">
      <dsp:nvSpPr>
        <dsp:cNvPr id="0" name=""/>
        <dsp:cNvSpPr/>
      </dsp:nvSpPr>
      <dsp:spPr>
        <a:xfrm>
          <a:off x="0" y="1160356"/>
          <a:ext cx="1626412" cy="3097954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After you have added/removed an account through the calculator we need to add/remove months.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Open the </a:t>
          </a:r>
          <a:r>
            <a:rPr lang="en-US" sz="1100" i="1" kern="1200" dirty="0"/>
            <a:t>Calculator</a:t>
          </a:r>
          <a:r>
            <a:rPr lang="en-US" sz="1100" kern="1200" dirty="0"/>
            <a:t> and go to the </a:t>
          </a:r>
          <a:r>
            <a:rPr lang="en-US" sz="1100" i="1" kern="1200" dirty="0"/>
            <a:t>Draft Change </a:t>
          </a:r>
          <a:r>
            <a:rPr lang="en-US" sz="1100" kern="1200" dirty="0"/>
            <a:t>section</a:t>
          </a:r>
        </a:p>
      </dsp:txBody>
      <dsp:txXfrm>
        <a:off x="206451" y="1160356"/>
        <a:ext cx="1419961" cy="3097954"/>
      </dsp:txXfrm>
    </dsp:sp>
    <dsp:sp modelId="{F3E9B1F6-EEAE-4622-BF9E-4AD7C775A299}">
      <dsp:nvSpPr>
        <dsp:cNvPr id="0" name=""/>
        <dsp:cNvSpPr/>
      </dsp:nvSpPr>
      <dsp:spPr>
        <a:xfrm>
          <a:off x="0" y="644030"/>
          <a:ext cx="1626412" cy="5163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Calculator- Draft Change Section</a:t>
          </a:r>
        </a:p>
      </dsp:txBody>
      <dsp:txXfrm>
        <a:off x="0" y="644030"/>
        <a:ext cx="1626412" cy="5163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23E4-249F-4A9B-8659-8DC8A2B45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C747C-C577-4E3C-9BC2-39D509BBA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8877-4FD6-49F3-A747-00EA62EB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8141F-1B09-453B-8091-300B28C84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078AE-CC54-496E-BB47-987CCB20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9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FC6AD-5619-4DF2-8F41-EDEBAC164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56D1-7CC5-4B21-9A8D-01D40B833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403CC-F878-48F2-8C5E-0C2D346C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4B338-8FD2-4733-AFB4-9050064C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602D7-09B0-4975-9B9A-E2421AF1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6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AEA7-407D-4B6A-B1C4-77632581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24DFB-2EF4-41DC-8793-FAD3C25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12-7C36-403B-B679-779CB2E7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D307F-5806-4675-A829-C0E82C39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1B4F6-688A-4B41-91AE-B367FDA9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6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F723-81AE-4013-B98E-2E8B0472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6741-B62E-40B2-B896-EC1C917A8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CB54C-9648-43E6-A973-7785040F2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ADDDC-1337-4707-80D2-3EA40294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4C189-2D8E-449B-8B20-D4A4F00A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7BC3F-62E3-4AC7-BA53-B0BA48AD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48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B054-4DEE-4FCD-8FB5-2DBDA4F7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35B4D-3467-446D-8114-E21958216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A9C2-2412-4664-99E0-8B46BF6B5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DAB8C-873A-440D-95DE-2C399257E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3A312A-FEFE-496D-925D-929AEA915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3BEE4F-0ECE-4539-8576-010054D9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9E48C-04C9-4B2F-AFF6-BCECD9B1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4CBFE1-39D5-4041-87A7-EFD1345C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9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9637-6C71-4F19-B26C-C05C89194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5C2DF0-6E3A-468A-BB26-AA851C24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2DEC5-AFEC-4C4E-8D47-9EA01F7DE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48462-2BBB-4BC9-9080-5F88C2E54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22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241A9-75FB-41B0-9113-723BB337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3E2E3-CD3A-4913-A64C-E7615C38B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8CBA3-8B2A-420E-BC5D-AE1E3C459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2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8D9C-7E7F-4DFA-A753-F93D5033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A7017-5CE8-4D9E-8553-05B972A0F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A3483-822E-4DD3-B4C5-4787FF2AC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E1DAF-E003-46AF-9D54-E0EE5859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946EE-8C48-494F-8CDC-F18D7C45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6E42E-24B5-4DE7-B021-735C231E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7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E225-E9CE-4A9A-A6EE-E853F409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47D26-3BF2-4B67-B28F-D55A64B4F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292-27DF-4670-B2CE-4CFD4364E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81163-F591-4F6B-8C0B-1089BACAB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58BF7-08B2-487F-BF82-92B2F8B5D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5BBF9-5304-4B54-BDFC-6B2B3982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38CA-B50C-44EC-9449-18766E7B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52AC2-677A-449E-8669-BB7C7972F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2722C-3274-4A88-905C-959FF64D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C0C55-CB45-4F5E-AC6E-029D326F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3E5A2-F942-4B73-95A6-E66B14AA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0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E6F43-9568-4E99-BE9F-4E8517695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2780C-3216-4C4E-889D-E494FF068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6A517-FEC6-43D8-A927-3005C088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64CBC-95F8-4BC5-ADAC-29F44628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E8BF4-8F2C-409D-952E-60EB6D5B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1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50A3C-D7FE-4755-B01B-9CDF8786B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7BE84-4B39-4396-BA28-6AFA4DE1F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F4798-FDC8-4337-956A-6088C555B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857F6-9B30-4020-B97F-92662AC0E0A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6FB8B-F0FE-4D0A-BB40-B6E4F66E7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C39BB-CA78-4784-B8FC-4C576D7F8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D157C-2956-4AC1-AECD-91DEFD51D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5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6E90FB-EBD2-498C-84EB-5A11031A7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07534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CC31D0-61EF-48A2-AE6B-7F788CD1128D}"/>
              </a:ext>
            </a:extLst>
          </p:cNvPr>
          <p:cNvSpPr txBox="1"/>
          <p:nvPr/>
        </p:nvSpPr>
        <p:spPr>
          <a:xfrm>
            <a:off x="7028120" y="1913860"/>
            <a:ext cx="154172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b="1" i="0" dirty="0">
                <a:solidFill>
                  <a:schemeClr val="accent6"/>
                </a:solidFill>
                <a:effectLst/>
              </a:rPr>
              <a:t>a.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Click the </a:t>
            </a:r>
            <a:r>
              <a:rPr lang="en-US" sz="1100" b="0" i="1" dirty="0">
                <a:solidFill>
                  <a:srgbClr val="000000"/>
                </a:solidFill>
                <a:effectLst/>
              </a:rPr>
              <a:t>Schedule Draft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bar under the </a:t>
            </a:r>
            <a:r>
              <a:rPr lang="en-US" sz="1100" b="0" i="1" dirty="0">
                <a:solidFill>
                  <a:srgbClr val="000000"/>
                </a:solidFill>
                <a:effectLst/>
              </a:rPr>
              <a:t>Draft Change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table</a:t>
            </a:r>
          </a:p>
          <a:p>
            <a:pPr algn="l"/>
            <a:r>
              <a:rPr lang="en-US" sz="1100" b="1" i="0" dirty="0">
                <a:solidFill>
                  <a:schemeClr val="accent6"/>
                </a:solidFill>
                <a:effectLst/>
              </a:rPr>
              <a:t>b.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Select </a:t>
            </a:r>
            <a:r>
              <a:rPr lang="en-US" sz="1100" b="0" i="1" dirty="0">
                <a:solidFill>
                  <a:srgbClr val="000000"/>
                </a:solidFill>
                <a:effectLst/>
              </a:rPr>
              <a:t>Program Draft</a:t>
            </a:r>
          </a:p>
          <a:p>
            <a:pPr algn="l"/>
            <a:r>
              <a:rPr lang="en-US" sz="1100" b="1" i="0" dirty="0">
                <a:solidFill>
                  <a:schemeClr val="accent6"/>
                </a:solidFill>
                <a:effectLst/>
              </a:rPr>
              <a:t>c.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Set Draft Date/Start Date to the next month from the current final draft</a:t>
            </a:r>
          </a:p>
          <a:p>
            <a:pPr algn="l"/>
            <a:r>
              <a:rPr lang="en-US" sz="1100" b="1" i="0" dirty="0">
                <a:solidFill>
                  <a:schemeClr val="accent6"/>
                </a:solidFill>
                <a:effectLst/>
              </a:rPr>
              <a:t>d.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Set the </a:t>
            </a:r>
            <a:r>
              <a:rPr lang="en-US" sz="1100" b="0" i="1" dirty="0">
                <a:solidFill>
                  <a:srgbClr val="000000"/>
                </a:solidFill>
                <a:effectLst/>
              </a:rPr>
              <a:t>Number of Occurrences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field to the number of months being added to the program</a:t>
            </a:r>
          </a:p>
          <a:p>
            <a:pPr algn="l"/>
            <a:r>
              <a:rPr lang="en-US" sz="1100" b="1" i="0" dirty="0">
                <a:solidFill>
                  <a:schemeClr val="accent6"/>
                </a:solidFill>
                <a:effectLst/>
              </a:rPr>
              <a:t>e.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Add draft amount to the </a:t>
            </a:r>
            <a:r>
              <a:rPr lang="en-US" sz="1100" b="0" i="1" dirty="0">
                <a:solidFill>
                  <a:srgbClr val="000000"/>
                </a:solidFill>
                <a:effectLst/>
              </a:rPr>
              <a:t>Draft Amount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field which is shown on Amendment</a:t>
            </a:r>
          </a:p>
          <a:p>
            <a:r>
              <a:rPr lang="en-US" sz="1100" b="1" i="0" dirty="0">
                <a:solidFill>
                  <a:schemeClr val="accent6"/>
                </a:solidFill>
                <a:effectLst/>
              </a:rPr>
              <a:t>f.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Click Build Draft Schedule</a:t>
            </a:r>
          </a:p>
          <a:p>
            <a:pPr algn="l"/>
            <a:r>
              <a:rPr lang="en-US" sz="1100" b="1" i="0" dirty="0">
                <a:solidFill>
                  <a:schemeClr val="accent6"/>
                </a:solidFill>
                <a:effectLst/>
              </a:rPr>
              <a:t>g.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Click Select All</a:t>
            </a:r>
          </a:p>
          <a:p>
            <a:pPr algn="l"/>
            <a:r>
              <a:rPr lang="en-US" sz="1100" b="1" i="0" dirty="0">
                <a:solidFill>
                  <a:schemeClr val="accent6"/>
                </a:solidFill>
                <a:effectLst/>
              </a:rPr>
              <a:t>h. 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Click Finalize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B5A9D5-9CAF-4867-9256-8507E2FD484A}"/>
              </a:ext>
            </a:extLst>
          </p:cNvPr>
          <p:cNvSpPr txBox="1"/>
          <p:nvPr/>
        </p:nvSpPr>
        <p:spPr>
          <a:xfrm>
            <a:off x="8569841" y="2020186"/>
            <a:ext cx="1541721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000000"/>
                </a:solidFill>
                <a:effectLst/>
              </a:rPr>
              <a:t>Scroll down to Client Balance Schedule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000000"/>
                </a:solidFill>
                <a:effectLst/>
              </a:rPr>
              <a:t>Click DL Global Data &amp; Recalculate to view changes made to drafts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000000"/>
                </a:solidFill>
                <a:effectLst/>
              </a:rPr>
              <a:t>Scroll back up and go to Historical Balance Saved and </a:t>
            </a:r>
            <a:r>
              <a:rPr lang="en-US" sz="1100" b="0" i="0">
                <a:solidFill>
                  <a:srgbClr val="000000"/>
                </a:solidFill>
                <a:effectLst/>
              </a:rPr>
              <a:t>Save Balance</a:t>
            </a:r>
            <a:endParaRPr lang="en-US" sz="1100" b="0" i="0" dirty="0">
              <a:solidFill>
                <a:srgbClr val="000000"/>
              </a:solidFill>
              <a:effectLst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b="0" i="0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6F918-0102-43BD-B2C5-B558047AB110}"/>
              </a:ext>
            </a:extLst>
          </p:cNvPr>
          <p:cNvSpPr txBox="1"/>
          <p:nvPr/>
        </p:nvSpPr>
        <p:spPr>
          <a:xfrm>
            <a:off x="2640418" y="202909"/>
            <a:ext cx="6911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effectLst/>
                <a:latin typeface="Segoe UI" panose="020B0502040204020203" pitchFamily="34" charset="0"/>
              </a:rPr>
              <a:t>Processing Amendments in the Calculator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389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163471-036A-4389-BE9A-22AC401068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fca21091-4343-4232-a795-e59481497cb5"/>
    <ds:schemaRef ds:uri="dfbadaf6-90cf-41d3-a0ba-bbd98d259036"/>
  </ds:schemaRefs>
</ds:datastoreItem>
</file>

<file path=customXml/itemProps2.xml><?xml version="1.0" encoding="utf-8"?>
<ds:datastoreItem xmlns:ds="http://schemas.openxmlformats.org/officeDocument/2006/customXml" ds:itemID="{1E7E7E69-F3A1-443B-9811-778EA13D2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9410F2-C798-46A9-9666-CE5F5E8997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297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Samaya Smith</dc:creator>
  <cp:lastModifiedBy>Christina Borrello</cp:lastModifiedBy>
  <cp:revision>3</cp:revision>
  <dcterms:created xsi:type="dcterms:W3CDTF">2021-09-23T14:37:16Z</dcterms:created>
  <dcterms:modified xsi:type="dcterms:W3CDTF">2026-02-12T20:23:02Z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</Properties>
</file>