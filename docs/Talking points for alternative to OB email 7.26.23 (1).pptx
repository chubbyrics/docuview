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E9C66D-D8B0-46E3-9D00-926EE41E8CC1}" v="1" dt="2023-07-26T20:35:03.8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67" d="100"/>
          <a:sy n="67" d="100"/>
        </p:scale>
        <p:origin x="72"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9F7EE-E32C-A05C-5F80-1A96D98B06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7B4B1E-9073-1998-E4C2-874F3343FE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F86D80-5212-826D-710B-22A546762231}"/>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5" name="Footer Placeholder 4">
            <a:extLst>
              <a:ext uri="{FF2B5EF4-FFF2-40B4-BE49-F238E27FC236}">
                <a16:creationId xmlns:a16="http://schemas.microsoft.com/office/drawing/2014/main" id="{2B8ECDC9-B487-8670-E599-4DCB75E49A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637964-8F0C-B082-4DBF-367EA6A3D846}"/>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929100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2C396-E4EA-BF06-E544-DB1D07B9529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357D63-CEDB-3802-2FC5-AC0371CF15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A408380-0F40-67F7-7297-24856385082A}"/>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5" name="Footer Placeholder 4">
            <a:extLst>
              <a:ext uri="{FF2B5EF4-FFF2-40B4-BE49-F238E27FC236}">
                <a16:creationId xmlns:a16="http://schemas.microsoft.com/office/drawing/2014/main" id="{637BA99C-EE6D-0929-FAF9-31A4C0E08E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7F5E42-747D-67C8-B2B8-B62F0C007A34}"/>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3448867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71705-FF55-F06C-7DDF-AE20D36B7D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D11764-C000-C0FC-DBB7-9265C33E2DE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114342-0FB8-3BDF-DBDB-7617A5F4D5A3}"/>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5" name="Footer Placeholder 4">
            <a:extLst>
              <a:ext uri="{FF2B5EF4-FFF2-40B4-BE49-F238E27FC236}">
                <a16:creationId xmlns:a16="http://schemas.microsoft.com/office/drawing/2014/main" id="{42A197AD-77D5-DF12-3F09-DE8496D4AA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142448-4218-F8E5-5B8D-AAE4283A2BAF}"/>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6941445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DDC78-C06C-3BB1-D953-6F7ED98083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295560-53E0-B3F5-8CAE-AE412A3BF7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889E44-4126-AA39-9F8F-B5C1D9C05C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8B6F3E-3DFD-0D52-D0BE-524DB8F0CDC4}"/>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6" name="Footer Placeholder 5">
            <a:extLst>
              <a:ext uri="{FF2B5EF4-FFF2-40B4-BE49-F238E27FC236}">
                <a16:creationId xmlns:a16="http://schemas.microsoft.com/office/drawing/2014/main" id="{59F7C164-A19E-5763-70AF-97FE9A941F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B97390-7FD8-63BC-16C7-C12BF6BACDBF}"/>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1316592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7A2FB-AE52-9F5A-D148-5E1DC8B5E4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3ED8FD-6B6D-F7B4-09BC-FD74F66C56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1078F3-FD70-7F4E-5BB5-E0DDD7D7FDE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EAB81A8-DEA4-518E-1821-CDEE4613F4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C1B51D-AC42-304D-E6CF-95B1F8923EF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2FC3BA-3CF3-FBBA-6851-5200521AC13B}"/>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8" name="Footer Placeholder 7">
            <a:extLst>
              <a:ext uri="{FF2B5EF4-FFF2-40B4-BE49-F238E27FC236}">
                <a16:creationId xmlns:a16="http://schemas.microsoft.com/office/drawing/2014/main" id="{D75B7535-D5D8-87FB-8809-1A576EA2F5C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D3E6354-3435-B401-E7F2-C613E01C8BAE}"/>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3902067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CDC4AB-6703-364B-98AB-8049B68EE6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BB5A70A-EF64-61B5-0356-D3AB99293426}"/>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4" name="Footer Placeholder 3">
            <a:extLst>
              <a:ext uri="{FF2B5EF4-FFF2-40B4-BE49-F238E27FC236}">
                <a16:creationId xmlns:a16="http://schemas.microsoft.com/office/drawing/2014/main" id="{18BE5BF5-2606-156B-76A2-FC156773E1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2C417A-AFBD-805C-AF5D-D69F635E973E}"/>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3271930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F249F7-8606-9A6C-7BAC-4D2323C46038}"/>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3" name="Footer Placeholder 2">
            <a:extLst>
              <a:ext uri="{FF2B5EF4-FFF2-40B4-BE49-F238E27FC236}">
                <a16:creationId xmlns:a16="http://schemas.microsoft.com/office/drawing/2014/main" id="{87FD2400-09C2-61D5-AFC4-D21961D232C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400842-AD7F-76A4-B936-115115AFE87F}"/>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378553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CC73D-8258-858C-7A0D-B54E28AC01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48BDA8C-AF62-A034-0717-58A3C75EB95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F2D1AF-314C-8502-B8D9-EEF3AC1CBB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0A2D76-9728-8A7B-400D-A37AD83C1402}"/>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6" name="Footer Placeholder 5">
            <a:extLst>
              <a:ext uri="{FF2B5EF4-FFF2-40B4-BE49-F238E27FC236}">
                <a16:creationId xmlns:a16="http://schemas.microsoft.com/office/drawing/2014/main" id="{35127DF5-A3B4-BE1D-0CE3-7F0A870185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2B653C-41FE-D3A0-69EF-8C32CCB8597B}"/>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1520567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63968-5260-1C79-FBAD-03F5CD2615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D5A1A3B-CB63-D5A5-310A-09925D6194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966799-61F7-B88D-117D-2E6CEB1011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8DA338-E494-26CB-D8BE-1448E9F17D71}"/>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6" name="Footer Placeholder 5">
            <a:extLst>
              <a:ext uri="{FF2B5EF4-FFF2-40B4-BE49-F238E27FC236}">
                <a16:creationId xmlns:a16="http://schemas.microsoft.com/office/drawing/2014/main" id="{842932E2-4C36-D6E5-016E-A0AA13EA38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DA46BB-EE2C-2418-C599-79E2BC665532}"/>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1116086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ECEA-EE51-9321-267A-C106C3FA94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23CE8C-B6B8-BDE1-825A-EE4DC88BD4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A6FF6E-967F-852A-6E97-512027DDC350}"/>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5" name="Footer Placeholder 4">
            <a:extLst>
              <a:ext uri="{FF2B5EF4-FFF2-40B4-BE49-F238E27FC236}">
                <a16:creationId xmlns:a16="http://schemas.microsoft.com/office/drawing/2014/main" id="{1B94FC22-0B6D-7975-DDDA-446708B734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7C53A9-9B49-1B4C-DF5B-58C74FE30619}"/>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663729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00F04C-753A-1C22-0C77-84A5AF2C0B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0B5631-55FD-DF8C-F8BC-86F90E673D1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B07723-2B5A-04AF-F352-616A89D0E31C}"/>
              </a:ext>
            </a:extLst>
          </p:cNvPr>
          <p:cNvSpPr>
            <a:spLocks noGrp="1"/>
          </p:cNvSpPr>
          <p:nvPr>
            <p:ph type="dt" sz="half" idx="10"/>
          </p:nvPr>
        </p:nvSpPr>
        <p:spPr/>
        <p:txBody>
          <a:bodyPr/>
          <a:lstStyle/>
          <a:p>
            <a:fld id="{C8E0E0A1-F284-4D50-976E-FF4AC298499B}" type="datetimeFigureOut">
              <a:rPr lang="en-US" smtClean="0"/>
              <a:t>2/12/2026</a:t>
            </a:fld>
            <a:endParaRPr lang="en-US"/>
          </a:p>
        </p:txBody>
      </p:sp>
      <p:sp>
        <p:nvSpPr>
          <p:cNvPr id="5" name="Footer Placeholder 4">
            <a:extLst>
              <a:ext uri="{FF2B5EF4-FFF2-40B4-BE49-F238E27FC236}">
                <a16:creationId xmlns:a16="http://schemas.microsoft.com/office/drawing/2014/main" id="{E965ECDF-527E-E56D-498C-31605A50CE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F033FD-F4E3-96A4-290F-92A3DE128F37}"/>
              </a:ext>
            </a:extLst>
          </p:cNvPr>
          <p:cNvSpPr>
            <a:spLocks noGrp="1"/>
          </p:cNvSpPr>
          <p:nvPr>
            <p:ph type="sldNum" sz="quarter" idx="12"/>
          </p:nvPr>
        </p:nvSpPr>
        <p:spPr/>
        <p:txBody>
          <a:bodyPr/>
          <a:lstStyle/>
          <a:p>
            <a:fld id="{0C96AC7D-D619-428D-BC42-095A967C723B}" type="slidenum">
              <a:rPr lang="en-US" smtClean="0"/>
              <a:t>‹#›</a:t>
            </a:fld>
            <a:endParaRPr lang="en-US"/>
          </a:p>
        </p:txBody>
      </p:sp>
    </p:spTree>
    <p:extLst>
      <p:ext uri="{BB962C8B-B14F-4D97-AF65-F5344CB8AC3E}">
        <p14:creationId xmlns:p14="http://schemas.microsoft.com/office/powerpoint/2010/main" val="1788123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C70FEB-EA17-F1DA-5B4C-B087C53BBC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1AF330-8B72-FD50-CC8F-03F8BDDD3A3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DFDA53-4750-ED54-F3AC-76E70DB129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E0E0A1-F284-4D50-976E-FF4AC298499B}" type="datetimeFigureOut">
              <a:rPr lang="en-US" smtClean="0"/>
              <a:t>2/12/2026</a:t>
            </a:fld>
            <a:endParaRPr lang="en-US"/>
          </a:p>
        </p:txBody>
      </p:sp>
      <p:sp>
        <p:nvSpPr>
          <p:cNvPr id="5" name="Footer Placeholder 4">
            <a:extLst>
              <a:ext uri="{FF2B5EF4-FFF2-40B4-BE49-F238E27FC236}">
                <a16:creationId xmlns:a16="http://schemas.microsoft.com/office/drawing/2014/main" id="{14C720C3-CFFA-F5AF-2655-AF35D69D96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1A61B6D-5E93-8F9A-EE20-C3D4DB850E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96AC7D-D619-428D-BC42-095A967C723B}" type="slidenum">
              <a:rPr lang="en-US" smtClean="0"/>
              <a:t>‹#›</a:t>
            </a:fld>
            <a:endParaRPr lang="en-US"/>
          </a:p>
        </p:txBody>
      </p:sp>
    </p:spTree>
    <p:extLst>
      <p:ext uri="{BB962C8B-B14F-4D97-AF65-F5344CB8AC3E}">
        <p14:creationId xmlns:p14="http://schemas.microsoft.com/office/powerpoint/2010/main" val="1344803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35DD6-2470-A49C-7A45-C32FC85A7151}"/>
              </a:ext>
            </a:extLst>
          </p:cNvPr>
          <p:cNvSpPr>
            <a:spLocks noGrp="1"/>
          </p:cNvSpPr>
          <p:nvPr>
            <p:ph type="ctrTitle"/>
          </p:nvPr>
        </p:nvSpPr>
        <p:spPr>
          <a:xfrm>
            <a:off x="1524000" y="765747"/>
            <a:ext cx="9144000" cy="884857"/>
          </a:xfrm>
        </p:spPr>
        <p:txBody>
          <a:bodyPr>
            <a:normAutofit/>
          </a:bodyPr>
          <a:lstStyle/>
          <a:p>
            <a:r>
              <a:rPr lang="en-US" sz="4000" dirty="0"/>
              <a:t>OB email alternatives: talking points</a:t>
            </a:r>
          </a:p>
        </p:txBody>
      </p:sp>
      <p:sp>
        <p:nvSpPr>
          <p:cNvPr id="3" name="Subtitle 2">
            <a:extLst>
              <a:ext uri="{FF2B5EF4-FFF2-40B4-BE49-F238E27FC236}">
                <a16:creationId xmlns:a16="http://schemas.microsoft.com/office/drawing/2014/main" id="{CFBCF355-9292-1AE8-0A5F-CAD09227DFB8}"/>
              </a:ext>
            </a:extLst>
          </p:cNvPr>
          <p:cNvSpPr>
            <a:spLocks noGrp="1"/>
          </p:cNvSpPr>
          <p:nvPr>
            <p:ph type="subTitle" idx="1"/>
          </p:nvPr>
        </p:nvSpPr>
        <p:spPr>
          <a:xfrm>
            <a:off x="740664" y="2007220"/>
            <a:ext cx="4882896" cy="3991244"/>
          </a:xfrm>
        </p:spPr>
        <p:txBody>
          <a:bodyPr vert="horz" lIns="91440" tIns="45720" rIns="91440" bIns="45720" rtlCol="0" anchor="t">
            <a:normAutofit/>
          </a:bodyPr>
          <a:lstStyle/>
          <a:p>
            <a:r>
              <a:rPr lang="en-US" sz="1800" b="1" u="sng" dirty="0"/>
              <a:t>Client requesting documents</a:t>
            </a:r>
          </a:p>
          <a:p>
            <a:pPr marL="342900" indent="-342900" algn="l">
              <a:buFont typeface="+mj-lt"/>
              <a:buAutoNum type="arabicPeriod"/>
            </a:pPr>
            <a:r>
              <a:rPr lang="en-US" sz="1400" dirty="0"/>
              <a:t>Client request settlement letters, bank statements or If can be obtained through portal or Global Holding accounts, walk the client through how to obtain these Docs. </a:t>
            </a:r>
          </a:p>
          <a:p>
            <a:pPr marL="800100" lvl="1" indent="-342900" algn="l">
              <a:buAutoNum type="arabicPeriod"/>
            </a:pPr>
            <a:r>
              <a:rPr lang="en-US" sz="1000" dirty="0">
                <a:cs typeface="Calibri"/>
              </a:rPr>
              <a:t>Global Holdings app</a:t>
            </a:r>
          </a:p>
          <a:p>
            <a:pPr marL="342900" indent="-342900" algn="l">
              <a:buFont typeface="+mj-lt"/>
              <a:buAutoNum type="arabicPeriod"/>
            </a:pPr>
            <a:r>
              <a:rPr lang="en-US" sz="1400" dirty="0"/>
              <a:t>Client requesting Welcome Call Package: Direct client to the Client Portal to obtain this information. </a:t>
            </a:r>
          </a:p>
          <a:p>
            <a:pPr marL="342900" indent="-342900" algn="l">
              <a:buFont typeface="+mj-lt"/>
              <a:buAutoNum type="arabicPeriod"/>
            </a:pPr>
            <a:r>
              <a:rPr lang="en-US" sz="1400" dirty="0"/>
              <a:t>Contact your manager to activate OB email skill if the client cannot obtain a specific document that is not in the Client Portal or Global Holdings. After the email is sent, notify your manager that you have completed the skill, and it will be deactivated.</a:t>
            </a:r>
          </a:p>
          <a:p>
            <a:pPr marL="342900" indent="-342900" algn="l">
              <a:buFont typeface="+mj-lt"/>
              <a:buAutoNum type="arabicPeriod"/>
            </a:pPr>
            <a:endParaRPr lang="en-US" sz="1800" dirty="0"/>
          </a:p>
          <a:p>
            <a:pPr marL="342900" indent="-342900" algn="l">
              <a:buFont typeface="+mj-lt"/>
              <a:buAutoNum type="arabicPeriod"/>
            </a:pPr>
            <a:endParaRPr lang="en-US" sz="1800" dirty="0"/>
          </a:p>
        </p:txBody>
      </p:sp>
      <p:sp>
        <p:nvSpPr>
          <p:cNvPr id="4" name="Subtitle 2">
            <a:extLst>
              <a:ext uri="{FF2B5EF4-FFF2-40B4-BE49-F238E27FC236}">
                <a16:creationId xmlns:a16="http://schemas.microsoft.com/office/drawing/2014/main" id="{D0B9236A-97F0-7E24-90C1-764863CA1DF8}"/>
              </a:ext>
            </a:extLst>
          </p:cNvPr>
          <p:cNvSpPr txBox="1">
            <a:spLocks/>
          </p:cNvSpPr>
          <p:nvPr/>
        </p:nvSpPr>
        <p:spPr>
          <a:xfrm>
            <a:off x="6821424" y="2007220"/>
            <a:ext cx="4629912" cy="3991244"/>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1800" b="1" u="sng" dirty="0"/>
              <a:t>Client requesting recap and follow up via email</a:t>
            </a:r>
          </a:p>
          <a:p>
            <a:pPr marL="342900" indent="-342900" algn="l">
              <a:buFont typeface="+mj-lt"/>
              <a:buAutoNum type="arabicPeriod"/>
            </a:pPr>
            <a:r>
              <a:rPr lang="en-US" sz="1400" dirty="0"/>
              <a:t>Advise client you will send text message indicated completion of request or follow up.(Confirm mobile number) </a:t>
            </a:r>
          </a:p>
          <a:p>
            <a:pPr marL="342900" indent="-342900" algn="l">
              <a:buFont typeface="+mj-lt"/>
              <a:buAutoNum type="arabicPeriod"/>
            </a:pPr>
            <a:r>
              <a:rPr lang="en-US" sz="1400" dirty="0"/>
              <a:t>Follow the Text to client SOP for process. </a:t>
            </a:r>
          </a:p>
          <a:p>
            <a:pPr marL="342900" indent="-342900" algn="l">
              <a:buFont typeface="+mj-lt"/>
              <a:buAutoNum type="arabicPeriod"/>
            </a:pPr>
            <a:r>
              <a:rPr lang="en-US" sz="1400" dirty="0"/>
              <a:t>Contact your manager to activate OB email skill if the client insist in an email and is leading to an Escalation. After the email is sent, notify your manager that you have completed the skill, and it will be deactivated.</a:t>
            </a:r>
          </a:p>
          <a:p>
            <a:pPr marL="342900" indent="-342900" algn="l">
              <a:buFont typeface="+mj-lt"/>
              <a:buAutoNum type="arabicPeriod"/>
            </a:pPr>
            <a:endParaRPr lang="en-US" sz="1400" dirty="0"/>
          </a:p>
        </p:txBody>
      </p:sp>
      <p:sp>
        <p:nvSpPr>
          <p:cNvPr id="5" name="TextBox 4">
            <a:extLst>
              <a:ext uri="{FF2B5EF4-FFF2-40B4-BE49-F238E27FC236}">
                <a16:creationId xmlns:a16="http://schemas.microsoft.com/office/drawing/2014/main" id="{E36DD87E-E240-0520-8A14-37EFE3EFC82B}"/>
              </a:ext>
            </a:extLst>
          </p:cNvPr>
          <p:cNvSpPr txBox="1"/>
          <p:nvPr/>
        </p:nvSpPr>
        <p:spPr>
          <a:xfrm>
            <a:off x="9772650" y="285750"/>
            <a:ext cx="2257425" cy="369332"/>
          </a:xfrm>
          <a:prstGeom prst="rect">
            <a:avLst/>
          </a:prstGeom>
          <a:noFill/>
        </p:spPr>
        <p:txBody>
          <a:bodyPr wrap="square" rtlCol="0">
            <a:spAutoFit/>
          </a:bodyPr>
          <a:lstStyle/>
          <a:p>
            <a:r>
              <a:rPr lang="en-US" dirty="0"/>
              <a:t>Reviewed 7/26/2023</a:t>
            </a:r>
          </a:p>
        </p:txBody>
      </p:sp>
    </p:spTree>
    <p:extLst>
      <p:ext uri="{BB962C8B-B14F-4D97-AF65-F5344CB8AC3E}">
        <p14:creationId xmlns:p14="http://schemas.microsoft.com/office/powerpoint/2010/main" val="26948466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fca21091-4343-4232-a795-e59481497cb5" xsi:nil="true"/>
    <lcf76f155ced4ddcb4097134ff3c332f xmlns="dfbadaf6-90cf-41d3-a0ba-bbd98d259036">
      <Terms xmlns="http://schemas.microsoft.com/office/infopath/2007/PartnerControls"/>
    </lcf76f155ced4ddcb4097134ff3c332f>
    <_Flow_SignoffStatus xmlns="dfbadaf6-90cf-41d3-a0ba-bbd98d259036"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63EA4EAC53434282EAA3F21CEC1BE7" ma:contentTypeVersion="29" ma:contentTypeDescription="Create a new document." ma:contentTypeScope="" ma:versionID="d1e6db6382f9bf0a238767834c1ba2e8">
  <xsd:schema xmlns:xsd="http://www.w3.org/2001/XMLSchema" xmlns:xs="http://www.w3.org/2001/XMLSchema" xmlns:p="http://schemas.microsoft.com/office/2006/metadata/properties" xmlns:ns1="http://schemas.microsoft.com/sharepoint/v3" xmlns:ns2="dfbadaf6-90cf-41d3-a0ba-bbd98d259036" xmlns:ns3="fca21091-4343-4232-a795-e59481497cb5" targetNamespace="http://schemas.microsoft.com/office/2006/metadata/properties" ma:root="true" ma:fieldsID="0d55a77fe706b52e8d7bff5f40b8e9f5" ns1:_="" ns2:_="" ns3:_="">
    <xsd:import namespace="http://schemas.microsoft.com/sharepoint/v3"/>
    <xsd:import namespace="dfbadaf6-90cf-41d3-a0ba-bbd98d259036"/>
    <xsd:import namespace="fca21091-4343-4232-a795-e59481497cb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LengthInSeconds" minOccurs="0"/>
                <xsd:element ref="ns3:SharedWithUsers" minOccurs="0"/>
                <xsd:element ref="ns3:SharedWithDetails" minOccurs="0"/>
                <xsd:element ref="ns2:MediaServiceAutoTags" minOccurs="0"/>
                <xsd:element ref="ns1:_ip_UnifiedCompliancePolicyProperties" minOccurs="0"/>
                <xsd:element ref="ns1:_ip_UnifiedCompliancePolicyUIAction"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ObjectDetectorVersions" minOccurs="0"/>
                <xsd:element ref="ns2:_Flow_SignoffStatu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7" nillable="true" ma:displayName="Unified Compliance Policy Properties" ma:hidden="true" ma:internalName="_ip_UnifiedCompliancePolicyProperties">
      <xsd:simpleType>
        <xsd:restriction base="dms:Note"/>
      </xsd:simpleType>
    </xsd:element>
    <xsd:element name="_ip_UnifiedCompliancePolicyUIAction" ma:index="18"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fbadaf6-90cf-41d3-a0ba-bbd98d25903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f4aff2b-04e6-48f0-83c9-56fafe2014f7"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_Flow_SignoffStatus" ma:index="26" nillable="true" ma:displayName="Sign-off status" ma:internalName="Sign_x002d_off_x0020_status">
      <xsd:simpleType>
        <xsd:restriction base="dms:Text"/>
      </xsd:simpleType>
    </xsd:element>
    <xsd:element name="MediaServiceLocation" ma:index="27" nillable="true" ma:displayName="Location" ma:indexed="true" ma:internalName="MediaServiceLocation" ma:readOnly="true">
      <xsd:simpleType>
        <xsd:restriction base="dms:Text"/>
      </xsd:simpleType>
    </xsd:element>
    <xsd:element name="MediaServiceSearchProperties" ma:index="28"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ca21091-4343-4232-a795-e59481497cb5"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d36b9b6e-086a-4dd3-8773-df145aa506ae}" ma:internalName="TaxCatchAll" ma:showField="CatchAllData" ma:web="fca21091-4343-4232-a795-e59481497cb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928581-763C-4D22-930D-3D6A21A23437}">
  <ds:schemaRefs>
    <ds:schemaRef ds:uri="http://schemas.microsoft.com/sharepoint/v3"/>
    <ds:schemaRef ds:uri="http://schemas.microsoft.com/office/infopath/2007/PartnerControls"/>
    <ds:schemaRef ds:uri="http://purl.org/dc/terms/"/>
    <ds:schemaRef ds:uri="http://schemas.microsoft.com/office/2006/metadata/properties"/>
    <ds:schemaRef ds:uri="http://schemas.openxmlformats.org/package/2006/metadata/core-properties"/>
    <ds:schemaRef ds:uri="http://www.w3.org/XML/1998/namespace"/>
    <ds:schemaRef ds:uri="http://schemas.microsoft.com/office/2006/documentManagement/types"/>
    <ds:schemaRef ds:uri="fca21091-4343-4232-a795-e59481497cb5"/>
    <ds:schemaRef ds:uri="dfbadaf6-90cf-41d3-a0ba-bbd98d259036"/>
    <ds:schemaRef ds:uri="http://purl.org/dc/dcmitype/"/>
    <ds:schemaRef ds:uri="http://purl.org/dc/elements/1.1/"/>
  </ds:schemaRefs>
</ds:datastoreItem>
</file>

<file path=customXml/itemProps2.xml><?xml version="1.0" encoding="utf-8"?>
<ds:datastoreItem xmlns:ds="http://schemas.openxmlformats.org/officeDocument/2006/customXml" ds:itemID="{517B0075-AAFE-48C8-A962-979DD2E75F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dfbadaf6-90cf-41d3-a0ba-bbd98d259036"/>
    <ds:schemaRef ds:uri="fca21091-4343-4232-a795-e59481497cb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E28BAAD-2B0A-4786-93B9-A3F408B3CB9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20</TotalTime>
  <Words>189</Words>
  <Application>Microsoft Office PowerPoint</Application>
  <PresentationFormat>Widescreen</PresentationFormat>
  <Paragraphs>11</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OB email alternatives: talking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 email alternatives: talking points</dc:title>
  <dc:creator>Katalina Sussman</dc:creator>
  <cp:lastModifiedBy>Heather Sellers</cp:lastModifiedBy>
  <cp:revision>11</cp:revision>
  <dcterms:created xsi:type="dcterms:W3CDTF">2023-01-11T20:59:45Z</dcterms:created>
  <dcterms:modified xsi:type="dcterms:W3CDTF">2026-02-12T20:26:30Z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0x010100E563EA4EAC53434282EAA3F21CEC1BE7</vt:lpwstr>
  </property>
  <property fmtid="{D5CDD505-2E9C-101B-9397-08002B2CF9AE}" pid="3" name="MediaServiceImageTags">
    <vt:lpwstr/>
  </property>
</Properties>
</file>