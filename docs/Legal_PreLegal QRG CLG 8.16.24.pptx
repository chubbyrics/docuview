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1953" r:id="rId5"/>
    <p:sldId id="1954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7A5B8CC-3876-DBBD-2027-6F51F5282F47}" name="Heather Sellers" initials="HS" userId="S::hsellers@clearoneadvantage.com::25461d58-9233-4504-9b5c-0ad25644213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F6B304-19E2-5225-500D-A85378323068}" v="11" dt="2024-09-09T14:00:59.1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E52834-AC62-4718-822A-66B5C334F805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1C323560-A95D-4CB4-9680-C68276D269FF}">
      <dgm:prSet phldrT="[Text]"/>
      <dgm:spPr/>
      <dgm:t>
        <a:bodyPr/>
        <a:lstStyle/>
        <a:p>
          <a:r>
            <a:rPr lang="en-US"/>
            <a:t>Connect</a:t>
          </a:r>
        </a:p>
      </dgm:t>
    </dgm:pt>
    <dgm:pt modelId="{7549BBD9-CB08-48A4-890D-007ED1B399FD}" type="parTrans" cxnId="{4141BF4D-EC5D-4555-A4B5-8B6D64318F5D}">
      <dgm:prSet/>
      <dgm:spPr/>
      <dgm:t>
        <a:bodyPr/>
        <a:lstStyle/>
        <a:p>
          <a:endParaRPr lang="en-US"/>
        </a:p>
      </dgm:t>
    </dgm:pt>
    <dgm:pt modelId="{0C43EE83-2D69-4792-BCB4-B61E1609D1F3}" type="sibTrans" cxnId="{4141BF4D-EC5D-4555-A4B5-8B6D64318F5D}">
      <dgm:prSet/>
      <dgm:spPr/>
      <dgm:t>
        <a:bodyPr/>
        <a:lstStyle/>
        <a:p>
          <a:endParaRPr lang="en-US"/>
        </a:p>
      </dgm:t>
    </dgm:pt>
    <dgm:pt modelId="{CF537C32-6005-4514-940B-E0151E3B1870}">
      <dgm:prSet phldrT="[Text]"/>
      <dgm:spPr/>
      <dgm:t>
        <a:bodyPr/>
        <a:lstStyle/>
        <a:p>
          <a:r>
            <a:rPr lang="en-US"/>
            <a:t>Discover</a:t>
          </a:r>
        </a:p>
      </dgm:t>
    </dgm:pt>
    <dgm:pt modelId="{EADDE158-D477-4317-8703-C8C2D93253BB}" type="parTrans" cxnId="{55C00150-4852-44E4-B6A7-06242A05183A}">
      <dgm:prSet/>
      <dgm:spPr/>
      <dgm:t>
        <a:bodyPr/>
        <a:lstStyle/>
        <a:p>
          <a:endParaRPr lang="en-US"/>
        </a:p>
      </dgm:t>
    </dgm:pt>
    <dgm:pt modelId="{EBAB9C8D-55DF-43C3-8581-10555ECD9B05}" type="sibTrans" cxnId="{55C00150-4852-44E4-B6A7-06242A05183A}">
      <dgm:prSet/>
      <dgm:spPr/>
      <dgm:t>
        <a:bodyPr/>
        <a:lstStyle/>
        <a:p>
          <a:endParaRPr lang="en-US"/>
        </a:p>
      </dgm:t>
    </dgm:pt>
    <dgm:pt modelId="{F40C93F2-F375-4473-A24F-D9D5ECD22965}">
      <dgm:prSet phldrT="[Text]"/>
      <dgm:spPr/>
      <dgm:t>
        <a:bodyPr/>
        <a:lstStyle/>
        <a:p>
          <a:r>
            <a:rPr lang="en-US"/>
            <a:t>Acknowledge Reason for call</a:t>
          </a:r>
        </a:p>
      </dgm:t>
    </dgm:pt>
    <dgm:pt modelId="{77A7F167-F9FF-4267-BCE6-4A089595E26B}" type="parTrans" cxnId="{90F31DD7-C1F9-4F56-A592-874661F27F00}">
      <dgm:prSet/>
      <dgm:spPr/>
      <dgm:t>
        <a:bodyPr/>
        <a:lstStyle/>
        <a:p>
          <a:endParaRPr lang="en-US"/>
        </a:p>
      </dgm:t>
    </dgm:pt>
    <dgm:pt modelId="{C1495071-8B69-4D65-BDA0-673C06654B3D}" type="sibTrans" cxnId="{90F31DD7-C1F9-4F56-A592-874661F27F00}">
      <dgm:prSet/>
      <dgm:spPr/>
      <dgm:t>
        <a:bodyPr/>
        <a:lstStyle/>
        <a:p>
          <a:endParaRPr lang="en-US"/>
        </a:p>
      </dgm:t>
    </dgm:pt>
    <dgm:pt modelId="{E341AD14-7E13-4A54-A661-E7DDA1E5D073}">
      <dgm:prSet phldrT="[Text]"/>
      <dgm:spPr/>
      <dgm:t>
        <a:bodyPr/>
        <a:lstStyle/>
        <a:p>
          <a:r>
            <a:rPr lang="en-US"/>
            <a:t>Empathize with client</a:t>
          </a:r>
        </a:p>
      </dgm:t>
    </dgm:pt>
    <dgm:pt modelId="{78FA6E75-D400-4FD8-BFFC-8C5E67BFFFBC}" type="parTrans" cxnId="{12ACDBAE-1EE3-4556-9BB1-74DECDEE16E6}">
      <dgm:prSet/>
      <dgm:spPr/>
      <dgm:t>
        <a:bodyPr/>
        <a:lstStyle/>
        <a:p>
          <a:endParaRPr lang="en-US"/>
        </a:p>
      </dgm:t>
    </dgm:pt>
    <dgm:pt modelId="{0AAA8D85-AEF1-4776-A161-FF060C290F21}" type="sibTrans" cxnId="{12ACDBAE-1EE3-4556-9BB1-74DECDEE16E6}">
      <dgm:prSet/>
      <dgm:spPr/>
      <dgm:t>
        <a:bodyPr/>
        <a:lstStyle/>
        <a:p>
          <a:endParaRPr lang="en-US"/>
        </a:p>
      </dgm:t>
    </dgm:pt>
    <dgm:pt modelId="{46A6BAE7-E674-4385-A478-3B233B28B275}" type="pres">
      <dgm:prSet presAssocID="{C6E52834-AC62-4718-822A-66B5C334F805}" presName="CompostProcess" presStyleCnt="0">
        <dgm:presLayoutVars>
          <dgm:dir/>
          <dgm:resizeHandles val="exact"/>
        </dgm:presLayoutVars>
      </dgm:prSet>
      <dgm:spPr/>
    </dgm:pt>
    <dgm:pt modelId="{C754BE9B-6B8E-4D89-93F5-47B2007A5155}" type="pres">
      <dgm:prSet presAssocID="{C6E52834-AC62-4718-822A-66B5C334F805}" presName="arrow" presStyleLbl="bgShp" presStyleIdx="0" presStyleCnt="1" custScaleX="117647"/>
      <dgm:spPr/>
    </dgm:pt>
    <dgm:pt modelId="{E4DB4886-985A-47EF-9D4E-16B77A7A7AD1}" type="pres">
      <dgm:prSet presAssocID="{C6E52834-AC62-4718-822A-66B5C334F805}" presName="linearProcess" presStyleCnt="0"/>
      <dgm:spPr/>
    </dgm:pt>
    <dgm:pt modelId="{8890B7C9-C748-487F-848C-7ECBC2978999}" type="pres">
      <dgm:prSet presAssocID="{1C323560-A95D-4CB4-9680-C68276D269FF}" presName="textNode" presStyleLbl="node1" presStyleIdx="0" presStyleCnt="2">
        <dgm:presLayoutVars>
          <dgm:bulletEnabled val="1"/>
        </dgm:presLayoutVars>
      </dgm:prSet>
      <dgm:spPr/>
    </dgm:pt>
    <dgm:pt modelId="{FA5D990F-98EC-4A0F-9AF7-8BA469FC490A}" type="pres">
      <dgm:prSet presAssocID="{0C43EE83-2D69-4792-BCB4-B61E1609D1F3}" presName="sibTrans" presStyleCnt="0"/>
      <dgm:spPr/>
    </dgm:pt>
    <dgm:pt modelId="{9A440020-3546-4F22-B396-4066F9E4BB7D}" type="pres">
      <dgm:prSet presAssocID="{CF537C32-6005-4514-940B-E0151E3B1870}" presName="textNode" presStyleLbl="node1" presStyleIdx="1" presStyleCnt="2">
        <dgm:presLayoutVars>
          <dgm:bulletEnabled val="1"/>
        </dgm:presLayoutVars>
      </dgm:prSet>
      <dgm:spPr/>
    </dgm:pt>
  </dgm:ptLst>
  <dgm:cxnLst>
    <dgm:cxn modelId="{0583EA16-03A4-4D23-8593-3D7DC3EE5661}" type="presOf" srcId="{1C323560-A95D-4CB4-9680-C68276D269FF}" destId="{8890B7C9-C748-487F-848C-7ECBC2978999}" srcOrd="0" destOrd="0" presId="urn:microsoft.com/office/officeart/2005/8/layout/hProcess9"/>
    <dgm:cxn modelId="{4141BF4D-EC5D-4555-A4B5-8B6D64318F5D}" srcId="{C6E52834-AC62-4718-822A-66B5C334F805}" destId="{1C323560-A95D-4CB4-9680-C68276D269FF}" srcOrd="0" destOrd="0" parTransId="{7549BBD9-CB08-48A4-890D-007ED1B399FD}" sibTransId="{0C43EE83-2D69-4792-BCB4-B61E1609D1F3}"/>
    <dgm:cxn modelId="{55C00150-4852-44E4-B6A7-06242A05183A}" srcId="{C6E52834-AC62-4718-822A-66B5C334F805}" destId="{CF537C32-6005-4514-940B-E0151E3B1870}" srcOrd="1" destOrd="0" parTransId="{EADDE158-D477-4317-8703-C8C2D93253BB}" sibTransId="{EBAB9C8D-55DF-43C3-8581-10555ECD9B05}"/>
    <dgm:cxn modelId="{DC354258-3AD7-4B26-A3A8-64C442FACA13}" type="presOf" srcId="{CF537C32-6005-4514-940B-E0151E3B1870}" destId="{9A440020-3546-4F22-B396-4066F9E4BB7D}" srcOrd="0" destOrd="0" presId="urn:microsoft.com/office/officeart/2005/8/layout/hProcess9"/>
    <dgm:cxn modelId="{824C0B7D-9CAB-4CB0-97C0-E43CF6857741}" type="presOf" srcId="{E341AD14-7E13-4A54-A661-E7DDA1E5D073}" destId="{9A440020-3546-4F22-B396-4066F9E4BB7D}" srcOrd="0" destOrd="1" presId="urn:microsoft.com/office/officeart/2005/8/layout/hProcess9"/>
    <dgm:cxn modelId="{12ACDBAE-1EE3-4556-9BB1-74DECDEE16E6}" srcId="{CF537C32-6005-4514-940B-E0151E3B1870}" destId="{E341AD14-7E13-4A54-A661-E7DDA1E5D073}" srcOrd="0" destOrd="0" parTransId="{78FA6E75-D400-4FD8-BFFC-8C5E67BFFFBC}" sibTransId="{0AAA8D85-AEF1-4776-A161-FF060C290F21}"/>
    <dgm:cxn modelId="{887AF8BD-3A98-43AD-8D7A-AAF9905CFC44}" type="presOf" srcId="{F40C93F2-F375-4473-A24F-D9D5ECD22965}" destId="{8890B7C9-C748-487F-848C-7ECBC2978999}" srcOrd="0" destOrd="1" presId="urn:microsoft.com/office/officeart/2005/8/layout/hProcess9"/>
    <dgm:cxn modelId="{90F31DD7-C1F9-4F56-A592-874661F27F00}" srcId="{1C323560-A95D-4CB4-9680-C68276D269FF}" destId="{F40C93F2-F375-4473-A24F-D9D5ECD22965}" srcOrd="0" destOrd="0" parTransId="{77A7F167-F9FF-4267-BCE6-4A089595E26B}" sibTransId="{C1495071-8B69-4D65-BDA0-673C06654B3D}"/>
    <dgm:cxn modelId="{73171FF9-54B4-4770-94E4-A01E5E4DBC14}" type="presOf" srcId="{C6E52834-AC62-4718-822A-66B5C334F805}" destId="{46A6BAE7-E674-4385-A478-3B233B28B275}" srcOrd="0" destOrd="0" presId="urn:microsoft.com/office/officeart/2005/8/layout/hProcess9"/>
    <dgm:cxn modelId="{6CDF93A7-2FD7-4C0E-BCC3-3F39748FA125}" type="presParOf" srcId="{46A6BAE7-E674-4385-A478-3B233B28B275}" destId="{C754BE9B-6B8E-4D89-93F5-47B2007A5155}" srcOrd="0" destOrd="0" presId="urn:microsoft.com/office/officeart/2005/8/layout/hProcess9"/>
    <dgm:cxn modelId="{57E1E0EB-B445-40A6-BECF-DFE5120C4ABD}" type="presParOf" srcId="{46A6BAE7-E674-4385-A478-3B233B28B275}" destId="{E4DB4886-985A-47EF-9D4E-16B77A7A7AD1}" srcOrd="1" destOrd="0" presId="urn:microsoft.com/office/officeart/2005/8/layout/hProcess9"/>
    <dgm:cxn modelId="{6F4706D0-70DA-4CEC-9C38-C00D01D7FB7F}" type="presParOf" srcId="{E4DB4886-985A-47EF-9D4E-16B77A7A7AD1}" destId="{8890B7C9-C748-487F-848C-7ECBC2978999}" srcOrd="0" destOrd="0" presId="urn:microsoft.com/office/officeart/2005/8/layout/hProcess9"/>
    <dgm:cxn modelId="{8D89753C-A251-4396-A863-A7977463F3F1}" type="presParOf" srcId="{E4DB4886-985A-47EF-9D4E-16B77A7A7AD1}" destId="{FA5D990F-98EC-4A0F-9AF7-8BA469FC490A}" srcOrd="1" destOrd="0" presId="urn:microsoft.com/office/officeart/2005/8/layout/hProcess9"/>
    <dgm:cxn modelId="{D4678BB4-B444-4693-A09F-6EF90F7AFFB5}" type="presParOf" srcId="{E4DB4886-985A-47EF-9D4E-16B77A7A7AD1}" destId="{9A440020-3546-4F22-B396-4066F9E4BB7D}" srcOrd="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7796282-15BE-46F9-BEFA-B9FEA4B5A27C}" type="doc">
      <dgm:prSet loTypeId="urn:microsoft.com/office/officeart/2005/8/layout/l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845F806-78E7-4323-B2B0-BEEB8EEB9A6C}">
      <dgm:prSet phldrT="[Text]" custT="1"/>
      <dgm:spPr/>
      <dgm:t>
        <a:bodyPr/>
        <a:lstStyle/>
        <a:p>
          <a:r>
            <a:rPr lang="en-US" sz="2000"/>
            <a:t>If Pre-Legal</a:t>
          </a:r>
        </a:p>
      </dgm:t>
    </dgm:pt>
    <dgm:pt modelId="{3A20DFF7-F491-48FA-B719-E43EA083CFE8}" type="parTrans" cxnId="{6BF8550D-767D-42A4-B2B7-17792F53294B}">
      <dgm:prSet/>
      <dgm:spPr/>
      <dgm:t>
        <a:bodyPr/>
        <a:lstStyle/>
        <a:p>
          <a:endParaRPr lang="en-US"/>
        </a:p>
      </dgm:t>
    </dgm:pt>
    <dgm:pt modelId="{6DE76724-44F8-4F5C-94B5-D0B4BD7D41F4}" type="sibTrans" cxnId="{6BF8550D-767D-42A4-B2B7-17792F53294B}">
      <dgm:prSet/>
      <dgm:spPr/>
      <dgm:t>
        <a:bodyPr/>
        <a:lstStyle/>
        <a:p>
          <a:endParaRPr lang="en-US"/>
        </a:p>
      </dgm:t>
    </dgm:pt>
    <dgm:pt modelId="{E91116DC-0145-493B-95B8-2B5512091494}">
      <dgm:prSet phldrT="[Text]" custT="1"/>
      <dgm:spPr/>
      <dgm:t>
        <a:bodyPr/>
        <a:lstStyle/>
        <a:p>
          <a:pPr rtl="0"/>
          <a:r>
            <a:rPr lang="en-US" sz="1200"/>
            <a:t>Review Clients Calc and advise client that we will update the creditor name.</a:t>
          </a:r>
          <a:r>
            <a:rPr lang="en-US" sz="1400">
              <a:latin typeface="Calibri Light" panose="020F0302020204030204"/>
            </a:rPr>
            <a:t> </a:t>
          </a:r>
          <a:endParaRPr lang="en-US" sz="1400"/>
        </a:p>
      </dgm:t>
    </dgm:pt>
    <dgm:pt modelId="{08677E42-656C-4775-BB51-1B8082105B7C}" type="parTrans" cxnId="{5061423F-CB7F-49DD-95A1-6A176265994F}">
      <dgm:prSet/>
      <dgm:spPr/>
      <dgm:t>
        <a:bodyPr/>
        <a:lstStyle/>
        <a:p>
          <a:endParaRPr lang="en-US"/>
        </a:p>
      </dgm:t>
    </dgm:pt>
    <dgm:pt modelId="{33CCC68C-D118-48FD-AC2A-D3F6CAAC9BDD}" type="sibTrans" cxnId="{5061423F-CB7F-49DD-95A1-6A176265994F}">
      <dgm:prSet/>
      <dgm:spPr/>
      <dgm:t>
        <a:bodyPr/>
        <a:lstStyle/>
        <a:p>
          <a:endParaRPr lang="en-US"/>
        </a:p>
      </dgm:t>
    </dgm:pt>
    <dgm:pt modelId="{5FFBD4A2-2091-406D-992A-688A186FAA96}">
      <dgm:prSet phldrT="[Text]" custT="1"/>
      <dgm:spPr/>
      <dgm:t>
        <a:bodyPr/>
        <a:lstStyle/>
        <a:p>
          <a:r>
            <a:rPr lang="en-US" sz="1200"/>
            <a:t>Do not suggest or offer to have the account worked ahead of others.</a:t>
          </a:r>
        </a:p>
      </dgm:t>
    </dgm:pt>
    <dgm:pt modelId="{0A48B216-20E3-4332-A2B8-EE09BA223634}" type="parTrans" cxnId="{0053E4D8-9677-470D-A8F9-065C96A776BD}">
      <dgm:prSet/>
      <dgm:spPr/>
      <dgm:t>
        <a:bodyPr/>
        <a:lstStyle/>
        <a:p>
          <a:endParaRPr lang="en-US"/>
        </a:p>
      </dgm:t>
    </dgm:pt>
    <dgm:pt modelId="{4D97D3B3-5619-40CB-8B8F-E205DA741879}" type="sibTrans" cxnId="{0053E4D8-9677-470D-A8F9-065C96A776BD}">
      <dgm:prSet/>
      <dgm:spPr/>
      <dgm:t>
        <a:bodyPr/>
        <a:lstStyle/>
        <a:p>
          <a:endParaRPr lang="en-US"/>
        </a:p>
      </dgm:t>
    </dgm:pt>
    <dgm:pt modelId="{9A294AC1-F4BE-4D9B-9323-70FA9F599A22}">
      <dgm:prSet phldrT="[Text]" custT="1"/>
      <dgm:spPr/>
      <dgm:t>
        <a:bodyPr/>
        <a:lstStyle/>
        <a:p>
          <a:r>
            <a:rPr lang="en-US" sz="2000"/>
            <a:t>If Summons or Judgement</a:t>
          </a:r>
        </a:p>
      </dgm:t>
    </dgm:pt>
    <dgm:pt modelId="{26E93968-BDBE-4314-9B62-B1A1A67FEC47}" type="parTrans" cxnId="{FC75B5C7-299E-4524-B2F7-86493CAC8FAF}">
      <dgm:prSet/>
      <dgm:spPr/>
      <dgm:t>
        <a:bodyPr/>
        <a:lstStyle/>
        <a:p>
          <a:endParaRPr lang="en-US"/>
        </a:p>
      </dgm:t>
    </dgm:pt>
    <dgm:pt modelId="{26C0D51C-024B-4DDB-9EF9-0814C19B805B}" type="sibTrans" cxnId="{FC75B5C7-299E-4524-B2F7-86493CAC8FAF}">
      <dgm:prSet/>
      <dgm:spPr/>
      <dgm:t>
        <a:bodyPr/>
        <a:lstStyle/>
        <a:p>
          <a:endParaRPr lang="en-US"/>
        </a:p>
      </dgm:t>
    </dgm:pt>
    <dgm:pt modelId="{C9B0F8B2-B51E-4282-95E1-3BE8AE1AD7D9}">
      <dgm:prSet phldrT="[Text]" custT="1"/>
      <dgm:spPr/>
      <dgm:t>
        <a:bodyPr/>
        <a:lstStyle/>
        <a:p>
          <a:r>
            <a:rPr lang="en-US" sz="1200"/>
            <a:t>Upload docs to CF</a:t>
          </a:r>
        </a:p>
      </dgm:t>
    </dgm:pt>
    <dgm:pt modelId="{6A49E007-CC53-4CC3-B75F-B52910ECEBCF}" type="parTrans" cxnId="{4D357C22-5382-4C49-A11D-D22F66BD8DD4}">
      <dgm:prSet/>
      <dgm:spPr/>
      <dgm:t>
        <a:bodyPr/>
        <a:lstStyle/>
        <a:p>
          <a:endParaRPr lang="en-US"/>
        </a:p>
      </dgm:t>
    </dgm:pt>
    <dgm:pt modelId="{A42EA526-14B3-4D8F-9FCF-228D5AE98089}" type="sibTrans" cxnId="{4D357C22-5382-4C49-A11D-D22F66BD8DD4}">
      <dgm:prSet/>
      <dgm:spPr/>
      <dgm:t>
        <a:bodyPr/>
        <a:lstStyle/>
        <a:p>
          <a:endParaRPr lang="en-US"/>
        </a:p>
      </dgm:t>
    </dgm:pt>
    <dgm:pt modelId="{EF09F3EA-1319-4A5F-A41A-7E8B912F2FD0}">
      <dgm:prSet phldrT="[Text]" custT="1"/>
      <dgm:spPr/>
      <dgm:t>
        <a:bodyPr/>
        <a:lstStyle/>
        <a:p>
          <a:r>
            <a:rPr lang="en-US" sz="1200"/>
            <a:t>Go to Creditor page on QB – update balance, creditor name to law office and mark legal or judgement</a:t>
          </a:r>
        </a:p>
      </dgm:t>
    </dgm:pt>
    <dgm:pt modelId="{3D857A2B-E8F7-438C-9EF2-183CB8AFFA60}" type="parTrans" cxnId="{A46803B9-7E66-4C2A-8558-84F70091D255}">
      <dgm:prSet/>
      <dgm:spPr/>
      <dgm:t>
        <a:bodyPr/>
        <a:lstStyle/>
        <a:p>
          <a:endParaRPr lang="en-US"/>
        </a:p>
      </dgm:t>
    </dgm:pt>
    <dgm:pt modelId="{6ED604E5-CD1A-4CB1-AFF9-E1D499EAD201}" type="sibTrans" cxnId="{A46803B9-7E66-4C2A-8558-84F70091D255}">
      <dgm:prSet/>
      <dgm:spPr/>
      <dgm:t>
        <a:bodyPr/>
        <a:lstStyle/>
        <a:p>
          <a:endParaRPr lang="en-US"/>
        </a:p>
      </dgm:t>
    </dgm:pt>
    <dgm:pt modelId="{2877CC87-68CA-4D79-9CC7-FB7AE985328E}">
      <dgm:prSet phldrT="[Text]" phldr="0" custT="1"/>
      <dgm:spPr/>
      <dgm:t>
        <a:bodyPr/>
        <a:lstStyle/>
        <a:p>
          <a:pPr rtl="0">
            <a:spcAft>
              <a:spcPts val="0"/>
            </a:spcAft>
          </a:pPr>
          <a:r>
            <a:rPr lang="en-US" sz="1100">
              <a:latin typeface="Calibri Light" panose="020F0302020204030204"/>
            </a:rPr>
            <a:t>Follow the Legal – Pre Legal SOP</a:t>
          </a:r>
          <a:endParaRPr lang="en-US" sz="1100"/>
        </a:p>
      </dgm:t>
    </dgm:pt>
    <dgm:pt modelId="{53FDCF02-9B52-425B-A148-95A0DACB99A8}" type="parTrans" cxnId="{2ACB983D-8EC5-48DD-9F9F-BC7CCB65F64D}">
      <dgm:prSet/>
      <dgm:spPr/>
      <dgm:t>
        <a:bodyPr/>
        <a:lstStyle/>
        <a:p>
          <a:endParaRPr lang="en-US"/>
        </a:p>
      </dgm:t>
    </dgm:pt>
    <dgm:pt modelId="{D82A2D36-8475-4430-B074-2E92199E7D40}" type="sibTrans" cxnId="{2ACB983D-8EC5-48DD-9F9F-BC7CCB65F64D}">
      <dgm:prSet/>
      <dgm:spPr/>
      <dgm:t>
        <a:bodyPr/>
        <a:lstStyle/>
        <a:p>
          <a:endParaRPr lang="en-US"/>
        </a:p>
      </dgm:t>
    </dgm:pt>
    <dgm:pt modelId="{0500F8AC-CFF4-4D4D-9BB7-2BDDC21F6EAD}">
      <dgm:prSet phldrT="[Text]" custT="1"/>
      <dgm:spPr/>
      <dgm:t>
        <a:bodyPr/>
        <a:lstStyle/>
        <a:p>
          <a:r>
            <a:rPr lang="en-US" sz="1200"/>
            <a:t>Advise client that accounts are worked in order of creditor intelligence priority and that any additional funds they can add can help get additional accounts in settlement.</a:t>
          </a:r>
        </a:p>
      </dgm:t>
    </dgm:pt>
    <dgm:pt modelId="{1E5DE734-5B31-4A0D-BF2B-5018757C707D}" type="parTrans" cxnId="{F5DA55A8-66FD-4E2A-8FC2-D470C70C05FB}">
      <dgm:prSet/>
      <dgm:spPr/>
      <dgm:t>
        <a:bodyPr/>
        <a:lstStyle/>
        <a:p>
          <a:endParaRPr lang="en-US"/>
        </a:p>
      </dgm:t>
    </dgm:pt>
    <dgm:pt modelId="{C081E700-BE7D-4267-82CC-E1A12D89754B}" type="sibTrans" cxnId="{F5DA55A8-66FD-4E2A-8FC2-D470C70C05FB}">
      <dgm:prSet/>
      <dgm:spPr/>
      <dgm:t>
        <a:bodyPr/>
        <a:lstStyle/>
        <a:p>
          <a:endParaRPr lang="en-US"/>
        </a:p>
      </dgm:t>
    </dgm:pt>
    <dgm:pt modelId="{D3BF46FB-711B-45FD-B597-3AFB50562F61}" type="pres">
      <dgm:prSet presAssocID="{57796282-15BE-46F9-BEFA-B9FEA4B5A27C}" presName="Name0" presStyleCnt="0">
        <dgm:presLayoutVars>
          <dgm:dir/>
          <dgm:animLvl val="lvl"/>
          <dgm:resizeHandles val="exact"/>
        </dgm:presLayoutVars>
      </dgm:prSet>
      <dgm:spPr/>
    </dgm:pt>
    <dgm:pt modelId="{5BAE3F84-C86B-476B-9EBC-841FA2FA76B1}" type="pres">
      <dgm:prSet presAssocID="{1845F806-78E7-4323-B2B0-BEEB8EEB9A6C}" presName="vertFlow" presStyleCnt="0"/>
      <dgm:spPr/>
    </dgm:pt>
    <dgm:pt modelId="{008B32AF-7D2D-4961-AAFE-76059C5FF2D8}" type="pres">
      <dgm:prSet presAssocID="{1845F806-78E7-4323-B2B0-BEEB8EEB9A6C}" presName="header" presStyleLbl="node1" presStyleIdx="0" presStyleCnt="2" custScaleY="62037"/>
      <dgm:spPr/>
    </dgm:pt>
    <dgm:pt modelId="{3AE8BF2F-BCA3-48AF-BDA7-DD2C974D67C6}" type="pres">
      <dgm:prSet presAssocID="{08677E42-656C-4775-BB51-1B8082105B7C}" presName="parTrans" presStyleLbl="sibTrans2D1" presStyleIdx="0" presStyleCnt="6"/>
      <dgm:spPr/>
    </dgm:pt>
    <dgm:pt modelId="{05098DE9-FB35-4C49-B461-A0E478BDD8FB}" type="pres">
      <dgm:prSet presAssocID="{E91116DC-0145-493B-95B8-2B5512091494}" presName="child" presStyleLbl="alignAccFollowNode1" presStyleIdx="0" presStyleCnt="6" custScaleY="78280" custLinFactNeighborX="-220" custLinFactNeighborY="-17285">
        <dgm:presLayoutVars>
          <dgm:chMax val="0"/>
          <dgm:bulletEnabled val="1"/>
        </dgm:presLayoutVars>
      </dgm:prSet>
      <dgm:spPr/>
    </dgm:pt>
    <dgm:pt modelId="{8C73EA7C-CA40-4D1C-99A1-D9139BB9003F}" type="pres">
      <dgm:prSet presAssocID="{33CCC68C-D118-48FD-AC2A-D3F6CAAC9BDD}" presName="sibTrans" presStyleLbl="sibTrans2D1" presStyleIdx="1" presStyleCnt="6"/>
      <dgm:spPr/>
    </dgm:pt>
    <dgm:pt modelId="{1A4C7D52-B0C3-44C6-B397-0DBF54AA468C}" type="pres">
      <dgm:prSet presAssocID="{0500F8AC-CFF4-4D4D-9BB7-2BDDC21F6EAD}" presName="child" presStyleLbl="alignAccFollowNode1" presStyleIdx="1" presStyleCnt="6">
        <dgm:presLayoutVars>
          <dgm:chMax val="0"/>
          <dgm:bulletEnabled val="1"/>
        </dgm:presLayoutVars>
      </dgm:prSet>
      <dgm:spPr/>
    </dgm:pt>
    <dgm:pt modelId="{F9E88D0C-4ED4-4310-9234-35195E3326B3}" type="pres">
      <dgm:prSet presAssocID="{C081E700-BE7D-4267-82CC-E1A12D89754B}" presName="sibTrans" presStyleLbl="sibTrans2D1" presStyleIdx="2" presStyleCnt="6"/>
      <dgm:spPr/>
    </dgm:pt>
    <dgm:pt modelId="{0D02AEE7-53D4-4CC4-B131-7B488B619F98}" type="pres">
      <dgm:prSet presAssocID="{5FFBD4A2-2091-406D-992A-688A186FAA96}" presName="child" presStyleLbl="alignAccFollowNode1" presStyleIdx="2" presStyleCnt="6">
        <dgm:presLayoutVars>
          <dgm:chMax val="0"/>
          <dgm:bulletEnabled val="1"/>
        </dgm:presLayoutVars>
      </dgm:prSet>
      <dgm:spPr/>
    </dgm:pt>
    <dgm:pt modelId="{F5090DF4-B2AF-4125-BCB1-22BB0635DC7B}" type="pres">
      <dgm:prSet presAssocID="{1845F806-78E7-4323-B2B0-BEEB8EEB9A6C}" presName="hSp" presStyleCnt="0"/>
      <dgm:spPr/>
    </dgm:pt>
    <dgm:pt modelId="{A29A454C-D9D2-4E48-AF27-A53A0CE9E36D}" type="pres">
      <dgm:prSet presAssocID="{9A294AC1-F4BE-4D9B-9323-70FA9F599A22}" presName="vertFlow" presStyleCnt="0"/>
      <dgm:spPr/>
    </dgm:pt>
    <dgm:pt modelId="{28E0873A-5D2E-4D8A-9340-1E6E36E9D3BA}" type="pres">
      <dgm:prSet presAssocID="{9A294AC1-F4BE-4D9B-9323-70FA9F599A22}" presName="header" presStyleLbl="node1" presStyleIdx="1" presStyleCnt="2" custScaleY="62037"/>
      <dgm:spPr/>
    </dgm:pt>
    <dgm:pt modelId="{9476DD11-A0E9-41E9-96E4-1D271BE260C6}" type="pres">
      <dgm:prSet presAssocID="{6A49E007-CC53-4CC3-B75F-B52910ECEBCF}" presName="parTrans" presStyleLbl="sibTrans2D1" presStyleIdx="3" presStyleCnt="6"/>
      <dgm:spPr/>
    </dgm:pt>
    <dgm:pt modelId="{A47B45FF-6F13-4AB4-9B45-6A36A0D8EAE5}" type="pres">
      <dgm:prSet presAssocID="{C9B0F8B2-B51E-4282-95E1-3BE8AE1AD7D9}" presName="child" presStyleLbl="alignAccFollowNode1" presStyleIdx="3" presStyleCnt="6" custScaleY="78280" custLinFactNeighborX="-220" custLinFactNeighborY="-17285">
        <dgm:presLayoutVars>
          <dgm:chMax val="0"/>
          <dgm:bulletEnabled val="1"/>
        </dgm:presLayoutVars>
      </dgm:prSet>
      <dgm:spPr/>
    </dgm:pt>
    <dgm:pt modelId="{BE141510-90DF-4EFC-99A5-7F4C1C7E974B}" type="pres">
      <dgm:prSet presAssocID="{A42EA526-14B3-4D8F-9FCF-228D5AE98089}" presName="sibTrans" presStyleLbl="sibTrans2D1" presStyleIdx="4" presStyleCnt="6"/>
      <dgm:spPr/>
    </dgm:pt>
    <dgm:pt modelId="{6155D014-9EF8-48E2-80B4-00C823A6EDCB}" type="pres">
      <dgm:prSet presAssocID="{EF09F3EA-1319-4A5F-A41A-7E8B912F2FD0}" presName="child" presStyleLbl="alignAccFollowNode1" presStyleIdx="4" presStyleCnt="6">
        <dgm:presLayoutVars>
          <dgm:chMax val="0"/>
          <dgm:bulletEnabled val="1"/>
        </dgm:presLayoutVars>
      </dgm:prSet>
      <dgm:spPr/>
    </dgm:pt>
    <dgm:pt modelId="{0640CE47-4D6B-4EDB-906F-0282D9944D22}" type="pres">
      <dgm:prSet presAssocID="{6ED604E5-CD1A-4CB1-AFF9-E1D499EAD201}" presName="sibTrans" presStyleLbl="sibTrans2D1" presStyleIdx="5" presStyleCnt="6"/>
      <dgm:spPr/>
    </dgm:pt>
    <dgm:pt modelId="{B576C874-6A91-4849-BEDF-9D34E67B3E39}" type="pres">
      <dgm:prSet presAssocID="{2877CC87-68CA-4D79-9CC7-FB7AE985328E}" presName="child" presStyleLbl="alignAccFollowNode1" presStyleIdx="5" presStyleCnt="6" custScaleY="115161">
        <dgm:presLayoutVars>
          <dgm:chMax val="0"/>
          <dgm:bulletEnabled val="1"/>
        </dgm:presLayoutVars>
      </dgm:prSet>
      <dgm:spPr/>
    </dgm:pt>
  </dgm:ptLst>
  <dgm:cxnLst>
    <dgm:cxn modelId="{6BF8550D-767D-42A4-B2B7-17792F53294B}" srcId="{57796282-15BE-46F9-BEFA-B9FEA4B5A27C}" destId="{1845F806-78E7-4323-B2B0-BEEB8EEB9A6C}" srcOrd="0" destOrd="0" parTransId="{3A20DFF7-F491-48FA-B719-E43EA083CFE8}" sibTransId="{6DE76724-44F8-4F5C-94B5-D0B4BD7D41F4}"/>
    <dgm:cxn modelId="{794A2F16-24F3-4E4A-80F1-17E0C81EAFEA}" type="presOf" srcId="{C9B0F8B2-B51E-4282-95E1-3BE8AE1AD7D9}" destId="{A47B45FF-6F13-4AB4-9B45-6A36A0D8EAE5}" srcOrd="0" destOrd="0" presId="urn:microsoft.com/office/officeart/2005/8/layout/lProcess1"/>
    <dgm:cxn modelId="{91728916-3C88-47FF-9472-808049F8D5E7}" type="presOf" srcId="{08677E42-656C-4775-BB51-1B8082105B7C}" destId="{3AE8BF2F-BCA3-48AF-BDA7-DD2C974D67C6}" srcOrd="0" destOrd="0" presId="urn:microsoft.com/office/officeart/2005/8/layout/lProcess1"/>
    <dgm:cxn modelId="{4D357C22-5382-4C49-A11D-D22F66BD8DD4}" srcId="{9A294AC1-F4BE-4D9B-9323-70FA9F599A22}" destId="{C9B0F8B2-B51E-4282-95E1-3BE8AE1AD7D9}" srcOrd="0" destOrd="0" parTransId="{6A49E007-CC53-4CC3-B75F-B52910ECEBCF}" sibTransId="{A42EA526-14B3-4D8F-9FCF-228D5AE98089}"/>
    <dgm:cxn modelId="{2D8F1932-A85E-4E71-B3CA-EFB70012377C}" type="presOf" srcId="{57796282-15BE-46F9-BEFA-B9FEA4B5A27C}" destId="{D3BF46FB-711B-45FD-B597-3AFB50562F61}" srcOrd="0" destOrd="0" presId="urn:microsoft.com/office/officeart/2005/8/layout/lProcess1"/>
    <dgm:cxn modelId="{2ACB983D-8EC5-48DD-9F9F-BC7CCB65F64D}" srcId="{9A294AC1-F4BE-4D9B-9323-70FA9F599A22}" destId="{2877CC87-68CA-4D79-9CC7-FB7AE985328E}" srcOrd="2" destOrd="0" parTransId="{53FDCF02-9B52-425B-A148-95A0DACB99A8}" sibTransId="{D82A2D36-8475-4430-B074-2E92199E7D40}"/>
    <dgm:cxn modelId="{5061423F-CB7F-49DD-95A1-6A176265994F}" srcId="{1845F806-78E7-4323-B2B0-BEEB8EEB9A6C}" destId="{E91116DC-0145-493B-95B8-2B5512091494}" srcOrd="0" destOrd="0" parTransId="{08677E42-656C-4775-BB51-1B8082105B7C}" sibTransId="{33CCC68C-D118-48FD-AC2A-D3F6CAAC9BDD}"/>
    <dgm:cxn modelId="{D3A3AC3F-D4EE-4F72-BD41-1EEF529197ED}" type="presOf" srcId="{9A294AC1-F4BE-4D9B-9323-70FA9F599A22}" destId="{28E0873A-5D2E-4D8A-9340-1E6E36E9D3BA}" srcOrd="0" destOrd="0" presId="urn:microsoft.com/office/officeart/2005/8/layout/lProcess1"/>
    <dgm:cxn modelId="{CAF02D5E-F796-4019-8732-BF17A0C68E3B}" type="presOf" srcId="{C081E700-BE7D-4267-82CC-E1A12D89754B}" destId="{F9E88D0C-4ED4-4310-9234-35195E3326B3}" srcOrd="0" destOrd="0" presId="urn:microsoft.com/office/officeart/2005/8/layout/lProcess1"/>
    <dgm:cxn modelId="{1C27F260-9E54-419B-AACE-5F3879800E5D}" type="presOf" srcId="{0500F8AC-CFF4-4D4D-9BB7-2BDDC21F6EAD}" destId="{1A4C7D52-B0C3-44C6-B397-0DBF54AA468C}" srcOrd="0" destOrd="0" presId="urn:microsoft.com/office/officeart/2005/8/layout/lProcess1"/>
    <dgm:cxn modelId="{65F72270-A06E-47AF-A77D-879941B7F2DD}" type="presOf" srcId="{6A49E007-CC53-4CC3-B75F-B52910ECEBCF}" destId="{9476DD11-A0E9-41E9-96E4-1D271BE260C6}" srcOrd="0" destOrd="0" presId="urn:microsoft.com/office/officeart/2005/8/layout/lProcess1"/>
    <dgm:cxn modelId="{8CF25E81-AC86-4F57-86D1-3CD506289CAD}" type="presOf" srcId="{1845F806-78E7-4323-B2B0-BEEB8EEB9A6C}" destId="{008B32AF-7D2D-4961-AAFE-76059C5FF2D8}" srcOrd="0" destOrd="0" presId="urn:microsoft.com/office/officeart/2005/8/layout/lProcess1"/>
    <dgm:cxn modelId="{4D50449E-E6E1-464C-9216-A34DCCE7E5CC}" type="presOf" srcId="{6ED604E5-CD1A-4CB1-AFF9-E1D499EAD201}" destId="{0640CE47-4D6B-4EDB-906F-0282D9944D22}" srcOrd="0" destOrd="0" presId="urn:microsoft.com/office/officeart/2005/8/layout/lProcess1"/>
    <dgm:cxn modelId="{F5DA55A8-66FD-4E2A-8FC2-D470C70C05FB}" srcId="{1845F806-78E7-4323-B2B0-BEEB8EEB9A6C}" destId="{0500F8AC-CFF4-4D4D-9BB7-2BDDC21F6EAD}" srcOrd="1" destOrd="0" parTransId="{1E5DE734-5B31-4A0D-BF2B-5018757C707D}" sibTransId="{C081E700-BE7D-4267-82CC-E1A12D89754B}"/>
    <dgm:cxn modelId="{A46803B9-7E66-4C2A-8558-84F70091D255}" srcId="{9A294AC1-F4BE-4D9B-9323-70FA9F599A22}" destId="{EF09F3EA-1319-4A5F-A41A-7E8B912F2FD0}" srcOrd="1" destOrd="0" parTransId="{3D857A2B-E8F7-438C-9EF2-183CB8AFFA60}" sibTransId="{6ED604E5-CD1A-4CB1-AFF9-E1D499EAD201}"/>
    <dgm:cxn modelId="{8645CAC5-C255-425C-9D83-3315C8B381E3}" type="presOf" srcId="{2877CC87-68CA-4D79-9CC7-FB7AE985328E}" destId="{B576C874-6A91-4849-BEDF-9D34E67B3E39}" srcOrd="0" destOrd="0" presId="urn:microsoft.com/office/officeart/2005/8/layout/lProcess1"/>
    <dgm:cxn modelId="{37C053C6-13B6-47A2-9D45-5967FAB23840}" type="presOf" srcId="{5FFBD4A2-2091-406D-992A-688A186FAA96}" destId="{0D02AEE7-53D4-4CC4-B131-7B488B619F98}" srcOrd="0" destOrd="0" presId="urn:microsoft.com/office/officeart/2005/8/layout/lProcess1"/>
    <dgm:cxn modelId="{669693C7-8936-4211-962C-05239D6BC8A5}" type="presOf" srcId="{E91116DC-0145-493B-95B8-2B5512091494}" destId="{05098DE9-FB35-4C49-B461-A0E478BDD8FB}" srcOrd="0" destOrd="0" presId="urn:microsoft.com/office/officeart/2005/8/layout/lProcess1"/>
    <dgm:cxn modelId="{FC75B5C7-299E-4524-B2F7-86493CAC8FAF}" srcId="{57796282-15BE-46F9-BEFA-B9FEA4B5A27C}" destId="{9A294AC1-F4BE-4D9B-9323-70FA9F599A22}" srcOrd="1" destOrd="0" parTransId="{26E93968-BDBE-4314-9B62-B1A1A67FEC47}" sibTransId="{26C0D51C-024B-4DDB-9EF9-0814C19B805B}"/>
    <dgm:cxn modelId="{E58724CD-B35D-48B5-BDB0-13942912CD92}" type="presOf" srcId="{33CCC68C-D118-48FD-AC2A-D3F6CAAC9BDD}" destId="{8C73EA7C-CA40-4D1C-99A1-D9139BB9003F}" srcOrd="0" destOrd="0" presId="urn:microsoft.com/office/officeart/2005/8/layout/lProcess1"/>
    <dgm:cxn modelId="{0053E4D8-9677-470D-A8F9-065C96A776BD}" srcId="{1845F806-78E7-4323-B2B0-BEEB8EEB9A6C}" destId="{5FFBD4A2-2091-406D-992A-688A186FAA96}" srcOrd="2" destOrd="0" parTransId="{0A48B216-20E3-4332-A2B8-EE09BA223634}" sibTransId="{4D97D3B3-5619-40CB-8B8F-E205DA741879}"/>
    <dgm:cxn modelId="{F797BBDB-C2F5-475F-8370-87792FF365A9}" type="presOf" srcId="{EF09F3EA-1319-4A5F-A41A-7E8B912F2FD0}" destId="{6155D014-9EF8-48E2-80B4-00C823A6EDCB}" srcOrd="0" destOrd="0" presId="urn:microsoft.com/office/officeart/2005/8/layout/lProcess1"/>
    <dgm:cxn modelId="{1001ACED-1991-4B80-A987-24879E8B7AAD}" type="presOf" srcId="{A42EA526-14B3-4D8F-9FCF-228D5AE98089}" destId="{BE141510-90DF-4EFC-99A5-7F4C1C7E974B}" srcOrd="0" destOrd="0" presId="urn:microsoft.com/office/officeart/2005/8/layout/lProcess1"/>
    <dgm:cxn modelId="{4CA68403-498B-4B1C-A1F5-5D5CE0843499}" type="presParOf" srcId="{D3BF46FB-711B-45FD-B597-3AFB50562F61}" destId="{5BAE3F84-C86B-476B-9EBC-841FA2FA76B1}" srcOrd="0" destOrd="0" presId="urn:microsoft.com/office/officeart/2005/8/layout/lProcess1"/>
    <dgm:cxn modelId="{9827BC6B-D9F5-4F09-B56D-5DF64EF3E916}" type="presParOf" srcId="{5BAE3F84-C86B-476B-9EBC-841FA2FA76B1}" destId="{008B32AF-7D2D-4961-AAFE-76059C5FF2D8}" srcOrd="0" destOrd="0" presId="urn:microsoft.com/office/officeart/2005/8/layout/lProcess1"/>
    <dgm:cxn modelId="{626BE573-E8C1-42F5-BDD6-2392C4BB4317}" type="presParOf" srcId="{5BAE3F84-C86B-476B-9EBC-841FA2FA76B1}" destId="{3AE8BF2F-BCA3-48AF-BDA7-DD2C974D67C6}" srcOrd="1" destOrd="0" presId="urn:microsoft.com/office/officeart/2005/8/layout/lProcess1"/>
    <dgm:cxn modelId="{618D8684-82A6-460E-8CCD-F0A884C021D0}" type="presParOf" srcId="{5BAE3F84-C86B-476B-9EBC-841FA2FA76B1}" destId="{05098DE9-FB35-4C49-B461-A0E478BDD8FB}" srcOrd="2" destOrd="0" presId="urn:microsoft.com/office/officeart/2005/8/layout/lProcess1"/>
    <dgm:cxn modelId="{CF236030-5333-4FEF-81AF-9935E3B8BEA2}" type="presParOf" srcId="{5BAE3F84-C86B-476B-9EBC-841FA2FA76B1}" destId="{8C73EA7C-CA40-4D1C-99A1-D9139BB9003F}" srcOrd="3" destOrd="0" presId="urn:microsoft.com/office/officeart/2005/8/layout/lProcess1"/>
    <dgm:cxn modelId="{F12AF082-7E63-47F9-B669-E21FC88244D6}" type="presParOf" srcId="{5BAE3F84-C86B-476B-9EBC-841FA2FA76B1}" destId="{1A4C7D52-B0C3-44C6-B397-0DBF54AA468C}" srcOrd="4" destOrd="0" presId="urn:microsoft.com/office/officeart/2005/8/layout/lProcess1"/>
    <dgm:cxn modelId="{6B25CBC0-85C4-4D8B-BB36-B1DAF9DA2DDD}" type="presParOf" srcId="{5BAE3F84-C86B-476B-9EBC-841FA2FA76B1}" destId="{F9E88D0C-4ED4-4310-9234-35195E3326B3}" srcOrd="5" destOrd="0" presId="urn:microsoft.com/office/officeart/2005/8/layout/lProcess1"/>
    <dgm:cxn modelId="{B6DC66FA-9DE1-43D6-B3FC-F216D6299866}" type="presParOf" srcId="{5BAE3F84-C86B-476B-9EBC-841FA2FA76B1}" destId="{0D02AEE7-53D4-4CC4-B131-7B488B619F98}" srcOrd="6" destOrd="0" presId="urn:microsoft.com/office/officeart/2005/8/layout/lProcess1"/>
    <dgm:cxn modelId="{6AC93A7B-44E0-424D-BC8E-D8E766423AEC}" type="presParOf" srcId="{D3BF46FB-711B-45FD-B597-3AFB50562F61}" destId="{F5090DF4-B2AF-4125-BCB1-22BB0635DC7B}" srcOrd="1" destOrd="0" presId="urn:microsoft.com/office/officeart/2005/8/layout/lProcess1"/>
    <dgm:cxn modelId="{24BD308E-FFD7-452D-9F86-9CD683A0213D}" type="presParOf" srcId="{D3BF46FB-711B-45FD-B597-3AFB50562F61}" destId="{A29A454C-D9D2-4E48-AF27-A53A0CE9E36D}" srcOrd="2" destOrd="0" presId="urn:microsoft.com/office/officeart/2005/8/layout/lProcess1"/>
    <dgm:cxn modelId="{35C9F14C-34C1-4C96-833A-1BFAFA8E2C72}" type="presParOf" srcId="{A29A454C-D9D2-4E48-AF27-A53A0CE9E36D}" destId="{28E0873A-5D2E-4D8A-9340-1E6E36E9D3BA}" srcOrd="0" destOrd="0" presId="urn:microsoft.com/office/officeart/2005/8/layout/lProcess1"/>
    <dgm:cxn modelId="{37920C8E-754E-4AB1-BDD9-5BF4E78627E3}" type="presParOf" srcId="{A29A454C-D9D2-4E48-AF27-A53A0CE9E36D}" destId="{9476DD11-A0E9-41E9-96E4-1D271BE260C6}" srcOrd="1" destOrd="0" presId="urn:microsoft.com/office/officeart/2005/8/layout/lProcess1"/>
    <dgm:cxn modelId="{F9CB1AD8-6C42-4FA6-A523-49F0D965A177}" type="presParOf" srcId="{A29A454C-D9D2-4E48-AF27-A53A0CE9E36D}" destId="{A47B45FF-6F13-4AB4-9B45-6A36A0D8EAE5}" srcOrd="2" destOrd="0" presId="urn:microsoft.com/office/officeart/2005/8/layout/lProcess1"/>
    <dgm:cxn modelId="{2CA6B619-A44C-42E8-952F-8886D6FE615F}" type="presParOf" srcId="{A29A454C-D9D2-4E48-AF27-A53A0CE9E36D}" destId="{BE141510-90DF-4EFC-99A5-7F4C1C7E974B}" srcOrd="3" destOrd="0" presId="urn:microsoft.com/office/officeart/2005/8/layout/lProcess1"/>
    <dgm:cxn modelId="{7075D8B9-B69E-4D43-B852-2F6B7919B2A4}" type="presParOf" srcId="{A29A454C-D9D2-4E48-AF27-A53A0CE9E36D}" destId="{6155D014-9EF8-48E2-80B4-00C823A6EDCB}" srcOrd="4" destOrd="0" presId="urn:microsoft.com/office/officeart/2005/8/layout/lProcess1"/>
    <dgm:cxn modelId="{E6320E4A-58D5-44C6-B03E-CC6FD7D07DEC}" type="presParOf" srcId="{A29A454C-D9D2-4E48-AF27-A53A0CE9E36D}" destId="{0640CE47-4D6B-4EDB-906F-0282D9944D22}" srcOrd="5" destOrd="0" presId="urn:microsoft.com/office/officeart/2005/8/layout/lProcess1"/>
    <dgm:cxn modelId="{019108AA-2EF7-4C16-9D6A-D0C6621C3FAB}" type="presParOf" srcId="{A29A454C-D9D2-4E48-AF27-A53A0CE9E36D}" destId="{B576C874-6A91-4849-BEDF-9D34E67B3E39}" srcOrd="6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6E52834-AC62-4718-822A-66B5C334F805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1C323560-A95D-4CB4-9680-C68276D269FF}">
      <dgm:prSet phldrT="[Text]"/>
      <dgm:spPr/>
      <dgm:t>
        <a:bodyPr/>
        <a:lstStyle/>
        <a:p>
          <a:r>
            <a:rPr lang="en-US"/>
            <a:t>Connect</a:t>
          </a:r>
        </a:p>
      </dgm:t>
    </dgm:pt>
    <dgm:pt modelId="{7549BBD9-CB08-48A4-890D-007ED1B399FD}" type="parTrans" cxnId="{4141BF4D-EC5D-4555-A4B5-8B6D64318F5D}">
      <dgm:prSet/>
      <dgm:spPr/>
      <dgm:t>
        <a:bodyPr/>
        <a:lstStyle/>
        <a:p>
          <a:endParaRPr lang="en-US"/>
        </a:p>
      </dgm:t>
    </dgm:pt>
    <dgm:pt modelId="{0C43EE83-2D69-4792-BCB4-B61E1609D1F3}" type="sibTrans" cxnId="{4141BF4D-EC5D-4555-A4B5-8B6D64318F5D}">
      <dgm:prSet/>
      <dgm:spPr/>
      <dgm:t>
        <a:bodyPr/>
        <a:lstStyle/>
        <a:p>
          <a:endParaRPr lang="en-US"/>
        </a:p>
      </dgm:t>
    </dgm:pt>
    <dgm:pt modelId="{CF537C32-6005-4514-940B-E0151E3B1870}">
      <dgm:prSet phldrT="[Text]"/>
      <dgm:spPr/>
      <dgm:t>
        <a:bodyPr/>
        <a:lstStyle/>
        <a:p>
          <a:r>
            <a:rPr lang="en-US"/>
            <a:t>Discover</a:t>
          </a:r>
        </a:p>
      </dgm:t>
    </dgm:pt>
    <dgm:pt modelId="{EADDE158-D477-4317-8703-C8C2D93253BB}" type="parTrans" cxnId="{55C00150-4852-44E4-B6A7-06242A05183A}">
      <dgm:prSet/>
      <dgm:spPr/>
      <dgm:t>
        <a:bodyPr/>
        <a:lstStyle/>
        <a:p>
          <a:endParaRPr lang="en-US"/>
        </a:p>
      </dgm:t>
    </dgm:pt>
    <dgm:pt modelId="{EBAB9C8D-55DF-43C3-8581-10555ECD9B05}" type="sibTrans" cxnId="{55C00150-4852-44E4-B6A7-06242A05183A}">
      <dgm:prSet/>
      <dgm:spPr/>
      <dgm:t>
        <a:bodyPr/>
        <a:lstStyle/>
        <a:p>
          <a:endParaRPr lang="en-US"/>
        </a:p>
      </dgm:t>
    </dgm:pt>
    <dgm:pt modelId="{F40C93F2-F375-4473-A24F-D9D5ECD22965}">
      <dgm:prSet phldrT="[Text]"/>
      <dgm:spPr/>
      <dgm:t>
        <a:bodyPr/>
        <a:lstStyle/>
        <a:p>
          <a:r>
            <a:rPr lang="en-US"/>
            <a:t>Acknowledge Reason for call</a:t>
          </a:r>
        </a:p>
      </dgm:t>
    </dgm:pt>
    <dgm:pt modelId="{77A7F167-F9FF-4267-BCE6-4A089595E26B}" type="parTrans" cxnId="{90F31DD7-C1F9-4F56-A592-874661F27F00}">
      <dgm:prSet/>
      <dgm:spPr/>
      <dgm:t>
        <a:bodyPr/>
        <a:lstStyle/>
        <a:p>
          <a:endParaRPr lang="en-US"/>
        </a:p>
      </dgm:t>
    </dgm:pt>
    <dgm:pt modelId="{C1495071-8B69-4D65-BDA0-673C06654B3D}" type="sibTrans" cxnId="{90F31DD7-C1F9-4F56-A592-874661F27F00}">
      <dgm:prSet/>
      <dgm:spPr/>
      <dgm:t>
        <a:bodyPr/>
        <a:lstStyle/>
        <a:p>
          <a:endParaRPr lang="en-US"/>
        </a:p>
      </dgm:t>
    </dgm:pt>
    <dgm:pt modelId="{E341AD14-7E13-4A54-A661-E7DDA1E5D073}">
      <dgm:prSet phldrT="[Text]"/>
      <dgm:spPr/>
      <dgm:t>
        <a:bodyPr/>
        <a:lstStyle/>
        <a:p>
          <a:r>
            <a:rPr lang="en-US"/>
            <a:t>Empathize with client</a:t>
          </a:r>
        </a:p>
      </dgm:t>
    </dgm:pt>
    <dgm:pt modelId="{78FA6E75-D400-4FD8-BFFC-8C5E67BFFFBC}" type="parTrans" cxnId="{12ACDBAE-1EE3-4556-9BB1-74DECDEE16E6}">
      <dgm:prSet/>
      <dgm:spPr/>
      <dgm:t>
        <a:bodyPr/>
        <a:lstStyle/>
        <a:p>
          <a:endParaRPr lang="en-US"/>
        </a:p>
      </dgm:t>
    </dgm:pt>
    <dgm:pt modelId="{0AAA8D85-AEF1-4776-A161-FF060C290F21}" type="sibTrans" cxnId="{12ACDBAE-1EE3-4556-9BB1-74DECDEE16E6}">
      <dgm:prSet/>
      <dgm:spPr/>
      <dgm:t>
        <a:bodyPr/>
        <a:lstStyle/>
        <a:p>
          <a:endParaRPr lang="en-US"/>
        </a:p>
      </dgm:t>
    </dgm:pt>
    <dgm:pt modelId="{46A6BAE7-E674-4385-A478-3B233B28B275}" type="pres">
      <dgm:prSet presAssocID="{C6E52834-AC62-4718-822A-66B5C334F805}" presName="CompostProcess" presStyleCnt="0">
        <dgm:presLayoutVars>
          <dgm:dir/>
          <dgm:resizeHandles val="exact"/>
        </dgm:presLayoutVars>
      </dgm:prSet>
      <dgm:spPr/>
    </dgm:pt>
    <dgm:pt modelId="{C754BE9B-6B8E-4D89-93F5-47B2007A5155}" type="pres">
      <dgm:prSet presAssocID="{C6E52834-AC62-4718-822A-66B5C334F805}" presName="arrow" presStyleLbl="bgShp" presStyleIdx="0" presStyleCnt="1" custScaleX="117647"/>
      <dgm:spPr/>
    </dgm:pt>
    <dgm:pt modelId="{E4DB4886-985A-47EF-9D4E-16B77A7A7AD1}" type="pres">
      <dgm:prSet presAssocID="{C6E52834-AC62-4718-822A-66B5C334F805}" presName="linearProcess" presStyleCnt="0"/>
      <dgm:spPr/>
    </dgm:pt>
    <dgm:pt modelId="{8890B7C9-C748-487F-848C-7ECBC2978999}" type="pres">
      <dgm:prSet presAssocID="{1C323560-A95D-4CB4-9680-C68276D269FF}" presName="textNode" presStyleLbl="node1" presStyleIdx="0" presStyleCnt="2">
        <dgm:presLayoutVars>
          <dgm:bulletEnabled val="1"/>
        </dgm:presLayoutVars>
      </dgm:prSet>
      <dgm:spPr/>
    </dgm:pt>
    <dgm:pt modelId="{FA5D990F-98EC-4A0F-9AF7-8BA469FC490A}" type="pres">
      <dgm:prSet presAssocID="{0C43EE83-2D69-4792-BCB4-B61E1609D1F3}" presName="sibTrans" presStyleCnt="0"/>
      <dgm:spPr/>
    </dgm:pt>
    <dgm:pt modelId="{9A440020-3546-4F22-B396-4066F9E4BB7D}" type="pres">
      <dgm:prSet presAssocID="{CF537C32-6005-4514-940B-E0151E3B1870}" presName="textNode" presStyleLbl="node1" presStyleIdx="1" presStyleCnt="2">
        <dgm:presLayoutVars>
          <dgm:bulletEnabled val="1"/>
        </dgm:presLayoutVars>
      </dgm:prSet>
      <dgm:spPr/>
    </dgm:pt>
  </dgm:ptLst>
  <dgm:cxnLst>
    <dgm:cxn modelId="{0583EA16-03A4-4D23-8593-3D7DC3EE5661}" type="presOf" srcId="{1C323560-A95D-4CB4-9680-C68276D269FF}" destId="{8890B7C9-C748-487F-848C-7ECBC2978999}" srcOrd="0" destOrd="0" presId="urn:microsoft.com/office/officeart/2005/8/layout/hProcess9"/>
    <dgm:cxn modelId="{4141BF4D-EC5D-4555-A4B5-8B6D64318F5D}" srcId="{C6E52834-AC62-4718-822A-66B5C334F805}" destId="{1C323560-A95D-4CB4-9680-C68276D269FF}" srcOrd="0" destOrd="0" parTransId="{7549BBD9-CB08-48A4-890D-007ED1B399FD}" sibTransId="{0C43EE83-2D69-4792-BCB4-B61E1609D1F3}"/>
    <dgm:cxn modelId="{55C00150-4852-44E4-B6A7-06242A05183A}" srcId="{C6E52834-AC62-4718-822A-66B5C334F805}" destId="{CF537C32-6005-4514-940B-E0151E3B1870}" srcOrd="1" destOrd="0" parTransId="{EADDE158-D477-4317-8703-C8C2D93253BB}" sibTransId="{EBAB9C8D-55DF-43C3-8581-10555ECD9B05}"/>
    <dgm:cxn modelId="{DC354258-3AD7-4B26-A3A8-64C442FACA13}" type="presOf" srcId="{CF537C32-6005-4514-940B-E0151E3B1870}" destId="{9A440020-3546-4F22-B396-4066F9E4BB7D}" srcOrd="0" destOrd="0" presId="urn:microsoft.com/office/officeart/2005/8/layout/hProcess9"/>
    <dgm:cxn modelId="{824C0B7D-9CAB-4CB0-97C0-E43CF6857741}" type="presOf" srcId="{E341AD14-7E13-4A54-A661-E7DDA1E5D073}" destId="{9A440020-3546-4F22-B396-4066F9E4BB7D}" srcOrd="0" destOrd="1" presId="urn:microsoft.com/office/officeart/2005/8/layout/hProcess9"/>
    <dgm:cxn modelId="{12ACDBAE-1EE3-4556-9BB1-74DECDEE16E6}" srcId="{CF537C32-6005-4514-940B-E0151E3B1870}" destId="{E341AD14-7E13-4A54-A661-E7DDA1E5D073}" srcOrd="0" destOrd="0" parTransId="{78FA6E75-D400-4FD8-BFFC-8C5E67BFFFBC}" sibTransId="{0AAA8D85-AEF1-4776-A161-FF060C290F21}"/>
    <dgm:cxn modelId="{887AF8BD-3A98-43AD-8D7A-AAF9905CFC44}" type="presOf" srcId="{F40C93F2-F375-4473-A24F-D9D5ECD22965}" destId="{8890B7C9-C748-487F-848C-7ECBC2978999}" srcOrd="0" destOrd="1" presId="urn:microsoft.com/office/officeart/2005/8/layout/hProcess9"/>
    <dgm:cxn modelId="{90F31DD7-C1F9-4F56-A592-874661F27F00}" srcId="{1C323560-A95D-4CB4-9680-C68276D269FF}" destId="{F40C93F2-F375-4473-A24F-D9D5ECD22965}" srcOrd="0" destOrd="0" parTransId="{77A7F167-F9FF-4267-BCE6-4A089595E26B}" sibTransId="{C1495071-8B69-4D65-BDA0-673C06654B3D}"/>
    <dgm:cxn modelId="{73171FF9-54B4-4770-94E4-A01E5E4DBC14}" type="presOf" srcId="{C6E52834-AC62-4718-822A-66B5C334F805}" destId="{46A6BAE7-E674-4385-A478-3B233B28B275}" srcOrd="0" destOrd="0" presId="urn:microsoft.com/office/officeart/2005/8/layout/hProcess9"/>
    <dgm:cxn modelId="{6CDF93A7-2FD7-4C0E-BCC3-3F39748FA125}" type="presParOf" srcId="{46A6BAE7-E674-4385-A478-3B233B28B275}" destId="{C754BE9B-6B8E-4D89-93F5-47B2007A5155}" srcOrd="0" destOrd="0" presId="urn:microsoft.com/office/officeart/2005/8/layout/hProcess9"/>
    <dgm:cxn modelId="{57E1E0EB-B445-40A6-BECF-DFE5120C4ABD}" type="presParOf" srcId="{46A6BAE7-E674-4385-A478-3B233B28B275}" destId="{E4DB4886-985A-47EF-9D4E-16B77A7A7AD1}" srcOrd="1" destOrd="0" presId="urn:microsoft.com/office/officeart/2005/8/layout/hProcess9"/>
    <dgm:cxn modelId="{6F4706D0-70DA-4CEC-9C38-C00D01D7FB7F}" type="presParOf" srcId="{E4DB4886-985A-47EF-9D4E-16B77A7A7AD1}" destId="{8890B7C9-C748-487F-848C-7ECBC2978999}" srcOrd="0" destOrd="0" presId="urn:microsoft.com/office/officeart/2005/8/layout/hProcess9"/>
    <dgm:cxn modelId="{8D89753C-A251-4396-A863-A7977463F3F1}" type="presParOf" srcId="{E4DB4886-985A-47EF-9D4E-16B77A7A7AD1}" destId="{FA5D990F-98EC-4A0F-9AF7-8BA469FC490A}" srcOrd="1" destOrd="0" presId="urn:microsoft.com/office/officeart/2005/8/layout/hProcess9"/>
    <dgm:cxn modelId="{D4678BB4-B444-4693-A09F-6EF90F7AFFB5}" type="presParOf" srcId="{E4DB4886-985A-47EF-9D4E-16B77A7A7AD1}" destId="{9A440020-3546-4F22-B396-4066F9E4BB7D}" srcOrd="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7796282-15BE-46F9-BEFA-B9FEA4B5A27C}" type="doc">
      <dgm:prSet loTypeId="urn:microsoft.com/office/officeart/2005/8/layout/l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845F806-78E7-4323-B2B0-BEEB8EEB9A6C}">
      <dgm:prSet phldrT="[Text]" custT="1"/>
      <dgm:spPr/>
      <dgm:t>
        <a:bodyPr/>
        <a:lstStyle/>
        <a:p>
          <a:r>
            <a:rPr lang="en-US" sz="2000"/>
            <a:t>If Garnishment</a:t>
          </a:r>
        </a:p>
      </dgm:t>
    </dgm:pt>
    <dgm:pt modelId="{3A20DFF7-F491-48FA-B719-E43EA083CFE8}" type="parTrans" cxnId="{6BF8550D-767D-42A4-B2B7-17792F53294B}">
      <dgm:prSet/>
      <dgm:spPr/>
      <dgm:t>
        <a:bodyPr/>
        <a:lstStyle/>
        <a:p>
          <a:endParaRPr lang="en-US"/>
        </a:p>
      </dgm:t>
    </dgm:pt>
    <dgm:pt modelId="{6DE76724-44F8-4F5C-94B5-D0B4BD7D41F4}" type="sibTrans" cxnId="{6BF8550D-767D-42A4-B2B7-17792F53294B}">
      <dgm:prSet/>
      <dgm:spPr/>
      <dgm:t>
        <a:bodyPr/>
        <a:lstStyle/>
        <a:p>
          <a:endParaRPr lang="en-US"/>
        </a:p>
      </dgm:t>
    </dgm:pt>
    <dgm:pt modelId="{E91116DC-0145-493B-95B8-2B5512091494}">
      <dgm:prSet phldrT="[Text]" custT="1"/>
      <dgm:spPr/>
      <dgm:t>
        <a:bodyPr/>
        <a:lstStyle/>
        <a:p>
          <a:r>
            <a:rPr lang="en-US" sz="1200"/>
            <a:t>Ask the client if they are already garnishing or pulling funds from them.</a:t>
          </a:r>
          <a:endParaRPr lang="en-US" sz="1400"/>
        </a:p>
      </dgm:t>
    </dgm:pt>
    <dgm:pt modelId="{08677E42-656C-4775-BB51-1B8082105B7C}" type="parTrans" cxnId="{5061423F-CB7F-49DD-95A1-6A176265994F}">
      <dgm:prSet/>
      <dgm:spPr/>
      <dgm:t>
        <a:bodyPr/>
        <a:lstStyle/>
        <a:p>
          <a:endParaRPr lang="en-US"/>
        </a:p>
      </dgm:t>
    </dgm:pt>
    <dgm:pt modelId="{33CCC68C-D118-48FD-AC2A-D3F6CAAC9BDD}" type="sibTrans" cxnId="{5061423F-CB7F-49DD-95A1-6A176265994F}">
      <dgm:prSet/>
      <dgm:spPr/>
      <dgm:t>
        <a:bodyPr/>
        <a:lstStyle/>
        <a:p>
          <a:endParaRPr lang="en-US"/>
        </a:p>
      </dgm:t>
    </dgm:pt>
    <dgm:pt modelId="{5FFBD4A2-2091-406D-992A-688A186FAA96}">
      <dgm:prSet phldrT="[Text]" phldr="0" custT="1"/>
      <dgm:spPr/>
      <dgm:t>
        <a:bodyPr/>
        <a:lstStyle/>
        <a:p>
          <a:pPr rtl="0"/>
          <a:r>
            <a:rPr lang="en-US" sz="1200">
              <a:solidFill>
                <a:srgbClr val="000000"/>
              </a:solidFill>
              <a:latin typeface="Calibri"/>
              <a:ea typeface="Calibri"/>
              <a:cs typeface="Calibri"/>
            </a:rPr>
            <a:t>Follow the Legal Summon SOP</a:t>
          </a:r>
          <a:endParaRPr lang="en-US" sz="1200"/>
        </a:p>
      </dgm:t>
    </dgm:pt>
    <dgm:pt modelId="{0A48B216-20E3-4332-A2B8-EE09BA223634}" type="parTrans" cxnId="{0053E4D8-9677-470D-A8F9-065C96A776BD}">
      <dgm:prSet/>
      <dgm:spPr/>
      <dgm:t>
        <a:bodyPr/>
        <a:lstStyle/>
        <a:p>
          <a:endParaRPr lang="en-US"/>
        </a:p>
      </dgm:t>
    </dgm:pt>
    <dgm:pt modelId="{4D97D3B3-5619-40CB-8B8F-E205DA741879}" type="sibTrans" cxnId="{0053E4D8-9677-470D-A8F9-065C96A776BD}">
      <dgm:prSet/>
      <dgm:spPr/>
      <dgm:t>
        <a:bodyPr/>
        <a:lstStyle/>
        <a:p>
          <a:endParaRPr lang="en-US"/>
        </a:p>
      </dgm:t>
    </dgm:pt>
    <dgm:pt modelId="{0500F8AC-CFF4-4D4D-9BB7-2BDDC21F6EAD}">
      <dgm:prSet phldrT="[Text]" custT="1"/>
      <dgm:spPr/>
      <dgm:t>
        <a:bodyPr/>
        <a:lstStyle/>
        <a:p>
          <a:pPr rtl="0"/>
          <a:r>
            <a:rPr lang="en-US" sz="1200"/>
            <a:t>If </a:t>
          </a:r>
          <a:r>
            <a:rPr lang="en-US" sz="1200">
              <a:latin typeface="Calibri Light" panose="020F0302020204030204"/>
            </a:rPr>
            <a:t>credit is</a:t>
          </a:r>
          <a:r>
            <a:rPr lang="en-US" sz="1200"/>
            <a:t> </a:t>
          </a:r>
          <a:r>
            <a:rPr lang="en-US" sz="1200">
              <a:latin typeface="Calibri Light" panose="020F0302020204030204"/>
            </a:rPr>
            <a:t>actively</a:t>
          </a:r>
          <a:r>
            <a:rPr lang="en-US" sz="1200"/>
            <a:t> </a:t>
          </a:r>
          <a:r>
            <a:rPr lang="en-US" sz="1200">
              <a:latin typeface="Calibri Light" panose="020F0302020204030204"/>
            </a:rPr>
            <a:t>garnishing</a:t>
          </a:r>
          <a:r>
            <a:rPr lang="en-US" sz="1200"/>
            <a:t>, advise the client they will no longer be willing to negotiate with us and complete the Program change to remove that account.</a:t>
          </a:r>
        </a:p>
      </dgm:t>
    </dgm:pt>
    <dgm:pt modelId="{1E5DE734-5B31-4A0D-BF2B-5018757C707D}" type="parTrans" cxnId="{F5DA55A8-66FD-4E2A-8FC2-D470C70C05FB}">
      <dgm:prSet/>
      <dgm:spPr/>
      <dgm:t>
        <a:bodyPr/>
        <a:lstStyle/>
        <a:p>
          <a:endParaRPr lang="en-US"/>
        </a:p>
      </dgm:t>
    </dgm:pt>
    <dgm:pt modelId="{C081E700-BE7D-4267-82CC-E1A12D89754B}" type="sibTrans" cxnId="{F5DA55A8-66FD-4E2A-8FC2-D470C70C05FB}">
      <dgm:prSet/>
      <dgm:spPr/>
      <dgm:t>
        <a:bodyPr/>
        <a:lstStyle/>
        <a:p>
          <a:endParaRPr lang="en-US"/>
        </a:p>
      </dgm:t>
    </dgm:pt>
    <dgm:pt modelId="{D3BF46FB-711B-45FD-B597-3AFB50562F61}" type="pres">
      <dgm:prSet presAssocID="{57796282-15BE-46F9-BEFA-B9FEA4B5A27C}" presName="Name0" presStyleCnt="0">
        <dgm:presLayoutVars>
          <dgm:dir/>
          <dgm:animLvl val="lvl"/>
          <dgm:resizeHandles val="exact"/>
        </dgm:presLayoutVars>
      </dgm:prSet>
      <dgm:spPr/>
    </dgm:pt>
    <dgm:pt modelId="{5BAE3F84-C86B-476B-9EBC-841FA2FA76B1}" type="pres">
      <dgm:prSet presAssocID="{1845F806-78E7-4323-B2B0-BEEB8EEB9A6C}" presName="vertFlow" presStyleCnt="0"/>
      <dgm:spPr/>
    </dgm:pt>
    <dgm:pt modelId="{008B32AF-7D2D-4961-AAFE-76059C5FF2D8}" type="pres">
      <dgm:prSet presAssocID="{1845F806-78E7-4323-B2B0-BEEB8EEB9A6C}" presName="header" presStyleLbl="node1" presStyleIdx="0" presStyleCnt="1" custScaleY="62037" custLinFactNeighborX="1250" custLinFactNeighborY="24662"/>
      <dgm:spPr/>
    </dgm:pt>
    <dgm:pt modelId="{3AE8BF2F-BCA3-48AF-BDA7-DD2C974D67C6}" type="pres">
      <dgm:prSet presAssocID="{08677E42-656C-4775-BB51-1B8082105B7C}" presName="parTrans" presStyleLbl="sibTrans2D1" presStyleIdx="0" presStyleCnt="3"/>
      <dgm:spPr/>
    </dgm:pt>
    <dgm:pt modelId="{05098DE9-FB35-4C49-B461-A0E478BDD8FB}" type="pres">
      <dgm:prSet presAssocID="{E91116DC-0145-493B-95B8-2B5512091494}" presName="child" presStyleLbl="alignAccFollowNode1" presStyleIdx="0" presStyleCnt="3" custScaleY="21747" custLinFactNeighborX="1250" custLinFactNeighborY="11107">
        <dgm:presLayoutVars>
          <dgm:chMax val="0"/>
          <dgm:bulletEnabled val="1"/>
        </dgm:presLayoutVars>
      </dgm:prSet>
      <dgm:spPr/>
    </dgm:pt>
    <dgm:pt modelId="{8C73EA7C-CA40-4D1C-99A1-D9139BB9003F}" type="pres">
      <dgm:prSet presAssocID="{33CCC68C-D118-48FD-AC2A-D3F6CAAC9BDD}" presName="sibTrans" presStyleLbl="sibTrans2D1" presStyleIdx="1" presStyleCnt="3"/>
      <dgm:spPr/>
    </dgm:pt>
    <dgm:pt modelId="{1A4C7D52-B0C3-44C6-B397-0DBF54AA468C}" type="pres">
      <dgm:prSet presAssocID="{0500F8AC-CFF4-4D4D-9BB7-2BDDC21F6EAD}" presName="child" presStyleLbl="alignAccFollowNode1" presStyleIdx="1" presStyleCnt="3" custScaleY="56223">
        <dgm:presLayoutVars>
          <dgm:chMax val="0"/>
          <dgm:bulletEnabled val="1"/>
        </dgm:presLayoutVars>
      </dgm:prSet>
      <dgm:spPr/>
    </dgm:pt>
    <dgm:pt modelId="{F9E88D0C-4ED4-4310-9234-35195E3326B3}" type="pres">
      <dgm:prSet presAssocID="{C081E700-BE7D-4267-82CC-E1A12D89754B}" presName="sibTrans" presStyleLbl="sibTrans2D1" presStyleIdx="2" presStyleCnt="3"/>
      <dgm:spPr/>
    </dgm:pt>
    <dgm:pt modelId="{0D02AEE7-53D4-4CC4-B131-7B488B619F98}" type="pres">
      <dgm:prSet presAssocID="{5FFBD4A2-2091-406D-992A-688A186FAA96}" presName="child" presStyleLbl="alignAccFollowNode1" presStyleIdx="2" presStyleCnt="3" custScaleX="98080" custScaleY="59246" custLinFactNeighborX="1225" custLinFactNeighborY="-50843">
        <dgm:presLayoutVars>
          <dgm:chMax val="0"/>
          <dgm:bulletEnabled val="1"/>
        </dgm:presLayoutVars>
      </dgm:prSet>
      <dgm:spPr/>
    </dgm:pt>
  </dgm:ptLst>
  <dgm:cxnLst>
    <dgm:cxn modelId="{6BF8550D-767D-42A4-B2B7-17792F53294B}" srcId="{57796282-15BE-46F9-BEFA-B9FEA4B5A27C}" destId="{1845F806-78E7-4323-B2B0-BEEB8EEB9A6C}" srcOrd="0" destOrd="0" parTransId="{3A20DFF7-F491-48FA-B719-E43EA083CFE8}" sibTransId="{6DE76724-44F8-4F5C-94B5-D0B4BD7D41F4}"/>
    <dgm:cxn modelId="{91728916-3C88-47FF-9472-808049F8D5E7}" type="presOf" srcId="{08677E42-656C-4775-BB51-1B8082105B7C}" destId="{3AE8BF2F-BCA3-48AF-BDA7-DD2C974D67C6}" srcOrd="0" destOrd="0" presId="urn:microsoft.com/office/officeart/2005/8/layout/lProcess1"/>
    <dgm:cxn modelId="{2D8F1932-A85E-4E71-B3CA-EFB70012377C}" type="presOf" srcId="{57796282-15BE-46F9-BEFA-B9FEA4B5A27C}" destId="{D3BF46FB-711B-45FD-B597-3AFB50562F61}" srcOrd="0" destOrd="0" presId="urn:microsoft.com/office/officeart/2005/8/layout/lProcess1"/>
    <dgm:cxn modelId="{5061423F-CB7F-49DD-95A1-6A176265994F}" srcId="{1845F806-78E7-4323-B2B0-BEEB8EEB9A6C}" destId="{E91116DC-0145-493B-95B8-2B5512091494}" srcOrd="0" destOrd="0" parTransId="{08677E42-656C-4775-BB51-1B8082105B7C}" sibTransId="{33CCC68C-D118-48FD-AC2A-D3F6CAAC9BDD}"/>
    <dgm:cxn modelId="{CAF02D5E-F796-4019-8732-BF17A0C68E3B}" type="presOf" srcId="{C081E700-BE7D-4267-82CC-E1A12D89754B}" destId="{F9E88D0C-4ED4-4310-9234-35195E3326B3}" srcOrd="0" destOrd="0" presId="urn:microsoft.com/office/officeart/2005/8/layout/lProcess1"/>
    <dgm:cxn modelId="{1C27F260-9E54-419B-AACE-5F3879800E5D}" type="presOf" srcId="{0500F8AC-CFF4-4D4D-9BB7-2BDDC21F6EAD}" destId="{1A4C7D52-B0C3-44C6-B397-0DBF54AA468C}" srcOrd="0" destOrd="0" presId="urn:microsoft.com/office/officeart/2005/8/layout/lProcess1"/>
    <dgm:cxn modelId="{8CF25E81-AC86-4F57-86D1-3CD506289CAD}" type="presOf" srcId="{1845F806-78E7-4323-B2B0-BEEB8EEB9A6C}" destId="{008B32AF-7D2D-4961-AAFE-76059C5FF2D8}" srcOrd="0" destOrd="0" presId="urn:microsoft.com/office/officeart/2005/8/layout/lProcess1"/>
    <dgm:cxn modelId="{F5DA55A8-66FD-4E2A-8FC2-D470C70C05FB}" srcId="{1845F806-78E7-4323-B2B0-BEEB8EEB9A6C}" destId="{0500F8AC-CFF4-4D4D-9BB7-2BDDC21F6EAD}" srcOrd="1" destOrd="0" parTransId="{1E5DE734-5B31-4A0D-BF2B-5018757C707D}" sibTransId="{C081E700-BE7D-4267-82CC-E1A12D89754B}"/>
    <dgm:cxn modelId="{37C053C6-13B6-47A2-9D45-5967FAB23840}" type="presOf" srcId="{5FFBD4A2-2091-406D-992A-688A186FAA96}" destId="{0D02AEE7-53D4-4CC4-B131-7B488B619F98}" srcOrd="0" destOrd="0" presId="urn:microsoft.com/office/officeart/2005/8/layout/lProcess1"/>
    <dgm:cxn modelId="{669693C7-8936-4211-962C-05239D6BC8A5}" type="presOf" srcId="{E91116DC-0145-493B-95B8-2B5512091494}" destId="{05098DE9-FB35-4C49-B461-A0E478BDD8FB}" srcOrd="0" destOrd="0" presId="urn:microsoft.com/office/officeart/2005/8/layout/lProcess1"/>
    <dgm:cxn modelId="{E58724CD-B35D-48B5-BDB0-13942912CD92}" type="presOf" srcId="{33CCC68C-D118-48FD-AC2A-D3F6CAAC9BDD}" destId="{8C73EA7C-CA40-4D1C-99A1-D9139BB9003F}" srcOrd="0" destOrd="0" presId="urn:microsoft.com/office/officeart/2005/8/layout/lProcess1"/>
    <dgm:cxn modelId="{0053E4D8-9677-470D-A8F9-065C96A776BD}" srcId="{1845F806-78E7-4323-B2B0-BEEB8EEB9A6C}" destId="{5FFBD4A2-2091-406D-992A-688A186FAA96}" srcOrd="2" destOrd="0" parTransId="{0A48B216-20E3-4332-A2B8-EE09BA223634}" sibTransId="{4D97D3B3-5619-40CB-8B8F-E205DA741879}"/>
    <dgm:cxn modelId="{4CA68403-498B-4B1C-A1F5-5D5CE0843499}" type="presParOf" srcId="{D3BF46FB-711B-45FD-B597-3AFB50562F61}" destId="{5BAE3F84-C86B-476B-9EBC-841FA2FA76B1}" srcOrd="0" destOrd="0" presId="urn:microsoft.com/office/officeart/2005/8/layout/lProcess1"/>
    <dgm:cxn modelId="{9827BC6B-D9F5-4F09-B56D-5DF64EF3E916}" type="presParOf" srcId="{5BAE3F84-C86B-476B-9EBC-841FA2FA76B1}" destId="{008B32AF-7D2D-4961-AAFE-76059C5FF2D8}" srcOrd="0" destOrd="0" presId="urn:microsoft.com/office/officeart/2005/8/layout/lProcess1"/>
    <dgm:cxn modelId="{626BE573-E8C1-42F5-BDD6-2392C4BB4317}" type="presParOf" srcId="{5BAE3F84-C86B-476B-9EBC-841FA2FA76B1}" destId="{3AE8BF2F-BCA3-48AF-BDA7-DD2C974D67C6}" srcOrd="1" destOrd="0" presId="urn:microsoft.com/office/officeart/2005/8/layout/lProcess1"/>
    <dgm:cxn modelId="{618D8684-82A6-460E-8CCD-F0A884C021D0}" type="presParOf" srcId="{5BAE3F84-C86B-476B-9EBC-841FA2FA76B1}" destId="{05098DE9-FB35-4C49-B461-A0E478BDD8FB}" srcOrd="2" destOrd="0" presId="urn:microsoft.com/office/officeart/2005/8/layout/lProcess1"/>
    <dgm:cxn modelId="{CF236030-5333-4FEF-81AF-9935E3B8BEA2}" type="presParOf" srcId="{5BAE3F84-C86B-476B-9EBC-841FA2FA76B1}" destId="{8C73EA7C-CA40-4D1C-99A1-D9139BB9003F}" srcOrd="3" destOrd="0" presId="urn:microsoft.com/office/officeart/2005/8/layout/lProcess1"/>
    <dgm:cxn modelId="{F12AF082-7E63-47F9-B669-E21FC88244D6}" type="presParOf" srcId="{5BAE3F84-C86B-476B-9EBC-841FA2FA76B1}" destId="{1A4C7D52-B0C3-44C6-B397-0DBF54AA468C}" srcOrd="4" destOrd="0" presId="urn:microsoft.com/office/officeart/2005/8/layout/lProcess1"/>
    <dgm:cxn modelId="{6B25CBC0-85C4-4D8B-BB36-B1DAF9DA2DDD}" type="presParOf" srcId="{5BAE3F84-C86B-476B-9EBC-841FA2FA76B1}" destId="{F9E88D0C-4ED4-4310-9234-35195E3326B3}" srcOrd="5" destOrd="0" presId="urn:microsoft.com/office/officeart/2005/8/layout/lProcess1"/>
    <dgm:cxn modelId="{B6DC66FA-9DE1-43D6-B3FC-F216D6299866}" type="presParOf" srcId="{5BAE3F84-C86B-476B-9EBC-841FA2FA76B1}" destId="{0D02AEE7-53D4-4CC4-B131-7B488B619F98}" srcOrd="6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54BE9B-6B8E-4D89-93F5-47B2007A5155}">
      <dsp:nvSpPr>
        <dsp:cNvPr id="0" name=""/>
        <dsp:cNvSpPr/>
      </dsp:nvSpPr>
      <dsp:spPr>
        <a:xfrm>
          <a:off x="1" y="0"/>
          <a:ext cx="7089521" cy="1192658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90B7C9-C748-487F-848C-7ECBC2978999}">
      <dsp:nvSpPr>
        <dsp:cNvPr id="0" name=""/>
        <dsp:cNvSpPr/>
      </dsp:nvSpPr>
      <dsp:spPr>
        <a:xfrm>
          <a:off x="1331449" y="357797"/>
          <a:ext cx="2126857" cy="4770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Connect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Acknowledge Reason for call</a:t>
          </a:r>
        </a:p>
      </dsp:txBody>
      <dsp:txXfrm>
        <a:off x="1354737" y="381085"/>
        <a:ext cx="2080281" cy="430487"/>
      </dsp:txXfrm>
    </dsp:sp>
    <dsp:sp modelId="{9A440020-3546-4F22-B396-4066F9E4BB7D}">
      <dsp:nvSpPr>
        <dsp:cNvPr id="0" name=""/>
        <dsp:cNvSpPr/>
      </dsp:nvSpPr>
      <dsp:spPr>
        <a:xfrm>
          <a:off x="3631218" y="357797"/>
          <a:ext cx="2126857" cy="4770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Discover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Empathize with client</a:t>
          </a:r>
        </a:p>
      </dsp:txBody>
      <dsp:txXfrm>
        <a:off x="3654506" y="381085"/>
        <a:ext cx="2080281" cy="4304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8B32AF-7D2D-4961-AAFE-76059C5FF2D8}">
      <dsp:nvSpPr>
        <dsp:cNvPr id="0" name=""/>
        <dsp:cNvSpPr/>
      </dsp:nvSpPr>
      <dsp:spPr>
        <a:xfrm>
          <a:off x="1444" y="1347310"/>
          <a:ext cx="2997836" cy="4649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If Pre-Legal</a:t>
          </a:r>
        </a:p>
      </dsp:txBody>
      <dsp:txXfrm>
        <a:off x="15062" y="1360928"/>
        <a:ext cx="2970600" cy="437705"/>
      </dsp:txXfrm>
    </dsp:sp>
    <dsp:sp modelId="{3AE8BF2F-BCA3-48AF-BDA7-DD2C974D67C6}">
      <dsp:nvSpPr>
        <dsp:cNvPr id="0" name=""/>
        <dsp:cNvSpPr/>
      </dsp:nvSpPr>
      <dsp:spPr>
        <a:xfrm rot="5406687">
          <a:off x="1445457" y="1855159"/>
          <a:ext cx="108485" cy="131155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098DE9-FB35-4C49-B461-A0E478BDD8FB}">
      <dsp:nvSpPr>
        <dsp:cNvPr id="0" name=""/>
        <dsp:cNvSpPr/>
      </dsp:nvSpPr>
      <dsp:spPr>
        <a:xfrm>
          <a:off x="0" y="2029222"/>
          <a:ext cx="2997836" cy="58667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Review Clients Calc and advise client that we will update the creditor name.</a:t>
          </a:r>
          <a:r>
            <a:rPr lang="en-US" sz="1400" kern="1200">
              <a:latin typeface="Calibri Light" panose="020F0302020204030204"/>
            </a:rPr>
            <a:t> </a:t>
          </a:r>
          <a:endParaRPr lang="en-US" sz="1400" kern="1200"/>
        </a:p>
      </dsp:txBody>
      <dsp:txXfrm>
        <a:off x="17183" y="2046405"/>
        <a:ext cx="2963470" cy="552310"/>
      </dsp:txXfrm>
    </dsp:sp>
    <dsp:sp modelId="{8C73EA7C-CA40-4D1C-99A1-D9139BB9003F}">
      <dsp:nvSpPr>
        <dsp:cNvPr id="0" name=""/>
        <dsp:cNvSpPr/>
      </dsp:nvSpPr>
      <dsp:spPr>
        <a:xfrm rot="5394909">
          <a:off x="1411332" y="2704147"/>
          <a:ext cx="176496" cy="131155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4C7D52-B0C3-44C6-B397-0DBF54AA468C}">
      <dsp:nvSpPr>
        <dsp:cNvPr id="0" name=""/>
        <dsp:cNvSpPr/>
      </dsp:nvSpPr>
      <dsp:spPr>
        <a:xfrm>
          <a:off x="1444" y="2923550"/>
          <a:ext cx="2997836" cy="74945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Advise client that accounts are worked in order of creditor intelligence priority and that any additional funds they can add can help get additional accounts in settlement.</a:t>
          </a:r>
        </a:p>
      </dsp:txBody>
      <dsp:txXfrm>
        <a:off x="23395" y="2945501"/>
        <a:ext cx="2953934" cy="705557"/>
      </dsp:txXfrm>
    </dsp:sp>
    <dsp:sp modelId="{F9E88D0C-4ED4-4310-9234-35195E3326B3}">
      <dsp:nvSpPr>
        <dsp:cNvPr id="0" name=""/>
        <dsp:cNvSpPr/>
      </dsp:nvSpPr>
      <dsp:spPr>
        <a:xfrm rot="5400000">
          <a:off x="1434785" y="3738587"/>
          <a:ext cx="131155" cy="131155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02AEE7-53D4-4CC4-B131-7B488B619F98}">
      <dsp:nvSpPr>
        <dsp:cNvPr id="0" name=""/>
        <dsp:cNvSpPr/>
      </dsp:nvSpPr>
      <dsp:spPr>
        <a:xfrm>
          <a:off x="1444" y="3935320"/>
          <a:ext cx="2997836" cy="74945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Do not suggest or offer to have the account worked ahead of others.</a:t>
          </a:r>
        </a:p>
      </dsp:txBody>
      <dsp:txXfrm>
        <a:off x="23395" y="3957271"/>
        <a:ext cx="2953934" cy="705557"/>
      </dsp:txXfrm>
    </dsp:sp>
    <dsp:sp modelId="{28E0873A-5D2E-4D8A-9340-1E6E36E9D3BA}">
      <dsp:nvSpPr>
        <dsp:cNvPr id="0" name=""/>
        <dsp:cNvSpPr/>
      </dsp:nvSpPr>
      <dsp:spPr>
        <a:xfrm>
          <a:off x="3418978" y="1347310"/>
          <a:ext cx="2997836" cy="4649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If Summons or Judgement</a:t>
          </a:r>
        </a:p>
      </dsp:txBody>
      <dsp:txXfrm>
        <a:off x="3432596" y="1360928"/>
        <a:ext cx="2970600" cy="437705"/>
      </dsp:txXfrm>
    </dsp:sp>
    <dsp:sp modelId="{9476DD11-A0E9-41E9-96E4-1D271BE260C6}">
      <dsp:nvSpPr>
        <dsp:cNvPr id="0" name=""/>
        <dsp:cNvSpPr/>
      </dsp:nvSpPr>
      <dsp:spPr>
        <a:xfrm rot="5430523">
          <a:off x="4860624" y="1855159"/>
          <a:ext cx="108489" cy="131155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7B45FF-6F13-4AB4-9B45-6A36A0D8EAE5}">
      <dsp:nvSpPr>
        <dsp:cNvPr id="0" name=""/>
        <dsp:cNvSpPr/>
      </dsp:nvSpPr>
      <dsp:spPr>
        <a:xfrm>
          <a:off x="3412383" y="2029222"/>
          <a:ext cx="2997836" cy="58667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Upload docs to CF</a:t>
          </a:r>
        </a:p>
      </dsp:txBody>
      <dsp:txXfrm>
        <a:off x="3429566" y="2046405"/>
        <a:ext cx="2963470" cy="552310"/>
      </dsp:txXfrm>
    </dsp:sp>
    <dsp:sp modelId="{BE141510-90DF-4EFC-99A5-7F4C1C7E974B}">
      <dsp:nvSpPr>
        <dsp:cNvPr id="0" name=""/>
        <dsp:cNvSpPr/>
      </dsp:nvSpPr>
      <dsp:spPr>
        <a:xfrm rot="5376763">
          <a:off x="4826072" y="2704147"/>
          <a:ext cx="176502" cy="131155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55D014-9EF8-48E2-80B4-00C823A6EDCB}">
      <dsp:nvSpPr>
        <dsp:cNvPr id="0" name=""/>
        <dsp:cNvSpPr/>
      </dsp:nvSpPr>
      <dsp:spPr>
        <a:xfrm>
          <a:off x="3418978" y="2923550"/>
          <a:ext cx="2997836" cy="74945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Go to Creditor page on QB – update balance, creditor name to law office and mark legal or judgement</a:t>
          </a:r>
        </a:p>
      </dsp:txBody>
      <dsp:txXfrm>
        <a:off x="3440929" y="2945501"/>
        <a:ext cx="2953934" cy="705557"/>
      </dsp:txXfrm>
    </dsp:sp>
    <dsp:sp modelId="{0640CE47-4D6B-4EDB-906F-0282D9944D22}">
      <dsp:nvSpPr>
        <dsp:cNvPr id="0" name=""/>
        <dsp:cNvSpPr/>
      </dsp:nvSpPr>
      <dsp:spPr>
        <a:xfrm rot="5400000">
          <a:off x="4852319" y="3738587"/>
          <a:ext cx="131155" cy="131155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76C874-6A91-4849-BEDF-9D34E67B3E39}">
      <dsp:nvSpPr>
        <dsp:cNvPr id="0" name=""/>
        <dsp:cNvSpPr/>
      </dsp:nvSpPr>
      <dsp:spPr>
        <a:xfrm>
          <a:off x="3418978" y="3935320"/>
          <a:ext cx="2997836" cy="86308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100" kern="1200">
              <a:latin typeface="Calibri Light" panose="020F0302020204030204"/>
            </a:rPr>
            <a:t>Follow the Legal – Pre Legal SOP</a:t>
          </a:r>
          <a:endParaRPr lang="en-US" sz="1100" kern="1200"/>
        </a:p>
      </dsp:txBody>
      <dsp:txXfrm>
        <a:off x="3444257" y="3960599"/>
        <a:ext cx="2947278" cy="81252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54BE9B-6B8E-4D89-93F5-47B2007A5155}">
      <dsp:nvSpPr>
        <dsp:cNvPr id="0" name=""/>
        <dsp:cNvSpPr/>
      </dsp:nvSpPr>
      <dsp:spPr>
        <a:xfrm>
          <a:off x="2" y="0"/>
          <a:ext cx="8533970" cy="1205219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90B7C9-C748-487F-848C-7ECBC2978999}">
      <dsp:nvSpPr>
        <dsp:cNvPr id="0" name=""/>
        <dsp:cNvSpPr/>
      </dsp:nvSpPr>
      <dsp:spPr>
        <a:xfrm>
          <a:off x="1602724" y="361565"/>
          <a:ext cx="2560192" cy="4820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Connect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Acknowledge Reason for call</a:t>
          </a:r>
        </a:p>
      </dsp:txBody>
      <dsp:txXfrm>
        <a:off x="1626258" y="385099"/>
        <a:ext cx="2513124" cy="435019"/>
      </dsp:txXfrm>
    </dsp:sp>
    <dsp:sp modelId="{9A440020-3546-4F22-B396-4066F9E4BB7D}">
      <dsp:nvSpPr>
        <dsp:cNvPr id="0" name=""/>
        <dsp:cNvSpPr/>
      </dsp:nvSpPr>
      <dsp:spPr>
        <a:xfrm>
          <a:off x="4371057" y="361565"/>
          <a:ext cx="2560192" cy="4820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Discover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Empathize with client</a:t>
          </a:r>
        </a:p>
      </dsp:txBody>
      <dsp:txXfrm>
        <a:off x="4394591" y="385099"/>
        <a:ext cx="2513124" cy="43501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8B32AF-7D2D-4961-AAFE-76059C5FF2D8}">
      <dsp:nvSpPr>
        <dsp:cNvPr id="0" name=""/>
        <dsp:cNvSpPr/>
      </dsp:nvSpPr>
      <dsp:spPr>
        <a:xfrm>
          <a:off x="75672" y="127673"/>
          <a:ext cx="5897326" cy="9146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If Garnishment</a:t>
          </a:r>
        </a:p>
      </dsp:txBody>
      <dsp:txXfrm>
        <a:off x="102461" y="154462"/>
        <a:ext cx="5843748" cy="861053"/>
      </dsp:txXfrm>
    </dsp:sp>
    <dsp:sp modelId="{3AE8BF2F-BCA3-48AF-BDA7-DD2C974D67C6}">
      <dsp:nvSpPr>
        <dsp:cNvPr id="0" name=""/>
        <dsp:cNvSpPr/>
      </dsp:nvSpPr>
      <dsp:spPr>
        <a:xfrm rot="5400000">
          <a:off x="2912818" y="1136335"/>
          <a:ext cx="223035" cy="258008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098DE9-FB35-4C49-B461-A0E478BDD8FB}">
      <dsp:nvSpPr>
        <dsp:cNvPr id="0" name=""/>
        <dsp:cNvSpPr/>
      </dsp:nvSpPr>
      <dsp:spPr>
        <a:xfrm>
          <a:off x="75672" y="1488374"/>
          <a:ext cx="5897326" cy="320622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Ask the client if they are already garnishing or pulling funds from them.</a:t>
          </a:r>
          <a:endParaRPr lang="en-US" sz="1400" kern="1200"/>
        </a:p>
      </dsp:txBody>
      <dsp:txXfrm>
        <a:off x="85063" y="1497765"/>
        <a:ext cx="5878544" cy="301840"/>
      </dsp:txXfrm>
    </dsp:sp>
    <dsp:sp modelId="{8C73EA7C-CA40-4D1C-99A1-D9139BB9003F}">
      <dsp:nvSpPr>
        <dsp:cNvPr id="0" name=""/>
        <dsp:cNvSpPr/>
      </dsp:nvSpPr>
      <dsp:spPr>
        <a:xfrm rot="5525802">
          <a:off x="2909569" y="1909344"/>
          <a:ext cx="201001" cy="258008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4C7D52-B0C3-44C6-B397-0DBF54AA468C}">
      <dsp:nvSpPr>
        <dsp:cNvPr id="0" name=""/>
        <dsp:cNvSpPr/>
      </dsp:nvSpPr>
      <dsp:spPr>
        <a:xfrm>
          <a:off x="37836" y="2267699"/>
          <a:ext cx="5897326" cy="828913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If </a:t>
          </a:r>
          <a:r>
            <a:rPr lang="en-US" sz="1200" kern="1200">
              <a:latin typeface="Calibri Light" panose="020F0302020204030204"/>
            </a:rPr>
            <a:t>credit is</a:t>
          </a:r>
          <a:r>
            <a:rPr lang="en-US" sz="1200" kern="1200"/>
            <a:t> </a:t>
          </a:r>
          <a:r>
            <a:rPr lang="en-US" sz="1200" kern="1200">
              <a:latin typeface="Calibri Light" panose="020F0302020204030204"/>
            </a:rPr>
            <a:t>actively</a:t>
          </a:r>
          <a:r>
            <a:rPr lang="en-US" sz="1200" kern="1200"/>
            <a:t> </a:t>
          </a:r>
          <a:r>
            <a:rPr lang="en-US" sz="1200" kern="1200">
              <a:latin typeface="Calibri Light" panose="020F0302020204030204"/>
            </a:rPr>
            <a:t>garnishing</a:t>
          </a:r>
          <a:r>
            <a:rPr lang="en-US" sz="1200" kern="1200"/>
            <a:t>, advise the client they will no longer be willing to negotiate with us and complete the Program change to remove that account.</a:t>
          </a:r>
        </a:p>
      </dsp:txBody>
      <dsp:txXfrm>
        <a:off x="62114" y="2291977"/>
        <a:ext cx="5848770" cy="780357"/>
      </dsp:txXfrm>
    </dsp:sp>
    <dsp:sp modelId="{F9E88D0C-4ED4-4310-9234-35195E3326B3}">
      <dsp:nvSpPr>
        <dsp:cNvPr id="0" name=""/>
        <dsp:cNvSpPr/>
      </dsp:nvSpPr>
      <dsp:spPr>
        <a:xfrm rot="5175539">
          <a:off x="3021892" y="3094438"/>
          <a:ext cx="0" cy="258008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02AEE7-53D4-4CC4-B131-7B488B619F98}">
      <dsp:nvSpPr>
        <dsp:cNvPr id="0" name=""/>
        <dsp:cNvSpPr/>
      </dsp:nvSpPr>
      <dsp:spPr>
        <a:xfrm>
          <a:off x="166692" y="3350271"/>
          <a:ext cx="5784098" cy="873482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solidFill>
                <a:srgbClr val="000000"/>
              </a:solidFill>
              <a:latin typeface="Calibri"/>
              <a:ea typeface="Calibri"/>
              <a:cs typeface="Calibri"/>
            </a:rPr>
            <a:t>Follow the Legal Summon SOP</a:t>
          </a:r>
          <a:endParaRPr lang="en-US" sz="1200" kern="1200"/>
        </a:p>
      </dsp:txBody>
      <dsp:txXfrm>
        <a:off x="192275" y="3375854"/>
        <a:ext cx="5732932" cy="8223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20F367-5D50-4C03-BEF4-9E76B2073A8D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D4DDFE-4C16-4D02-8DCF-1F338904B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539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Enrollments were down to $61MM in December from $81MM in November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Internal (non-affiliate) enrollments of $46MM were 23% below forecast ($60MM)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Drivers include macro factors: holiday seasonality, </a:t>
            </a:r>
            <a:r>
              <a:rPr lang="en-US" err="1"/>
              <a:t>covid</a:t>
            </a:r>
            <a:r>
              <a:rPr lang="en-US"/>
              <a:t> increases, stimulus allowing customers to put off decisions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Internally we are observing it is harder to reach customers, lower P2 rates, and lower close rates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18EA0-D2EF-4C38-A8B1-0D8C28DF25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3279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Enrollments were down to $61MM in December from $81MM in November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Internal (non-affiliate) enrollments of $46MM were 23% below forecast ($60MM)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Drivers include macro factors: holiday seasonality, </a:t>
            </a:r>
            <a:r>
              <a:rPr lang="en-US" err="1"/>
              <a:t>covid</a:t>
            </a:r>
            <a:r>
              <a:rPr lang="en-US"/>
              <a:t> increases, stimulus allowing customers to put off decisions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Internally we are observing it is harder to reach customers, lower P2 rates, and lower close rates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18EA0-D2EF-4C38-A8B1-0D8C28DF25E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730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03678-C1BC-49A4-8916-0B11E98EDB0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49503-3983-43FF-89A2-37C7E1D10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120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03678-C1BC-49A4-8916-0B11E98EDB0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49503-3983-43FF-89A2-37C7E1D10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22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03678-C1BC-49A4-8916-0B11E98EDB0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49503-3983-43FF-89A2-37C7E1D10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83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03678-C1BC-49A4-8916-0B11E98EDB0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49503-3983-43FF-89A2-37C7E1D10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737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03678-C1BC-49A4-8916-0B11E98EDB0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49503-3983-43FF-89A2-37C7E1D10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648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03678-C1BC-49A4-8916-0B11E98EDB0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49503-3983-43FF-89A2-37C7E1D10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728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03678-C1BC-49A4-8916-0B11E98EDB0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49503-3983-43FF-89A2-37C7E1D10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46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03678-C1BC-49A4-8916-0B11E98EDB0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49503-3983-43FF-89A2-37C7E1D10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491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03678-C1BC-49A4-8916-0B11E98EDB0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49503-3983-43FF-89A2-37C7E1D10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030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03678-C1BC-49A4-8916-0B11E98EDB0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49503-3983-43FF-89A2-37C7E1D10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073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03678-C1BC-49A4-8916-0B11E98EDB0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49503-3983-43FF-89A2-37C7E1D10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98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703678-C1BC-49A4-8916-0B11E98EDB0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49503-3983-43FF-89A2-37C7E1D10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714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openxmlformats.org/officeDocument/2006/relationships/diagramQuickStyle" Target="../diagrams/quickStyle2.xml"/><Relationship Id="rId1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12" Type="http://schemas.openxmlformats.org/officeDocument/2006/relationships/diagramLayout" Target="../diagrams/layout2.xml"/><Relationship Id="rId1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11" Type="http://schemas.openxmlformats.org/officeDocument/2006/relationships/diagramData" Target="../diagrams/data2.xml"/><Relationship Id="rId5" Type="http://schemas.openxmlformats.org/officeDocument/2006/relationships/diagramLayout" Target="../diagrams/layout1.xml"/><Relationship Id="rId15" Type="http://schemas.microsoft.com/office/2007/relationships/diagramDrawing" Target="../diagrams/drawing2.xml"/><Relationship Id="rId10" Type="http://schemas.openxmlformats.org/officeDocument/2006/relationships/image" Target="../media/image3.svg"/><Relationship Id="rId4" Type="http://schemas.openxmlformats.org/officeDocument/2006/relationships/diagramData" Target="../diagrams/data1.xml"/><Relationship Id="rId9" Type="http://schemas.openxmlformats.org/officeDocument/2006/relationships/image" Target="../media/image2.png"/><Relationship Id="rId14" Type="http://schemas.openxmlformats.org/officeDocument/2006/relationships/diagramColors" Target="../diagrams/colors2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13" Type="http://schemas.openxmlformats.org/officeDocument/2006/relationships/diagramQuickStyle" Target="../diagrams/quickStyle4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3.xml"/><Relationship Id="rId12" Type="http://schemas.openxmlformats.org/officeDocument/2006/relationships/diagramLayout" Target="../diagrams/layout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11" Type="http://schemas.openxmlformats.org/officeDocument/2006/relationships/diagramData" Target="../diagrams/data4.xml"/><Relationship Id="rId5" Type="http://schemas.openxmlformats.org/officeDocument/2006/relationships/diagramLayout" Target="../diagrams/layout3.xml"/><Relationship Id="rId15" Type="http://schemas.microsoft.com/office/2007/relationships/diagramDrawing" Target="../diagrams/drawing4.xml"/><Relationship Id="rId10" Type="http://schemas.openxmlformats.org/officeDocument/2006/relationships/image" Target="../media/image3.svg"/><Relationship Id="rId4" Type="http://schemas.openxmlformats.org/officeDocument/2006/relationships/diagramData" Target="../diagrams/data3.xml"/><Relationship Id="rId9" Type="http://schemas.openxmlformats.org/officeDocument/2006/relationships/image" Target="../media/image2.png"/><Relationship Id="rId14" Type="http://schemas.openxmlformats.org/officeDocument/2006/relationships/diagramColors" Target="../diagrams/colors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77C8-003C-49AC-9E7A-B4F3742C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30" y="40523"/>
            <a:ext cx="8854631" cy="431655"/>
          </a:xfrm>
        </p:spPr>
        <p:txBody>
          <a:bodyPr>
            <a:normAutofit/>
          </a:bodyPr>
          <a:lstStyle/>
          <a:p>
            <a:r>
              <a:rPr lang="en-US" sz="2000">
                <a:latin typeface="Arial"/>
                <a:cs typeface="Arial"/>
              </a:rPr>
              <a:t>CS/OR/CR Legal/Pre-Legal Process</a:t>
            </a:r>
          </a:p>
        </p:txBody>
      </p:sp>
      <p:pic>
        <p:nvPicPr>
          <p:cNvPr id="4" name="Picture 2" descr="ClearOne Advantage">
            <a:extLst>
              <a:ext uri="{FF2B5EF4-FFF2-40B4-BE49-F238E27FC236}">
                <a16:creationId xmlns:a16="http://schemas.microsoft.com/office/drawing/2014/main" id="{9E7A9EBC-4E6F-49FE-9AB3-E487E8E2A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650" y="71655"/>
            <a:ext cx="1395195" cy="390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115940-8E32-4E7D-86BE-414C54C86E36}"/>
              </a:ext>
            </a:extLst>
          </p:cNvPr>
          <p:cNvSpPr/>
          <p:nvPr/>
        </p:nvSpPr>
        <p:spPr>
          <a:xfrm>
            <a:off x="0" y="507851"/>
            <a:ext cx="9144000" cy="45719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3A82CB5E-3FE3-497A-8D91-42D06779ED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2370854"/>
              </p:ext>
            </p:extLst>
          </p:nvPr>
        </p:nvGraphicFramePr>
        <p:xfrm>
          <a:off x="133" y="512275"/>
          <a:ext cx="7089525" cy="11926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2" name="Graphic 11" descr="Receiver">
            <a:extLst>
              <a:ext uri="{FF2B5EF4-FFF2-40B4-BE49-F238E27FC236}">
                <a16:creationId xmlns:a16="http://schemas.microsoft.com/office/drawing/2014/main" id="{285C510A-16FD-4635-A1A1-12A90E37AB6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1234" y="720427"/>
            <a:ext cx="775981" cy="775981"/>
          </a:xfrm>
          <a:prstGeom prst="rect">
            <a:avLst/>
          </a:prstGeom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56A85940-FBF7-469C-8DB2-C00443107D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9101038"/>
              </p:ext>
            </p:extLst>
          </p:nvPr>
        </p:nvGraphicFramePr>
        <p:xfrm>
          <a:off x="172236" y="1025787"/>
          <a:ext cx="6418260" cy="61457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446E786-912B-4F04-9B25-042ECFFFC6C8}"/>
              </a:ext>
            </a:extLst>
          </p:cNvPr>
          <p:cNvSpPr/>
          <p:nvPr/>
        </p:nvSpPr>
        <p:spPr>
          <a:xfrm>
            <a:off x="764421" y="1541704"/>
            <a:ext cx="5134063" cy="6237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Obtain Legal Documentation and Review</a:t>
            </a:r>
          </a:p>
          <a:p>
            <a:pPr algn="ctr"/>
            <a:r>
              <a:rPr lang="en-US" sz="1200"/>
              <a:t>(If client is unable to provide docs during call, set callback for yourself to follow up with client)</a:t>
            </a:r>
            <a:endParaRPr lang="en-US" sz="1200">
              <a:ea typeface="Calibri"/>
              <a:cs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B8358B-810B-4756-B922-8378EE2347B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04132" y="4237946"/>
            <a:ext cx="1373261" cy="5151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4FF156B-CB3B-4253-81EC-3DF54B0EB20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40583" y="3579659"/>
            <a:ext cx="2506189" cy="25739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868D205-8258-4D0E-BF3B-A2D34369FEF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799570" y="3899955"/>
            <a:ext cx="1373260" cy="405616"/>
          </a:xfrm>
          <a:prstGeom prst="rect">
            <a:avLst/>
          </a:prstGeom>
        </p:spPr>
      </p:pic>
      <p:sp>
        <p:nvSpPr>
          <p:cNvPr id="15" name="Thought Bubble: Cloud 14">
            <a:extLst>
              <a:ext uri="{FF2B5EF4-FFF2-40B4-BE49-F238E27FC236}">
                <a16:creationId xmlns:a16="http://schemas.microsoft.com/office/drawing/2014/main" id="{FFA8EE17-57AA-4AB0-B2BC-357C64C4E88F}"/>
              </a:ext>
            </a:extLst>
          </p:cNvPr>
          <p:cNvSpPr/>
          <p:nvPr/>
        </p:nvSpPr>
        <p:spPr>
          <a:xfrm>
            <a:off x="6590886" y="2348564"/>
            <a:ext cx="2551491" cy="1019683"/>
          </a:xfrm>
          <a:prstGeom prst="cloudCallou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highlight>
                  <a:srgbClr val="FFFF00"/>
                </a:highlight>
              </a:rPr>
              <a:t>It is extremely important, for fee purposes, that this step is completed in the creditor page </a:t>
            </a:r>
            <a:r>
              <a:rPr lang="en-US" sz="1100" b="1">
                <a:solidFill>
                  <a:schemeClr val="tx1"/>
                </a:solidFill>
                <a:highlight>
                  <a:srgbClr val="FFFF00"/>
                </a:highlight>
              </a:rPr>
              <a:t>not</a:t>
            </a:r>
            <a:r>
              <a:rPr lang="en-US" sz="1100">
                <a:solidFill>
                  <a:schemeClr val="tx1"/>
                </a:solidFill>
                <a:highlight>
                  <a:srgbClr val="FFFF00"/>
                </a:highlight>
              </a:rPr>
              <a:t> the calc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AB8026B-ED2C-4CFC-9829-26FDC137A211}"/>
              </a:ext>
            </a:extLst>
          </p:cNvPr>
          <p:cNvSpPr/>
          <p:nvPr/>
        </p:nvSpPr>
        <p:spPr>
          <a:xfrm>
            <a:off x="6543816" y="4236015"/>
            <a:ext cx="200331" cy="15916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42F8730-E1FB-5C38-5CD5-30F9961F74F2}"/>
              </a:ext>
            </a:extLst>
          </p:cNvPr>
          <p:cNvSpPr/>
          <p:nvPr/>
        </p:nvSpPr>
        <p:spPr>
          <a:xfrm>
            <a:off x="764421" y="6033853"/>
            <a:ext cx="5134063" cy="6237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/>
              <a:t>If client is calling in for a follow-up on an existing legal account, review the intake and the creditor's page for notes to provide update directly to client.</a:t>
            </a:r>
            <a:endParaRPr lang="en-US" sz="1400">
              <a:cs typeface="Calibri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DE9DF0-DBDB-BB21-3644-7E07F0E97FC6}"/>
              </a:ext>
            </a:extLst>
          </p:cNvPr>
          <p:cNvSpPr txBox="1"/>
          <p:nvPr/>
        </p:nvSpPr>
        <p:spPr>
          <a:xfrm>
            <a:off x="7737230" y="590340"/>
            <a:ext cx="141179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ea typeface="Calibri"/>
                <a:cs typeface="Calibri"/>
              </a:rPr>
              <a:t>Reviewed: 10/30/2023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080539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77C8-003C-49AC-9E7A-B4F3742C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30" y="40523"/>
            <a:ext cx="8854631" cy="431655"/>
          </a:xfrm>
        </p:spPr>
        <p:txBody>
          <a:bodyPr>
            <a:normAutofit/>
          </a:bodyPr>
          <a:lstStyle/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CS/OR/CLO/CR Legal/Pre-Legal Process</a:t>
            </a:r>
          </a:p>
        </p:txBody>
      </p:sp>
      <p:pic>
        <p:nvPicPr>
          <p:cNvPr id="4" name="Picture 2" descr="ClearOne Advantage">
            <a:extLst>
              <a:ext uri="{FF2B5EF4-FFF2-40B4-BE49-F238E27FC236}">
                <a16:creationId xmlns:a16="http://schemas.microsoft.com/office/drawing/2014/main" id="{9E7A9EBC-4E6F-49FE-9AB3-E487E8E2A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650" y="71655"/>
            <a:ext cx="1395195" cy="390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115940-8E32-4E7D-86BE-414C54C86E36}"/>
              </a:ext>
            </a:extLst>
          </p:cNvPr>
          <p:cNvSpPr/>
          <p:nvPr/>
        </p:nvSpPr>
        <p:spPr>
          <a:xfrm>
            <a:off x="0" y="507851"/>
            <a:ext cx="9144000" cy="45719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3A82CB5E-3FE3-497A-8D91-42D06779ED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323108"/>
              </p:ext>
            </p:extLst>
          </p:nvPr>
        </p:nvGraphicFramePr>
        <p:xfrm>
          <a:off x="133" y="512275"/>
          <a:ext cx="8533975" cy="1205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2" name="Graphic 11" descr="Receiver">
            <a:extLst>
              <a:ext uri="{FF2B5EF4-FFF2-40B4-BE49-F238E27FC236}">
                <a16:creationId xmlns:a16="http://schemas.microsoft.com/office/drawing/2014/main" id="{285C510A-16FD-4635-A1A1-12A90E37AB6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1234" y="720427"/>
            <a:ext cx="775981" cy="775981"/>
          </a:xfrm>
          <a:prstGeom prst="rect">
            <a:avLst/>
          </a:prstGeom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56A85940-FBF7-469C-8DB2-C00443107D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5676095"/>
              </p:ext>
            </p:extLst>
          </p:nvPr>
        </p:nvGraphicFramePr>
        <p:xfrm>
          <a:off x="1175863" y="1500324"/>
          <a:ext cx="5972999" cy="4486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42F8730-E1FB-5C38-5CD5-30F9961F74F2}"/>
              </a:ext>
            </a:extLst>
          </p:cNvPr>
          <p:cNvSpPr/>
          <p:nvPr/>
        </p:nvSpPr>
        <p:spPr>
          <a:xfrm>
            <a:off x="1595331" y="5873805"/>
            <a:ext cx="5134063" cy="8749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/>
              <a:t>If client is calling in for a follow up on an existing legal account, review the intake and the creditor's page for notes to provide update directly to client.</a:t>
            </a:r>
          </a:p>
        </p:txBody>
      </p:sp>
    </p:spTree>
    <p:extLst>
      <p:ext uri="{BB962C8B-B14F-4D97-AF65-F5344CB8AC3E}">
        <p14:creationId xmlns:p14="http://schemas.microsoft.com/office/powerpoint/2010/main" val="219295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fca21091-4343-4232-a795-e59481497cb5" xsi:nil="true"/>
    <lcf76f155ced4ddcb4097134ff3c332f xmlns="dfbadaf6-90cf-41d3-a0ba-bbd98d259036">
      <Terms xmlns="http://schemas.microsoft.com/office/infopath/2007/PartnerControls"/>
    </lcf76f155ced4ddcb4097134ff3c332f>
    <_Flow_SignoffStatus xmlns="dfbadaf6-90cf-41d3-a0ba-bbd98d25903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3EA4EAC53434282EAA3F21CEC1BE7" ma:contentTypeVersion="29" ma:contentTypeDescription="Create a new document." ma:contentTypeScope="" ma:versionID="d1e6db6382f9bf0a238767834c1ba2e8">
  <xsd:schema xmlns:xsd="http://www.w3.org/2001/XMLSchema" xmlns:xs="http://www.w3.org/2001/XMLSchema" xmlns:p="http://schemas.microsoft.com/office/2006/metadata/properties" xmlns:ns1="http://schemas.microsoft.com/sharepoint/v3" xmlns:ns2="dfbadaf6-90cf-41d3-a0ba-bbd98d259036" xmlns:ns3="fca21091-4343-4232-a795-e59481497cb5" targetNamespace="http://schemas.microsoft.com/office/2006/metadata/properties" ma:root="true" ma:fieldsID="0d55a77fe706b52e8d7bff5f40b8e9f5" ns1:_="" ns2:_="" ns3:_="">
    <xsd:import namespace="http://schemas.microsoft.com/sharepoint/v3"/>
    <xsd:import namespace="dfbadaf6-90cf-41d3-a0ba-bbd98d259036"/>
    <xsd:import namespace="fca21091-4343-4232-a795-e59481497c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_Flow_SignoffStatu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badaf6-90cf-41d3-a0ba-bbd98d2590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f4aff2b-04e6-48f0-83c9-56fafe2014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6" nillable="true" ma:displayName="Sign-off status" ma:internalName="Sign_x002d_off_x0020_status">
      <xsd:simpleType>
        <xsd:restriction base="dms:Text"/>
      </xsd:simpleType>
    </xsd:element>
    <xsd:element name="MediaServiceLocation" ma:index="27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a21091-4343-4232-a795-e59481497cb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36b9b6e-086a-4dd3-8773-df145aa506ae}" ma:internalName="TaxCatchAll" ma:showField="CatchAllData" ma:web="fca21091-4343-4232-a795-e59481497c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56B1325-AB86-425F-8820-37FDC82DB800}">
  <ds:schemaRefs>
    <ds:schemaRef ds:uri="dfbadaf6-90cf-41d3-a0ba-bbd98d259036"/>
    <ds:schemaRef ds:uri="fca21091-4343-4232-a795-e59481497cb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ACA0DEF-0A70-4099-A27F-8B515B1ACE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fbadaf6-90cf-41d3-a0ba-bbd98d259036"/>
    <ds:schemaRef ds:uri="fca21091-4343-4232-a795-e59481497c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204A1C5-3EA7-4AA2-8F02-554DAC11869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(4:3)</PresentationFormat>
  <Slides>2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CS/OR/CR Legal/Pre-Legal Process</vt:lpstr>
      <vt:lpstr>CS/OR/CLO/CR Legal/Pre-Legal Process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CS/CLO Legal/Pre-Legal Process</dc:title>
  <dc:creator>Christina Borrello</dc:creator>
  <cp:revision>2</cp:revision>
  <dcterms:created xsi:type="dcterms:W3CDTF">2022-12-12T22:25:45Z</dcterms:created>
  <dcterms:modified xsi:type="dcterms:W3CDTF">2026-02-12T20:19:12Z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0x010100E563EA4EAC53434282EAA3F21CEC1BE7</vt:lpwstr>
  </property>
  <property fmtid="{D5CDD505-2E9C-101B-9397-08002B2CF9AE}" pid="3" name="MediaServiceImageTags">
    <vt:lpwstr/>
  </property>
</Properties>
</file>