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5" r:id="rId4"/>
  </p:sldMasterIdLst>
  <p:notesMasterIdLst>
    <p:notesMasterId r:id="rId13"/>
  </p:notesMasterIdLst>
  <p:handoutMasterIdLst>
    <p:handoutMasterId r:id="rId14"/>
  </p:handoutMasterIdLst>
  <p:sldIdLst>
    <p:sldId id="1963" r:id="rId5"/>
    <p:sldId id="1956" r:id="rId6"/>
    <p:sldId id="1958" r:id="rId7"/>
    <p:sldId id="1957" r:id="rId8"/>
    <p:sldId id="1959" r:id="rId9"/>
    <p:sldId id="1960" r:id="rId10"/>
    <p:sldId id="1961" r:id="rId11"/>
    <p:sldId id="1962" r:id="rId12"/>
  </p:sldIdLst>
  <p:sldSz cx="9144000" cy="6858000" type="screen4x3"/>
  <p:notesSz cx="7086600" cy="9372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andon Homuth" initials="BH" lastIdx="1" clrIdx="0">
    <p:extLst>
      <p:ext uri="{19B8F6BF-5375-455C-9EA6-DF929625EA0E}">
        <p15:presenceInfo xmlns:p15="http://schemas.microsoft.com/office/powerpoint/2012/main" userId="S::bhomuth@finance.clearoneadvantage.com::86c609f6-c353-4116-b809-d837f34ce853" providerId="AD"/>
      </p:ext>
    </p:extLst>
  </p:cmAuthor>
  <p:cmAuthor id="2" name="Matthew Falkowski" initials="MF" lastIdx="1" clrIdx="1">
    <p:extLst>
      <p:ext uri="{19B8F6BF-5375-455C-9EA6-DF929625EA0E}">
        <p15:presenceInfo xmlns:p15="http://schemas.microsoft.com/office/powerpoint/2012/main" userId="S::mfalkowski@finance.clearoneadvantage.com::e04e5b67-bb43-4176-a3a7-5c533b516048" providerId="AD"/>
      </p:ext>
    </p:extLst>
  </p:cmAuthor>
  <p:cmAuthor id="3" name="Rick Gross" initials="RG" lastIdx="1" clrIdx="2">
    <p:extLst>
      <p:ext uri="{19B8F6BF-5375-455C-9EA6-DF929625EA0E}">
        <p15:presenceInfo xmlns:p15="http://schemas.microsoft.com/office/powerpoint/2012/main" userId="S::rgross@finance.clearoneadvantage.com::56070022-d45c-4555-8b5e-ed6b6470e084" providerId="AD"/>
      </p:ext>
    </p:extLst>
  </p:cmAuthor>
  <p:cmAuthor id="4" name="Christina Borrello" initials="CB" lastIdx="1" clrIdx="3">
    <p:extLst>
      <p:ext uri="{19B8F6BF-5375-455C-9EA6-DF929625EA0E}">
        <p15:presenceInfo xmlns:p15="http://schemas.microsoft.com/office/powerpoint/2012/main" userId="S::cborrello@clg.clearoneadvantage.com::920200ae-9917-4322-a251-f102818e0e6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D9EC"/>
    <a:srgbClr val="FF0000"/>
    <a:srgbClr val="AFB4BE"/>
    <a:srgbClr val="8C93A2"/>
    <a:srgbClr val="C41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2C459E-BB10-241B-6B33-BC23F6E23FD2}"/>
              </a:ext>
            </a:extLst>
          </p:cNvPr>
          <p:cNvSpPr>
            <a:spLocks noGrp="1"/>
          </p:cNvSpPr>
          <p:nvPr>
            <p:ph type="hdr" sz="quarter"/>
          </p:nvPr>
        </p:nvSpPr>
        <p:spPr>
          <a:xfrm>
            <a:off x="0" y="0"/>
            <a:ext cx="3070225" cy="469900"/>
          </a:xfrm>
          <a:prstGeom prst="rect">
            <a:avLst/>
          </a:prstGeom>
        </p:spPr>
        <p:txBody>
          <a:bodyPr vert="horz" lIns="91440" tIns="45720" rIns="91440" bIns="45720" rtlCol="0"/>
          <a:lstStyle>
            <a:lvl1pPr algn="l">
              <a:defRPr sz="1200"/>
            </a:lvl1pPr>
          </a:lstStyle>
          <a:p>
            <a:r>
              <a:rPr lang="en-US"/>
              <a:t>Sending Documents Via OneSpan</a:t>
            </a:r>
          </a:p>
        </p:txBody>
      </p:sp>
      <p:sp>
        <p:nvSpPr>
          <p:cNvPr id="3" name="Date Placeholder 2">
            <a:extLst>
              <a:ext uri="{FF2B5EF4-FFF2-40B4-BE49-F238E27FC236}">
                <a16:creationId xmlns:a16="http://schemas.microsoft.com/office/drawing/2014/main" id="{7A9F1485-CBF7-F637-53A2-A4E708B4047B}"/>
              </a:ext>
            </a:extLst>
          </p:cNvPr>
          <p:cNvSpPr>
            <a:spLocks noGrp="1"/>
          </p:cNvSpPr>
          <p:nvPr>
            <p:ph type="dt" sz="quarter" idx="1"/>
          </p:nvPr>
        </p:nvSpPr>
        <p:spPr>
          <a:xfrm>
            <a:off x="4014788" y="0"/>
            <a:ext cx="3070225" cy="469900"/>
          </a:xfrm>
          <a:prstGeom prst="rect">
            <a:avLst/>
          </a:prstGeom>
        </p:spPr>
        <p:txBody>
          <a:bodyPr vert="horz" lIns="91440" tIns="45720" rIns="91440" bIns="45720" rtlCol="0"/>
          <a:lstStyle>
            <a:lvl1pPr algn="r">
              <a:defRPr sz="1200"/>
            </a:lvl1pPr>
          </a:lstStyle>
          <a:p>
            <a:fld id="{C48434BD-FF2C-4123-9E91-F29FD9FA4B8E}" type="datetimeFigureOut">
              <a:rPr lang="en-US" smtClean="0"/>
              <a:t>2/12/2026</a:t>
            </a:fld>
            <a:endParaRPr lang="en-US"/>
          </a:p>
        </p:txBody>
      </p:sp>
      <p:sp>
        <p:nvSpPr>
          <p:cNvPr id="4" name="Footer Placeholder 3">
            <a:extLst>
              <a:ext uri="{FF2B5EF4-FFF2-40B4-BE49-F238E27FC236}">
                <a16:creationId xmlns:a16="http://schemas.microsoft.com/office/drawing/2014/main" id="{2E10B4CE-944D-8F41-650B-5E3B5C0A4332}"/>
              </a:ext>
            </a:extLst>
          </p:cNvPr>
          <p:cNvSpPr>
            <a:spLocks noGrp="1"/>
          </p:cNvSpPr>
          <p:nvPr>
            <p:ph type="ftr" sz="quarter" idx="2"/>
          </p:nvPr>
        </p:nvSpPr>
        <p:spPr>
          <a:xfrm>
            <a:off x="0" y="8902700"/>
            <a:ext cx="3070225" cy="469900"/>
          </a:xfrm>
          <a:prstGeom prst="rect">
            <a:avLst/>
          </a:prstGeom>
        </p:spPr>
        <p:txBody>
          <a:bodyPr vert="horz" lIns="91440" tIns="45720" rIns="91440" bIns="45720" rtlCol="0" anchor="b"/>
          <a:lstStyle>
            <a:lvl1pPr algn="l">
              <a:defRPr sz="1200"/>
            </a:lvl1pPr>
          </a:lstStyle>
          <a:p>
            <a:r>
              <a:rPr lang="en-US"/>
              <a:t>6/27/2024</a:t>
            </a:r>
          </a:p>
        </p:txBody>
      </p:sp>
      <p:sp>
        <p:nvSpPr>
          <p:cNvPr id="5" name="Slide Number Placeholder 4">
            <a:extLst>
              <a:ext uri="{FF2B5EF4-FFF2-40B4-BE49-F238E27FC236}">
                <a16:creationId xmlns:a16="http://schemas.microsoft.com/office/drawing/2014/main" id="{CE4F8640-98EC-D1B3-D99A-4D4712F0AF35}"/>
              </a:ext>
            </a:extLst>
          </p:cNvPr>
          <p:cNvSpPr>
            <a:spLocks noGrp="1"/>
          </p:cNvSpPr>
          <p:nvPr>
            <p:ph type="sldNum" sz="quarter" idx="3"/>
          </p:nvPr>
        </p:nvSpPr>
        <p:spPr>
          <a:xfrm>
            <a:off x="4014788" y="8902700"/>
            <a:ext cx="3070225" cy="469900"/>
          </a:xfrm>
          <a:prstGeom prst="rect">
            <a:avLst/>
          </a:prstGeom>
        </p:spPr>
        <p:txBody>
          <a:bodyPr vert="horz" lIns="91440" tIns="45720" rIns="91440" bIns="45720" rtlCol="0" anchor="b"/>
          <a:lstStyle>
            <a:lvl1pPr algn="r">
              <a:defRPr sz="1200"/>
            </a:lvl1pPr>
          </a:lstStyle>
          <a:p>
            <a:fld id="{46045536-94BB-4B33-B1BF-E01DD8B518AF}" type="slidenum">
              <a:rPr lang="en-US" smtClean="0"/>
              <a:t>‹#›</a:t>
            </a:fld>
            <a:endParaRPr lang="en-US"/>
          </a:p>
        </p:txBody>
      </p:sp>
    </p:spTree>
    <p:extLst>
      <p:ext uri="{BB962C8B-B14F-4D97-AF65-F5344CB8AC3E}">
        <p14:creationId xmlns:p14="http://schemas.microsoft.com/office/powerpoint/2010/main" val="223677120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0860" cy="470258"/>
          </a:xfrm>
          <a:prstGeom prst="rect">
            <a:avLst/>
          </a:prstGeom>
        </p:spPr>
        <p:txBody>
          <a:bodyPr vert="horz" lIns="94046" tIns="47023" rIns="94046" bIns="47023" rtlCol="0"/>
          <a:lstStyle>
            <a:lvl1pPr algn="l">
              <a:defRPr sz="1200"/>
            </a:lvl1pPr>
          </a:lstStyle>
          <a:p>
            <a:r>
              <a:rPr lang="en-US"/>
              <a:t>Sending Documents Via OneSpan</a:t>
            </a:r>
          </a:p>
        </p:txBody>
      </p:sp>
      <p:sp>
        <p:nvSpPr>
          <p:cNvPr id="3" name="Date Placeholder 2"/>
          <p:cNvSpPr>
            <a:spLocks noGrp="1"/>
          </p:cNvSpPr>
          <p:nvPr>
            <p:ph type="dt" idx="1"/>
          </p:nvPr>
        </p:nvSpPr>
        <p:spPr>
          <a:xfrm>
            <a:off x="4014100" y="1"/>
            <a:ext cx="3070860" cy="470258"/>
          </a:xfrm>
          <a:prstGeom prst="rect">
            <a:avLst/>
          </a:prstGeom>
        </p:spPr>
        <p:txBody>
          <a:bodyPr vert="horz" lIns="94046" tIns="47023" rIns="94046" bIns="47023" rtlCol="0"/>
          <a:lstStyle>
            <a:lvl1pPr algn="r">
              <a:defRPr sz="1200"/>
            </a:lvl1pPr>
          </a:lstStyle>
          <a:p>
            <a:fld id="{F9FBA1EC-A60A-495A-B477-8D73E8948888}" type="datetimeFigureOut">
              <a:rPr lang="en-US" smtClean="0"/>
              <a:t>2/12/2026</a:t>
            </a:fld>
            <a:endParaRPr lang="en-US"/>
          </a:p>
        </p:txBody>
      </p:sp>
      <p:sp>
        <p:nvSpPr>
          <p:cNvPr id="4" name="Slide Image Placeholder 3"/>
          <p:cNvSpPr>
            <a:spLocks noGrp="1" noRot="1" noChangeAspect="1"/>
          </p:cNvSpPr>
          <p:nvPr>
            <p:ph type="sldImg" idx="2"/>
          </p:nvPr>
        </p:nvSpPr>
        <p:spPr>
          <a:xfrm>
            <a:off x="1435100" y="1171575"/>
            <a:ext cx="4216400" cy="3163888"/>
          </a:xfrm>
          <a:prstGeom prst="rect">
            <a:avLst/>
          </a:prstGeom>
          <a:noFill/>
          <a:ln w="12700">
            <a:solidFill>
              <a:prstClr val="black"/>
            </a:solidFill>
          </a:ln>
        </p:spPr>
        <p:txBody>
          <a:bodyPr vert="horz" lIns="94046" tIns="47023" rIns="94046" bIns="47023" rtlCol="0" anchor="ctr"/>
          <a:lstStyle/>
          <a:p>
            <a:endParaRPr lang="en-US"/>
          </a:p>
        </p:txBody>
      </p:sp>
      <p:sp>
        <p:nvSpPr>
          <p:cNvPr id="5" name="Notes Placeholder 4"/>
          <p:cNvSpPr>
            <a:spLocks noGrp="1"/>
          </p:cNvSpPr>
          <p:nvPr>
            <p:ph type="body" sz="quarter" idx="3"/>
          </p:nvPr>
        </p:nvSpPr>
        <p:spPr>
          <a:xfrm>
            <a:off x="708660" y="4510565"/>
            <a:ext cx="5669280" cy="3690461"/>
          </a:xfrm>
          <a:prstGeom prst="rect">
            <a:avLst/>
          </a:prstGeom>
        </p:spPr>
        <p:txBody>
          <a:bodyPr vert="horz" lIns="94046" tIns="47023" rIns="94046" bIns="470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02344"/>
            <a:ext cx="3070860" cy="470257"/>
          </a:xfrm>
          <a:prstGeom prst="rect">
            <a:avLst/>
          </a:prstGeom>
        </p:spPr>
        <p:txBody>
          <a:bodyPr vert="horz" lIns="94046" tIns="47023" rIns="94046" bIns="47023" rtlCol="0" anchor="b"/>
          <a:lstStyle>
            <a:lvl1pPr algn="l">
              <a:defRPr sz="1200"/>
            </a:lvl1pPr>
          </a:lstStyle>
          <a:p>
            <a:r>
              <a:rPr lang="en-US"/>
              <a:t>6/27/2024</a:t>
            </a:r>
          </a:p>
        </p:txBody>
      </p:sp>
      <p:sp>
        <p:nvSpPr>
          <p:cNvPr id="7" name="Slide Number Placeholder 6"/>
          <p:cNvSpPr>
            <a:spLocks noGrp="1"/>
          </p:cNvSpPr>
          <p:nvPr>
            <p:ph type="sldNum" sz="quarter" idx="5"/>
          </p:nvPr>
        </p:nvSpPr>
        <p:spPr>
          <a:xfrm>
            <a:off x="4014100" y="8902344"/>
            <a:ext cx="3070860" cy="470257"/>
          </a:xfrm>
          <a:prstGeom prst="rect">
            <a:avLst/>
          </a:prstGeom>
        </p:spPr>
        <p:txBody>
          <a:bodyPr vert="horz" lIns="94046" tIns="47023" rIns="94046" bIns="47023" rtlCol="0" anchor="b"/>
          <a:lstStyle>
            <a:lvl1pPr algn="r">
              <a:defRPr sz="1200"/>
            </a:lvl1pPr>
          </a:lstStyle>
          <a:p>
            <a:fld id="{56818EA0-D2EF-4C38-A8B1-0D8C28DF25EC}" type="slidenum">
              <a:rPr lang="en-US" smtClean="0"/>
              <a:t>‹#›</a:t>
            </a:fld>
            <a:endParaRPr lang="en-US"/>
          </a:p>
        </p:txBody>
      </p:sp>
    </p:spTree>
    <p:extLst>
      <p:ext uri="{BB962C8B-B14F-4D97-AF65-F5344CB8AC3E}">
        <p14:creationId xmlns:p14="http://schemas.microsoft.com/office/powerpoint/2010/main" val="209620270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2</a:t>
            </a:fld>
            <a:endParaRPr lang="en-US"/>
          </a:p>
        </p:txBody>
      </p:sp>
      <p:sp>
        <p:nvSpPr>
          <p:cNvPr id="5" name="Header Placeholder 4">
            <a:extLst>
              <a:ext uri="{FF2B5EF4-FFF2-40B4-BE49-F238E27FC236}">
                <a16:creationId xmlns:a16="http://schemas.microsoft.com/office/drawing/2014/main" id="{403CBDCF-2ABE-9A2E-B851-93B329231E8F}"/>
              </a:ext>
            </a:extLst>
          </p:cNvPr>
          <p:cNvSpPr>
            <a:spLocks noGrp="1"/>
          </p:cNvSpPr>
          <p:nvPr>
            <p:ph type="hdr" sz="quarter"/>
          </p:nvPr>
        </p:nvSpPr>
        <p:spPr/>
        <p:txBody>
          <a:bodyPr/>
          <a:lstStyle/>
          <a:p>
            <a:r>
              <a:rPr lang="en-US"/>
              <a:t>Sending Documents Via OneSpan</a:t>
            </a:r>
          </a:p>
        </p:txBody>
      </p:sp>
      <p:sp>
        <p:nvSpPr>
          <p:cNvPr id="6" name="Footer Placeholder 5">
            <a:extLst>
              <a:ext uri="{FF2B5EF4-FFF2-40B4-BE49-F238E27FC236}">
                <a16:creationId xmlns:a16="http://schemas.microsoft.com/office/drawing/2014/main" id="{F6D77860-6803-E84A-5BDF-B5C391BF51A9}"/>
              </a:ext>
            </a:extLst>
          </p:cNvPr>
          <p:cNvSpPr>
            <a:spLocks noGrp="1"/>
          </p:cNvSpPr>
          <p:nvPr>
            <p:ph type="ftr" sz="quarter" idx="4"/>
          </p:nvPr>
        </p:nvSpPr>
        <p:spPr/>
        <p:txBody>
          <a:bodyPr/>
          <a:lstStyle/>
          <a:p>
            <a:r>
              <a:rPr lang="en-US"/>
              <a:t>6/27/2024</a:t>
            </a:r>
          </a:p>
        </p:txBody>
      </p:sp>
    </p:spTree>
    <p:extLst>
      <p:ext uri="{BB962C8B-B14F-4D97-AF65-F5344CB8AC3E}">
        <p14:creationId xmlns:p14="http://schemas.microsoft.com/office/powerpoint/2010/main" val="1116327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1"/>
      </p:bgRef>
    </p:bg>
    <p:spTree>
      <p:nvGrpSpPr>
        <p:cNvPr id="1" name=""/>
        <p:cNvGrpSpPr/>
        <p:nvPr/>
      </p:nvGrpSpPr>
      <p:grpSpPr>
        <a:xfrm>
          <a:off x="0" y="0"/>
          <a:ext cx="0" cy="0"/>
          <a:chOff x="0" y="0"/>
          <a:chExt cx="0" cy="0"/>
        </a:xfrm>
      </p:grpSpPr>
      <p:grpSp>
        <p:nvGrpSpPr>
          <p:cNvPr id="451" name="Group 450"/>
          <p:cNvGrpSpPr/>
          <p:nvPr/>
        </p:nvGrpSpPr>
        <p:grpSpPr>
          <a:xfrm>
            <a:off x="0" y="0"/>
            <a:ext cx="9555163" cy="6853238"/>
            <a:chOff x="1524000" y="0"/>
            <a:chExt cx="9555163" cy="6853238"/>
          </a:xfrm>
        </p:grpSpPr>
        <p:sp>
          <p:nvSpPr>
            <p:cNvPr id="452" name="Freeform 6"/>
            <p:cNvSpPr/>
            <p:nvPr/>
          </p:nvSpPr>
          <p:spPr bwMode="auto">
            <a:xfrm>
              <a:off x="1524000" y="1331913"/>
              <a:ext cx="7837488" cy="5521325"/>
            </a:xfrm>
            <a:custGeom>
              <a:avLst/>
              <a:gdLst/>
              <a:ahLst/>
              <a:cxnLst/>
              <a:rect l="0" t="0" r="r" b="b"/>
              <a:pathLst>
                <a:path w="1648" h="1161">
                  <a:moveTo>
                    <a:pt x="1362" y="1161"/>
                  </a:moveTo>
                  <a:cubicBezTo>
                    <a:pt x="1648" y="920"/>
                    <a:pt x="1283" y="505"/>
                    <a:pt x="1097" y="326"/>
                  </a:cubicBezTo>
                  <a:cubicBezTo>
                    <a:pt x="926" y="162"/>
                    <a:pt x="709" y="35"/>
                    <a:pt x="470" y="14"/>
                  </a:cubicBezTo>
                  <a:cubicBezTo>
                    <a:pt x="315" y="0"/>
                    <a:pt x="142" y="49"/>
                    <a:pt x="0" y="138"/>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3" name="Freeform 7"/>
            <p:cNvSpPr/>
            <p:nvPr/>
          </p:nvSpPr>
          <p:spPr bwMode="auto">
            <a:xfrm>
              <a:off x="1524000" y="5564188"/>
              <a:ext cx="1412875" cy="1284288"/>
            </a:xfrm>
            <a:custGeom>
              <a:avLst/>
              <a:gdLst/>
              <a:ahLst/>
              <a:cxnLst/>
              <a:rect l="0" t="0" r="r" b="b"/>
              <a:pathLst>
                <a:path w="297" h="270">
                  <a:moveTo>
                    <a:pt x="0" y="0"/>
                  </a:moveTo>
                  <a:cubicBezTo>
                    <a:pt x="73" y="119"/>
                    <a:pt x="186" y="220"/>
                    <a:pt x="297" y="27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4" name="Freeform 8"/>
            <p:cNvSpPr/>
            <p:nvPr/>
          </p:nvSpPr>
          <p:spPr bwMode="auto">
            <a:xfrm>
              <a:off x="1524000" y="2030413"/>
              <a:ext cx="6510338" cy="4813300"/>
            </a:xfrm>
            <a:custGeom>
              <a:avLst/>
              <a:gdLst/>
              <a:ahLst/>
              <a:cxnLst/>
              <a:rect l="0" t="0" r="r" b="b"/>
              <a:pathLst>
                <a:path w="1369" h="1012">
                  <a:moveTo>
                    <a:pt x="845" y="1012"/>
                  </a:moveTo>
                  <a:cubicBezTo>
                    <a:pt x="1043" y="967"/>
                    <a:pt x="1369" y="853"/>
                    <a:pt x="1263" y="588"/>
                  </a:cubicBezTo>
                  <a:cubicBezTo>
                    <a:pt x="1164" y="340"/>
                    <a:pt x="861" y="107"/>
                    <a:pt x="602" y="49"/>
                  </a:cubicBezTo>
                  <a:cubicBezTo>
                    <a:pt x="383" y="0"/>
                    <a:pt x="135" y="97"/>
                    <a:pt x="0" y="28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5" name="Freeform 9"/>
            <p:cNvSpPr/>
            <p:nvPr/>
          </p:nvSpPr>
          <p:spPr bwMode="auto">
            <a:xfrm>
              <a:off x="1528763" y="6207125"/>
              <a:ext cx="717550" cy="646113"/>
            </a:xfrm>
            <a:custGeom>
              <a:avLst/>
              <a:gdLst/>
              <a:ahLst/>
              <a:cxnLst/>
              <a:rect l="0" t="0" r="r" b="b"/>
              <a:pathLst>
                <a:path w="151" h="136">
                  <a:moveTo>
                    <a:pt x="0" y="0"/>
                  </a:moveTo>
                  <a:cubicBezTo>
                    <a:pt x="45" y="52"/>
                    <a:pt x="97" y="99"/>
                    <a:pt x="151" y="13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6" name="Freeform 10"/>
            <p:cNvSpPr/>
            <p:nvPr/>
          </p:nvSpPr>
          <p:spPr bwMode="auto">
            <a:xfrm>
              <a:off x="1524000" y="1806575"/>
              <a:ext cx="6753225" cy="5046663"/>
            </a:xfrm>
            <a:custGeom>
              <a:avLst/>
              <a:gdLst/>
              <a:ahLst/>
              <a:cxnLst/>
              <a:rect l="0" t="0" r="r" b="b"/>
              <a:pathLst>
                <a:path w="1420" h="1061">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7" name="Freeform 11"/>
            <p:cNvSpPr/>
            <p:nvPr/>
          </p:nvSpPr>
          <p:spPr bwMode="auto">
            <a:xfrm>
              <a:off x="1524000" y="669925"/>
              <a:ext cx="8797925" cy="6183313"/>
            </a:xfrm>
            <a:custGeom>
              <a:avLst/>
              <a:gdLst/>
              <a:ahLst/>
              <a:cxnLst/>
              <a:rect l="0" t="0" r="r" b="b"/>
              <a:pathLst>
                <a:path w="1850" h="130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8" name="Freeform 12"/>
            <p:cNvSpPr/>
            <p:nvPr/>
          </p:nvSpPr>
          <p:spPr bwMode="auto">
            <a:xfrm>
              <a:off x="1524000" y="119063"/>
              <a:ext cx="9555163" cy="6734175"/>
            </a:xfrm>
            <a:custGeom>
              <a:avLst/>
              <a:gdLst/>
              <a:ahLst/>
              <a:cxnLst/>
              <a:rect l="0" t="0" r="r" b="b"/>
              <a:pathLst>
                <a:path w="2009" h="1416">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9" name="Freeform 13"/>
            <p:cNvSpPr/>
            <p:nvPr/>
          </p:nvSpPr>
          <p:spPr bwMode="auto">
            <a:xfrm>
              <a:off x="5419725" y="4763"/>
              <a:ext cx="5216525" cy="5368925"/>
            </a:xfrm>
            <a:custGeom>
              <a:avLst/>
              <a:gdLst/>
              <a:ahLst/>
              <a:cxnLst/>
              <a:rect l="0" t="0" r="r" b="b"/>
              <a:pathLst>
                <a:path w="1097" h="1129">
                  <a:moveTo>
                    <a:pt x="1097" y="1129"/>
                  </a:moveTo>
                  <a:cubicBezTo>
                    <a:pt x="1031" y="909"/>
                    <a:pt x="843" y="701"/>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0" name="Freeform 15"/>
            <p:cNvSpPr/>
            <p:nvPr/>
          </p:nvSpPr>
          <p:spPr bwMode="auto">
            <a:xfrm>
              <a:off x="5813425" y="4763"/>
              <a:ext cx="4832350" cy="4822825"/>
            </a:xfrm>
            <a:custGeom>
              <a:avLst/>
              <a:gdLst/>
              <a:ahLst/>
              <a:cxnLst/>
              <a:rect l="0" t="0" r="r" b="b"/>
              <a:pathLst>
                <a:path w="1016" h="1014">
                  <a:moveTo>
                    <a:pt x="1016" y="1014"/>
                  </a:moveTo>
                  <a:cubicBezTo>
                    <a:pt x="934" y="849"/>
                    <a:pt x="802" y="6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1" name="Freeform 16"/>
            <p:cNvSpPr/>
            <p:nvPr/>
          </p:nvSpPr>
          <p:spPr bwMode="auto">
            <a:xfrm>
              <a:off x="6003925" y="4763"/>
              <a:ext cx="4641850" cy="4598988"/>
            </a:xfrm>
            <a:custGeom>
              <a:avLst/>
              <a:gdLst/>
              <a:ahLst/>
              <a:cxnLst/>
              <a:rect l="0" t="0" r="r" b="b"/>
              <a:pathLst>
                <a:path w="976" h="967">
                  <a:moveTo>
                    <a:pt x="976" y="967"/>
                  </a:moveTo>
                  <a:cubicBezTo>
                    <a:pt x="894" y="822"/>
                    <a:pt x="779" y="689"/>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462" name="Freeform 17"/>
            <p:cNvSpPr/>
            <p:nvPr/>
          </p:nvSpPr>
          <p:spPr bwMode="auto">
            <a:xfrm>
              <a:off x="6203950" y="0"/>
              <a:ext cx="4441825" cy="4237038"/>
            </a:xfrm>
            <a:custGeom>
              <a:avLst/>
              <a:gdLst/>
              <a:ahLst/>
              <a:cxnLst/>
              <a:rect l="0" t="0" r="r" b="b"/>
              <a:pathLst>
                <a:path w="934" h="891">
                  <a:moveTo>
                    <a:pt x="934" y="891"/>
                  </a:moveTo>
                  <a:cubicBezTo>
                    <a:pt x="863" y="783"/>
                    <a:pt x="778" y="684"/>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3" name="Freeform 18"/>
            <p:cNvSpPr/>
            <p:nvPr/>
          </p:nvSpPr>
          <p:spPr bwMode="auto">
            <a:xfrm>
              <a:off x="6456363" y="4763"/>
              <a:ext cx="4179888" cy="3986213"/>
            </a:xfrm>
            <a:custGeom>
              <a:avLst/>
              <a:gdLst/>
              <a:ahLst/>
              <a:cxnLst/>
              <a:rect l="0" t="0" r="r" b="b"/>
              <a:pathLst>
                <a:path w="879" h="838">
                  <a:moveTo>
                    <a:pt x="879" y="838"/>
                  </a:moveTo>
                  <a:cubicBezTo>
                    <a:pt x="821" y="755"/>
                    <a:pt x="756" y="679"/>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4" name="Freeform 19"/>
            <p:cNvSpPr/>
            <p:nvPr/>
          </p:nvSpPr>
          <p:spPr bwMode="auto">
            <a:xfrm>
              <a:off x="6869113" y="4763"/>
              <a:ext cx="3776663" cy="3838575"/>
            </a:xfrm>
            <a:custGeom>
              <a:avLst/>
              <a:gdLst/>
              <a:ahLst/>
              <a:cxnLst/>
              <a:rect l="0" t="0" r="r" b="b"/>
              <a:pathLst>
                <a:path w="794" h="807">
                  <a:moveTo>
                    <a:pt x="794" y="807"/>
                  </a:moveTo>
                  <a:cubicBezTo>
                    <a:pt x="745" y="739"/>
                    <a:pt x="695" y="676"/>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5" name="Freeform 20"/>
            <p:cNvSpPr/>
            <p:nvPr/>
          </p:nvSpPr>
          <p:spPr bwMode="auto">
            <a:xfrm>
              <a:off x="8758238" y="4763"/>
              <a:ext cx="1887538" cy="1355725"/>
            </a:xfrm>
            <a:custGeom>
              <a:avLst/>
              <a:gdLst/>
              <a:ahLst/>
              <a:cxnLst/>
              <a:rect l="0" t="0" r="r" b="b"/>
              <a:pathLst>
                <a:path w="397" h="285">
                  <a:moveTo>
                    <a:pt x="397" y="285"/>
                  </a:moveTo>
                  <a:cubicBezTo>
                    <a:pt x="270" y="182"/>
                    <a:pt x="138" y="8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6" name="Freeform 21"/>
            <p:cNvSpPr/>
            <p:nvPr/>
          </p:nvSpPr>
          <p:spPr bwMode="auto">
            <a:xfrm>
              <a:off x="9223375" y="9525"/>
              <a:ext cx="1422400" cy="1108075"/>
            </a:xfrm>
            <a:custGeom>
              <a:avLst/>
              <a:gdLst/>
              <a:ahLst/>
              <a:cxnLst/>
              <a:rect l="0" t="0" r="r" b="b"/>
              <a:pathLst>
                <a:path w="299" h="233">
                  <a:moveTo>
                    <a:pt x="299" y="233"/>
                  </a:moveTo>
                  <a:cubicBezTo>
                    <a:pt x="197" y="145"/>
                    <a:pt x="97" y="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7" name="Freeform 22"/>
            <p:cNvSpPr/>
            <p:nvPr/>
          </p:nvSpPr>
          <p:spPr bwMode="auto">
            <a:xfrm>
              <a:off x="10009188" y="4763"/>
              <a:ext cx="636588" cy="361950"/>
            </a:xfrm>
            <a:custGeom>
              <a:avLst/>
              <a:gdLst/>
              <a:ahLst/>
              <a:cxnLst/>
              <a:rect l="0" t="0" r="r" b="b"/>
              <a:pathLst>
                <a:path w="134" h="76">
                  <a:moveTo>
                    <a:pt x="0" y="0"/>
                  </a:moveTo>
                  <a:cubicBezTo>
                    <a:pt x="45" y="25"/>
                    <a:pt x="89" y="50"/>
                    <a:pt x="134" y="7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 name="Group 6"/>
          <p:cNvGrpSpPr/>
          <p:nvPr/>
        </p:nvGrpSpPr>
        <p:grpSpPr>
          <a:xfrm>
            <a:off x="1283114" y="1168329"/>
            <a:ext cx="6586124" cy="4537816"/>
            <a:chOff x="1283114" y="1168329"/>
            <a:chExt cx="6586124" cy="4537816"/>
          </a:xfrm>
        </p:grpSpPr>
        <p:sp>
          <p:nvSpPr>
            <p:cNvPr id="39" name="Rectangle 38"/>
            <p:cNvSpPr/>
            <p:nvPr/>
          </p:nvSpPr>
          <p:spPr>
            <a:xfrm>
              <a:off x="1283114" y="1168329"/>
              <a:ext cx="6586124"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283114" y="1973001"/>
              <a:ext cx="6586124" cy="33844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41" name="Isosceles Triangle 39"/>
            <p:cNvSpPr/>
            <p:nvPr/>
          </p:nvSpPr>
          <p:spPr>
            <a:xfrm rot="10800000">
              <a:off x="4362524" y="5355082"/>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359091" y="2055278"/>
            <a:ext cx="6428445" cy="1810636"/>
          </a:xfrm>
        </p:spPr>
        <p:txBody>
          <a:bodyPr bIns="0" anchor="b">
            <a:normAutofit/>
          </a:bodyPr>
          <a:lstStyle>
            <a:lvl1pPr algn="ctr">
              <a:lnSpc>
                <a:spcPct val="80000"/>
              </a:lnSpc>
              <a:defRPr sz="4800" spc="-113">
                <a:solidFill>
                  <a:srgbClr val="FFFEFF"/>
                </a:solidFill>
              </a:defRPr>
            </a:lvl1pPr>
          </a:lstStyle>
          <a:p>
            <a:r>
              <a:rPr lang="en-US"/>
              <a:t>Click to edit Master title style</a:t>
            </a:r>
          </a:p>
        </p:txBody>
      </p:sp>
      <p:sp>
        <p:nvSpPr>
          <p:cNvPr id="3" name="Subtitle 2"/>
          <p:cNvSpPr>
            <a:spLocks noGrp="1"/>
          </p:cNvSpPr>
          <p:nvPr>
            <p:ph type="subTitle" idx="1"/>
          </p:nvPr>
        </p:nvSpPr>
        <p:spPr>
          <a:xfrm>
            <a:off x="1359091" y="3941492"/>
            <a:ext cx="6428445" cy="1334120"/>
          </a:xfrm>
        </p:spPr>
        <p:txBody>
          <a:bodyPr tIns="0">
            <a:normAutofit/>
          </a:bodyPr>
          <a:lstStyle>
            <a:lvl1pPr marL="0" indent="0" algn="ctr">
              <a:lnSpc>
                <a:spcPct val="100000"/>
              </a:lnSpc>
              <a:buNone/>
              <a:defRPr sz="1800" b="0">
                <a:solidFill>
                  <a:srgbClr val="FFFEFF"/>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640080" y="320040"/>
            <a:ext cx="2743200" cy="320040"/>
          </a:xfrm>
        </p:spPr>
        <p:txBody>
          <a:bodyPr vert="horz" lIns="91440" tIns="45720" rIns="91440" bIns="45720" rtlCol="0" anchor="ctr"/>
          <a:lstStyle>
            <a:lvl1pPr>
              <a:defRPr lang="en-US"/>
            </a:lvl1pPr>
          </a:lstStyle>
          <a:p>
            <a:fld id="{48A87A34-81AB-432B-8DAE-1953F412C126}" type="datetimeFigureOut">
              <a:rPr lang="en-US" dirty="0"/>
              <a:pPr/>
              <a:t>2/12/2026</a:t>
            </a:fld>
            <a:endParaRPr lang="en-US"/>
          </a:p>
        </p:txBody>
      </p:sp>
      <p:sp>
        <p:nvSpPr>
          <p:cNvPr id="5" name="Footer Placeholder 4"/>
          <p:cNvSpPr>
            <a:spLocks noGrp="1"/>
          </p:cNvSpPr>
          <p:nvPr>
            <p:ph type="ftr" sz="quarter" idx="11"/>
          </p:nvPr>
        </p:nvSpPr>
        <p:spPr>
          <a:xfrm>
            <a:off x="640080" y="6227064"/>
            <a:ext cx="7854696" cy="320040"/>
          </a:xfrm>
        </p:spPr>
        <p:txBody>
          <a:bodyPr/>
          <a:lstStyle>
            <a:lvl1pPr algn="ctr">
              <a:defRPr/>
            </a:lvl1pPr>
          </a:lstStyle>
          <a:p>
            <a:r>
              <a:rPr lang="en-US"/>
              <a:t>Confidential</a:t>
            </a:r>
          </a:p>
        </p:txBody>
      </p:sp>
      <p:sp>
        <p:nvSpPr>
          <p:cNvPr id="6" name="Slide Number Placeholder 5"/>
          <p:cNvSpPr>
            <a:spLocks noGrp="1"/>
          </p:cNvSpPr>
          <p:nvPr>
            <p:ph type="sldNum" sz="quarter" idx="12"/>
          </p:nvPr>
        </p:nvSpPr>
        <p:spPr>
          <a:xfrm>
            <a:off x="7808976" y="320040"/>
            <a:ext cx="685800" cy="320040"/>
          </a:xfr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2539721264"/>
      </p:ext>
    </p:extLst>
  </p:cSld>
  <p:clrMapOvr>
    <a:overrideClrMapping bg1="lt1" tx1="dk1" bg2="lt2" tx2="dk2" accent1="accent1" accent2="accent2" accent3="accent3" accent4="accent4" accent5="accent5" accent6="accent6" hlink="hlink" folHlink="folHlink"/>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65" name="Group 64"/>
          <p:cNvGrpSpPr/>
          <p:nvPr/>
        </p:nvGrpSpPr>
        <p:grpSpPr>
          <a:xfrm>
            <a:off x="-286226" y="0"/>
            <a:ext cx="9421759" cy="6858001"/>
            <a:chOff x="1243013" y="0"/>
            <a:chExt cx="9402763" cy="6858001"/>
          </a:xfrm>
        </p:grpSpPr>
        <p:sp>
          <p:nvSpPr>
            <p:cNvPr id="66"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7"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8"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9"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0"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1"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2"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3"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4"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5"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4"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0" name="Group 19"/>
          <p:cNvGrpSpPr/>
          <p:nvPr/>
        </p:nvGrpSpPr>
        <p:grpSpPr>
          <a:xfrm>
            <a:off x="640080" y="1699589"/>
            <a:ext cx="3286552" cy="3470421"/>
            <a:chOff x="640080" y="1699589"/>
            <a:chExt cx="3286552" cy="3470421"/>
          </a:xfrm>
        </p:grpSpPr>
        <p:sp>
          <p:nvSpPr>
            <p:cNvPr id="21" name="Rectangle 20"/>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25554" y="2349924"/>
            <a:ext cx="3112048" cy="2464952"/>
          </a:xfrm>
        </p:spPr>
        <p:txBody>
          <a:bodyPr/>
          <a:lstStyle>
            <a:lvl1pPr>
              <a:defRPr>
                <a:solidFill>
                  <a:srgbClr val="FFFEFF"/>
                </a:solidFill>
              </a:defRPr>
            </a:lvl1pPr>
          </a:lstStyle>
          <a:p>
            <a:r>
              <a:rPr lang="en-US"/>
              <a:t>Click to edit Master title style</a:t>
            </a:r>
          </a:p>
        </p:txBody>
      </p:sp>
      <p:sp>
        <p:nvSpPr>
          <p:cNvPr id="3" name="Content Placeholder 2"/>
          <p:cNvSpPr>
            <a:spLocks noGrp="1"/>
          </p:cNvSpPr>
          <p:nvPr>
            <p:ph idx="1"/>
          </p:nvPr>
        </p:nvSpPr>
        <p:spPr>
          <a:xfrm>
            <a:off x="4415687" y="803186"/>
            <a:ext cx="4091410" cy="5248622"/>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dirty="0"/>
              <a:t>2/12/2026</a:t>
            </a:fld>
            <a:endParaRPr lang="en-US"/>
          </a:p>
        </p:txBody>
      </p:sp>
      <p:sp>
        <p:nvSpPr>
          <p:cNvPr id="5" name="Footer Placeholder 4"/>
          <p:cNvSpPr>
            <a:spLocks noGrp="1"/>
          </p:cNvSpPr>
          <p:nvPr>
            <p:ph type="ftr" sz="quarter" idx="11"/>
          </p:nvPr>
        </p:nvSpPr>
        <p:spPr/>
        <p:txBody>
          <a:bodyPr/>
          <a:lstStyle/>
          <a:p>
            <a:r>
              <a:rPr lang="en-US"/>
              <a:t>Confidential</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61594176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4" name="Group 773"/>
          <p:cNvGrpSpPr/>
          <p:nvPr/>
        </p:nvGrpSpPr>
        <p:grpSpPr>
          <a:xfrm>
            <a:off x="0" y="0"/>
            <a:ext cx="9555163" cy="6853238"/>
            <a:chOff x="1524000" y="0"/>
            <a:chExt cx="9555163" cy="6853238"/>
          </a:xfrm>
        </p:grpSpPr>
        <p:sp>
          <p:nvSpPr>
            <p:cNvPr id="775" name="Freeform 6"/>
            <p:cNvSpPr/>
            <p:nvPr/>
          </p:nvSpPr>
          <p:spPr bwMode="auto">
            <a:xfrm>
              <a:off x="1524000" y="1331913"/>
              <a:ext cx="7837488" cy="5521325"/>
            </a:xfrm>
            <a:custGeom>
              <a:avLst/>
              <a:gdLst/>
              <a:ahLst/>
              <a:cxnLst/>
              <a:rect l="0" t="0" r="r" b="b"/>
              <a:pathLst>
                <a:path w="1648" h="1161">
                  <a:moveTo>
                    <a:pt x="1362" y="1161"/>
                  </a:moveTo>
                  <a:cubicBezTo>
                    <a:pt x="1648" y="920"/>
                    <a:pt x="1283" y="505"/>
                    <a:pt x="1097" y="326"/>
                  </a:cubicBezTo>
                  <a:cubicBezTo>
                    <a:pt x="926" y="162"/>
                    <a:pt x="709" y="35"/>
                    <a:pt x="470" y="14"/>
                  </a:cubicBezTo>
                  <a:cubicBezTo>
                    <a:pt x="315" y="0"/>
                    <a:pt x="142" y="49"/>
                    <a:pt x="0" y="138"/>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6" name="Freeform 7"/>
            <p:cNvSpPr/>
            <p:nvPr/>
          </p:nvSpPr>
          <p:spPr bwMode="auto">
            <a:xfrm>
              <a:off x="1524000" y="5564188"/>
              <a:ext cx="1412875" cy="1284288"/>
            </a:xfrm>
            <a:custGeom>
              <a:avLst/>
              <a:gdLst/>
              <a:ahLst/>
              <a:cxnLst/>
              <a:rect l="0" t="0" r="r" b="b"/>
              <a:pathLst>
                <a:path w="297" h="270">
                  <a:moveTo>
                    <a:pt x="0" y="0"/>
                  </a:moveTo>
                  <a:cubicBezTo>
                    <a:pt x="73" y="119"/>
                    <a:pt x="186" y="220"/>
                    <a:pt x="297" y="27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7" name="Freeform 8"/>
            <p:cNvSpPr/>
            <p:nvPr/>
          </p:nvSpPr>
          <p:spPr bwMode="auto">
            <a:xfrm>
              <a:off x="1524000" y="2030413"/>
              <a:ext cx="6510338" cy="4813300"/>
            </a:xfrm>
            <a:custGeom>
              <a:avLst/>
              <a:gdLst/>
              <a:ahLst/>
              <a:cxnLst/>
              <a:rect l="0" t="0" r="r" b="b"/>
              <a:pathLst>
                <a:path w="1369" h="1012">
                  <a:moveTo>
                    <a:pt x="845" y="1012"/>
                  </a:moveTo>
                  <a:cubicBezTo>
                    <a:pt x="1043" y="967"/>
                    <a:pt x="1369" y="853"/>
                    <a:pt x="1263" y="588"/>
                  </a:cubicBezTo>
                  <a:cubicBezTo>
                    <a:pt x="1164" y="340"/>
                    <a:pt x="861" y="107"/>
                    <a:pt x="602" y="49"/>
                  </a:cubicBezTo>
                  <a:cubicBezTo>
                    <a:pt x="383" y="0"/>
                    <a:pt x="135" y="97"/>
                    <a:pt x="0" y="28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8" name="Freeform 9"/>
            <p:cNvSpPr/>
            <p:nvPr/>
          </p:nvSpPr>
          <p:spPr bwMode="auto">
            <a:xfrm>
              <a:off x="1528763" y="6207125"/>
              <a:ext cx="717550" cy="646113"/>
            </a:xfrm>
            <a:custGeom>
              <a:avLst/>
              <a:gdLst/>
              <a:ahLst/>
              <a:cxnLst/>
              <a:rect l="0" t="0" r="r" b="b"/>
              <a:pathLst>
                <a:path w="151" h="136">
                  <a:moveTo>
                    <a:pt x="0" y="0"/>
                  </a:moveTo>
                  <a:cubicBezTo>
                    <a:pt x="45" y="52"/>
                    <a:pt x="97" y="99"/>
                    <a:pt x="151" y="13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79" name="Freeform 10"/>
            <p:cNvSpPr/>
            <p:nvPr/>
          </p:nvSpPr>
          <p:spPr bwMode="auto">
            <a:xfrm>
              <a:off x="1524000" y="1806575"/>
              <a:ext cx="6753225" cy="5046663"/>
            </a:xfrm>
            <a:custGeom>
              <a:avLst/>
              <a:gdLst/>
              <a:ahLst/>
              <a:cxnLst/>
              <a:rect l="0" t="0" r="r" b="b"/>
              <a:pathLst>
                <a:path w="1420" h="1061">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80" name="Freeform 11"/>
            <p:cNvSpPr/>
            <p:nvPr/>
          </p:nvSpPr>
          <p:spPr bwMode="auto">
            <a:xfrm>
              <a:off x="1524000" y="669925"/>
              <a:ext cx="8797925" cy="6183313"/>
            </a:xfrm>
            <a:custGeom>
              <a:avLst/>
              <a:gdLst/>
              <a:ahLst/>
              <a:cxnLst/>
              <a:rect l="0" t="0" r="r" b="b"/>
              <a:pathLst>
                <a:path w="1850" h="130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1" name="Freeform 12"/>
            <p:cNvSpPr/>
            <p:nvPr/>
          </p:nvSpPr>
          <p:spPr bwMode="auto">
            <a:xfrm>
              <a:off x="1524000" y="119063"/>
              <a:ext cx="9555163" cy="6734175"/>
            </a:xfrm>
            <a:custGeom>
              <a:avLst/>
              <a:gdLst/>
              <a:ahLst/>
              <a:cxnLst/>
              <a:rect l="0" t="0" r="r" b="b"/>
              <a:pathLst>
                <a:path w="2009" h="1416">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2" name="Freeform 13"/>
            <p:cNvSpPr/>
            <p:nvPr/>
          </p:nvSpPr>
          <p:spPr bwMode="auto">
            <a:xfrm>
              <a:off x="5419725" y="4763"/>
              <a:ext cx="5216525" cy="5368925"/>
            </a:xfrm>
            <a:custGeom>
              <a:avLst/>
              <a:gdLst/>
              <a:ahLst/>
              <a:cxnLst/>
              <a:rect l="0" t="0" r="r" b="b"/>
              <a:pathLst>
                <a:path w="1097" h="1129">
                  <a:moveTo>
                    <a:pt x="1097" y="1129"/>
                  </a:moveTo>
                  <a:cubicBezTo>
                    <a:pt x="1031" y="909"/>
                    <a:pt x="843" y="701"/>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3" name="Freeform 15"/>
            <p:cNvSpPr/>
            <p:nvPr/>
          </p:nvSpPr>
          <p:spPr bwMode="auto">
            <a:xfrm>
              <a:off x="5813425" y="4763"/>
              <a:ext cx="4832350" cy="4822825"/>
            </a:xfrm>
            <a:custGeom>
              <a:avLst/>
              <a:gdLst/>
              <a:ahLst/>
              <a:cxnLst/>
              <a:rect l="0" t="0" r="r" b="b"/>
              <a:pathLst>
                <a:path w="1016" h="1014">
                  <a:moveTo>
                    <a:pt x="1016" y="1014"/>
                  </a:moveTo>
                  <a:cubicBezTo>
                    <a:pt x="934" y="849"/>
                    <a:pt x="802" y="6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84" name="Freeform 16"/>
            <p:cNvSpPr/>
            <p:nvPr/>
          </p:nvSpPr>
          <p:spPr bwMode="auto">
            <a:xfrm>
              <a:off x="6003925" y="4763"/>
              <a:ext cx="4641850" cy="4598988"/>
            </a:xfrm>
            <a:custGeom>
              <a:avLst/>
              <a:gdLst/>
              <a:ahLst/>
              <a:cxnLst/>
              <a:rect l="0" t="0" r="r" b="b"/>
              <a:pathLst>
                <a:path w="976" h="967">
                  <a:moveTo>
                    <a:pt x="976" y="967"/>
                  </a:moveTo>
                  <a:cubicBezTo>
                    <a:pt x="894" y="822"/>
                    <a:pt x="779" y="689"/>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785" name="Freeform 17"/>
            <p:cNvSpPr/>
            <p:nvPr/>
          </p:nvSpPr>
          <p:spPr bwMode="auto">
            <a:xfrm>
              <a:off x="6203950" y="0"/>
              <a:ext cx="4441825" cy="4237038"/>
            </a:xfrm>
            <a:custGeom>
              <a:avLst/>
              <a:gdLst/>
              <a:ahLst/>
              <a:cxnLst/>
              <a:rect l="0" t="0" r="r" b="b"/>
              <a:pathLst>
                <a:path w="934" h="891">
                  <a:moveTo>
                    <a:pt x="934" y="891"/>
                  </a:moveTo>
                  <a:cubicBezTo>
                    <a:pt x="863" y="783"/>
                    <a:pt x="778" y="684"/>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6" name="Freeform 18"/>
            <p:cNvSpPr/>
            <p:nvPr/>
          </p:nvSpPr>
          <p:spPr bwMode="auto">
            <a:xfrm>
              <a:off x="6456363" y="4763"/>
              <a:ext cx="4179888" cy="3986213"/>
            </a:xfrm>
            <a:custGeom>
              <a:avLst/>
              <a:gdLst/>
              <a:ahLst/>
              <a:cxnLst/>
              <a:rect l="0" t="0" r="r" b="b"/>
              <a:pathLst>
                <a:path w="879" h="838">
                  <a:moveTo>
                    <a:pt x="879" y="838"/>
                  </a:moveTo>
                  <a:cubicBezTo>
                    <a:pt x="821" y="755"/>
                    <a:pt x="756" y="679"/>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7" name="Freeform 19"/>
            <p:cNvSpPr/>
            <p:nvPr/>
          </p:nvSpPr>
          <p:spPr bwMode="auto">
            <a:xfrm>
              <a:off x="6869113" y="4763"/>
              <a:ext cx="3776663" cy="3838575"/>
            </a:xfrm>
            <a:custGeom>
              <a:avLst/>
              <a:gdLst/>
              <a:ahLst/>
              <a:cxnLst/>
              <a:rect l="0" t="0" r="r" b="b"/>
              <a:pathLst>
                <a:path w="794" h="807">
                  <a:moveTo>
                    <a:pt x="794" y="807"/>
                  </a:moveTo>
                  <a:cubicBezTo>
                    <a:pt x="745" y="739"/>
                    <a:pt x="695" y="676"/>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8" name="Freeform 20"/>
            <p:cNvSpPr/>
            <p:nvPr/>
          </p:nvSpPr>
          <p:spPr bwMode="auto">
            <a:xfrm>
              <a:off x="8758238" y="4763"/>
              <a:ext cx="1887538" cy="1355725"/>
            </a:xfrm>
            <a:custGeom>
              <a:avLst/>
              <a:gdLst/>
              <a:ahLst/>
              <a:cxnLst/>
              <a:rect l="0" t="0" r="r" b="b"/>
              <a:pathLst>
                <a:path w="397" h="285">
                  <a:moveTo>
                    <a:pt x="397" y="285"/>
                  </a:moveTo>
                  <a:cubicBezTo>
                    <a:pt x="270" y="182"/>
                    <a:pt x="138" y="8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9" name="Freeform 21"/>
            <p:cNvSpPr/>
            <p:nvPr/>
          </p:nvSpPr>
          <p:spPr bwMode="auto">
            <a:xfrm>
              <a:off x="9223375" y="9525"/>
              <a:ext cx="1422400" cy="1108075"/>
            </a:xfrm>
            <a:custGeom>
              <a:avLst/>
              <a:gdLst/>
              <a:ahLst/>
              <a:cxnLst/>
              <a:rect l="0" t="0" r="r" b="b"/>
              <a:pathLst>
                <a:path w="299" h="233">
                  <a:moveTo>
                    <a:pt x="299" y="233"/>
                  </a:moveTo>
                  <a:cubicBezTo>
                    <a:pt x="197" y="145"/>
                    <a:pt x="97" y="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0" name="Freeform 22"/>
            <p:cNvSpPr/>
            <p:nvPr/>
          </p:nvSpPr>
          <p:spPr bwMode="auto">
            <a:xfrm>
              <a:off x="10009188" y="4763"/>
              <a:ext cx="636588" cy="361950"/>
            </a:xfrm>
            <a:custGeom>
              <a:avLst/>
              <a:gdLst/>
              <a:ahLst/>
              <a:cxnLst/>
              <a:rect l="0" t="0" r="r" b="b"/>
              <a:pathLst>
                <a:path w="134" h="76">
                  <a:moveTo>
                    <a:pt x="0" y="0"/>
                  </a:moveTo>
                  <a:cubicBezTo>
                    <a:pt x="45" y="25"/>
                    <a:pt x="89" y="50"/>
                    <a:pt x="134" y="7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 name="Group 6"/>
          <p:cNvGrpSpPr/>
          <p:nvPr/>
        </p:nvGrpSpPr>
        <p:grpSpPr>
          <a:xfrm>
            <a:off x="2403476" y="1158902"/>
            <a:ext cx="4317684" cy="4537816"/>
            <a:chOff x="2403476" y="1158902"/>
            <a:chExt cx="4317684" cy="4537816"/>
          </a:xfrm>
        </p:grpSpPr>
        <p:sp>
          <p:nvSpPr>
            <p:cNvPr id="28" name="Rectangle 27"/>
            <p:cNvSpPr/>
            <p:nvPr/>
          </p:nvSpPr>
          <p:spPr>
            <a:xfrm>
              <a:off x="2403476" y="1158902"/>
              <a:ext cx="4317684"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2403476" y="1963574"/>
              <a:ext cx="4317684" cy="33844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3" name="Isosceles Triangle 28"/>
            <p:cNvSpPr/>
            <p:nvPr/>
          </p:nvSpPr>
          <p:spPr>
            <a:xfrm rot="10800000">
              <a:off x="4358702" y="5345655"/>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2479148" y="2028827"/>
            <a:ext cx="4162952" cy="1732474"/>
          </a:xfrm>
        </p:spPr>
        <p:txBody>
          <a:bodyPr bIns="0" anchor="b">
            <a:normAutofit/>
          </a:bodyPr>
          <a:lstStyle>
            <a:lvl1pPr algn="ctr">
              <a:defRPr sz="3600">
                <a:solidFill>
                  <a:srgbClr val="FFFEFF"/>
                </a:solidFill>
              </a:defRPr>
            </a:lvl1pPr>
          </a:lstStyle>
          <a:p>
            <a:r>
              <a:rPr lang="en-US"/>
              <a:t>Click to edit Master title style</a:t>
            </a:r>
          </a:p>
        </p:txBody>
      </p:sp>
      <p:sp>
        <p:nvSpPr>
          <p:cNvPr id="3" name="Text Placeholder 2"/>
          <p:cNvSpPr>
            <a:spLocks noGrp="1"/>
          </p:cNvSpPr>
          <p:nvPr>
            <p:ph type="body" idx="1"/>
          </p:nvPr>
        </p:nvSpPr>
        <p:spPr>
          <a:xfrm>
            <a:off x="2479148" y="3843338"/>
            <a:ext cx="4162952" cy="1426097"/>
          </a:xfrm>
        </p:spPr>
        <p:txBody>
          <a:bodyPr tIns="0">
            <a:normAutofit/>
          </a:bodyPr>
          <a:lstStyle>
            <a:lvl1pPr marL="0" indent="0" algn="ctr">
              <a:buNone/>
              <a:defRPr sz="1600">
                <a:solidFill>
                  <a:srgbClr val="FFFEFF"/>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40080" y="320040"/>
            <a:ext cx="2743200" cy="320040"/>
          </a:xfrm>
        </p:spPr>
        <p:txBody>
          <a:bodyPr/>
          <a:lstStyle/>
          <a:p>
            <a:fld id="{48A87A34-81AB-432B-8DAE-1953F412C126}" type="datetimeFigureOut">
              <a:rPr lang="en-US" dirty="0"/>
              <a:t>2/12/2026</a:t>
            </a:fld>
            <a:endParaRPr lang="en-US"/>
          </a:p>
        </p:txBody>
      </p:sp>
      <p:sp>
        <p:nvSpPr>
          <p:cNvPr id="5" name="Footer Placeholder 4"/>
          <p:cNvSpPr>
            <a:spLocks noGrp="1"/>
          </p:cNvSpPr>
          <p:nvPr>
            <p:ph type="ftr" sz="quarter" idx="11"/>
          </p:nvPr>
        </p:nvSpPr>
        <p:spPr>
          <a:xfrm>
            <a:off x="640080" y="6227064"/>
            <a:ext cx="7854696" cy="320040"/>
          </a:xfrm>
        </p:spPr>
        <p:txBody>
          <a:bodyPr/>
          <a:lstStyle>
            <a:lvl1pPr algn="ctr">
              <a:defRPr/>
            </a:lvl1pPr>
          </a:lstStyle>
          <a:p>
            <a:r>
              <a:rPr lang="en-US"/>
              <a:t>Confidential</a:t>
            </a:r>
          </a:p>
        </p:txBody>
      </p:sp>
      <p:sp>
        <p:nvSpPr>
          <p:cNvPr id="6" name="Slide Number Placeholder 5"/>
          <p:cNvSpPr>
            <a:spLocks noGrp="1"/>
          </p:cNvSpPr>
          <p:nvPr>
            <p:ph type="sldNum" sz="quarter" idx="12"/>
          </p:nvPr>
        </p:nvSpPr>
        <p:spPr>
          <a:xfrm>
            <a:off x="7808976" y="320040"/>
            <a:ext cx="685800" cy="320040"/>
          </a:xfr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200252050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41" name="Group 40"/>
          <p:cNvGrpSpPr/>
          <p:nvPr/>
        </p:nvGrpSpPr>
        <p:grpSpPr>
          <a:xfrm>
            <a:off x="-286226" y="0"/>
            <a:ext cx="9421759" cy="6858001"/>
            <a:chOff x="1243013" y="0"/>
            <a:chExt cx="9402763" cy="6858001"/>
          </a:xfrm>
        </p:grpSpPr>
        <p:sp>
          <p:nvSpPr>
            <p:cNvPr id="42"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7"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8"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8"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9"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1"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2" name="Group 61"/>
          <p:cNvGrpSpPr/>
          <p:nvPr/>
        </p:nvGrpSpPr>
        <p:grpSpPr>
          <a:xfrm>
            <a:off x="640080" y="1699589"/>
            <a:ext cx="3286552" cy="3470421"/>
            <a:chOff x="640080" y="1699589"/>
            <a:chExt cx="3286552" cy="3470421"/>
          </a:xfrm>
        </p:grpSpPr>
        <p:sp>
          <p:nvSpPr>
            <p:cNvPr id="63" name="Rectangle 62"/>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 name="Rectangle 64"/>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19952" y="2355068"/>
            <a:ext cx="3122163" cy="2459808"/>
          </a:xfrm>
        </p:spPr>
        <p:txBody>
          <a:bodyPr lIns="91440" tIns="91440" rIns="91440" bIns="91440"/>
          <a:lstStyle>
            <a:lvl1pPr>
              <a:defRPr>
                <a:solidFill>
                  <a:srgbClr val="FFFEFF"/>
                </a:solidFill>
              </a:defRPr>
            </a:lvl1pPr>
          </a:lstStyle>
          <a:p>
            <a:r>
              <a:rPr lang="en-US"/>
              <a:t>Click to edit Master title style</a:t>
            </a:r>
          </a:p>
        </p:txBody>
      </p:sp>
      <p:sp>
        <p:nvSpPr>
          <p:cNvPr id="3" name="Content Placeholder 2"/>
          <p:cNvSpPr>
            <a:spLocks noGrp="1"/>
          </p:cNvSpPr>
          <p:nvPr>
            <p:ph sz="half" idx="1"/>
          </p:nvPr>
        </p:nvSpPr>
        <p:spPr>
          <a:xfrm>
            <a:off x="4423014" y="804029"/>
            <a:ext cx="4091674" cy="245934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20283" y="3585104"/>
            <a:ext cx="4094404" cy="247064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40080" y="320040"/>
            <a:ext cx="2743200" cy="320040"/>
          </a:xfrm>
        </p:spPr>
        <p:txBody>
          <a:bodyPr/>
          <a:lstStyle/>
          <a:p>
            <a:fld id="{48A87A34-81AB-432B-8DAE-1953F412C126}" type="datetimeFigureOut">
              <a:rPr lang="en-US" dirty="0"/>
              <a:t>2/12/2026</a:t>
            </a:fld>
            <a:endParaRPr lang="en-US"/>
          </a:p>
        </p:txBody>
      </p:sp>
      <p:sp>
        <p:nvSpPr>
          <p:cNvPr id="6" name="Footer Placeholder 5"/>
          <p:cNvSpPr>
            <a:spLocks noGrp="1"/>
          </p:cNvSpPr>
          <p:nvPr>
            <p:ph type="ftr" sz="quarter" idx="11"/>
          </p:nvPr>
        </p:nvSpPr>
        <p:spPr>
          <a:xfrm>
            <a:off x="640080" y="6227064"/>
            <a:ext cx="7854696" cy="320040"/>
          </a:xfrm>
        </p:spPr>
        <p:txBody>
          <a:bodyPr/>
          <a:lstStyle/>
          <a:p>
            <a:r>
              <a:rPr lang="en-US"/>
              <a:t>Confidential</a:t>
            </a:r>
          </a:p>
        </p:txBody>
      </p:sp>
      <p:sp>
        <p:nvSpPr>
          <p:cNvPr id="7" name="Slide Number Placeholder 6"/>
          <p:cNvSpPr>
            <a:spLocks noGrp="1"/>
          </p:cNvSpPr>
          <p:nvPr>
            <p:ph type="sldNum" sz="quarter" idx="12"/>
          </p:nvPr>
        </p:nvSpPr>
        <p:spPr>
          <a:xfrm>
            <a:off x="7808976" y="320040"/>
            <a:ext cx="685800" cy="320040"/>
          </a:xfr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55623731"/>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8" name="Group 37"/>
          <p:cNvGrpSpPr/>
          <p:nvPr/>
        </p:nvGrpSpPr>
        <p:grpSpPr>
          <a:xfrm>
            <a:off x="-286226" y="0"/>
            <a:ext cx="9421759" cy="6858001"/>
            <a:chOff x="1243013" y="0"/>
            <a:chExt cx="9402763" cy="6858001"/>
          </a:xfrm>
        </p:grpSpPr>
        <p:sp>
          <p:nvSpPr>
            <p:cNvPr id="39"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5"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6"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640080" y="1699589"/>
            <a:ext cx="3286552" cy="3470421"/>
            <a:chOff x="640080" y="1699589"/>
            <a:chExt cx="3286552" cy="3470421"/>
          </a:xfrm>
        </p:grpSpPr>
        <p:sp>
          <p:nvSpPr>
            <p:cNvPr id="60" name="Rectangle 59"/>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19952" y="2355848"/>
            <a:ext cx="3122163" cy="2459028"/>
          </a:xfrm>
        </p:spPr>
        <p:txBody>
          <a:bodyPr lIns="91440" tIns="91440" rIns="91440" bIns="91440"/>
          <a:lstStyle>
            <a:lvl1pPr>
              <a:defRPr>
                <a:solidFill>
                  <a:srgbClr val="FFFEFF"/>
                </a:solidFill>
              </a:defRPr>
            </a:lvl1pPr>
          </a:lstStyle>
          <a:p>
            <a:r>
              <a:rPr lang="en-US"/>
              <a:t>Click to edit Master title style</a:t>
            </a:r>
          </a:p>
        </p:txBody>
      </p:sp>
      <p:sp>
        <p:nvSpPr>
          <p:cNvPr id="3" name="Text Placeholder 2"/>
          <p:cNvSpPr>
            <a:spLocks noGrp="1"/>
          </p:cNvSpPr>
          <p:nvPr>
            <p:ph type="body" idx="1"/>
          </p:nvPr>
        </p:nvSpPr>
        <p:spPr>
          <a:xfrm>
            <a:off x="4706612" y="802200"/>
            <a:ext cx="3805123" cy="685800"/>
          </a:xfrm>
        </p:spPr>
        <p:txBody>
          <a:bodyPr anchor="ctr">
            <a:noAutofit/>
          </a:bodyPr>
          <a:lstStyle>
            <a:lvl1pPr marL="0" indent="0" algn="l">
              <a:lnSpc>
                <a:spcPct val="100000"/>
              </a:lnSpc>
              <a:buNone/>
              <a:defRPr sz="18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06636" y="1487999"/>
            <a:ext cx="3804674" cy="17753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95010" y="3585518"/>
            <a:ext cx="3819675" cy="685800"/>
          </a:xfrm>
        </p:spPr>
        <p:txBody>
          <a:bodyPr anchor="ctr">
            <a:noAutofit/>
          </a:bodyPr>
          <a:lstStyle>
            <a:lvl1pPr marL="0" indent="0" algn="l">
              <a:lnSpc>
                <a:spcPct val="100000"/>
              </a:lnSpc>
              <a:buNone/>
              <a:defRPr sz="18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95010" y="4270332"/>
            <a:ext cx="3819675" cy="17854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40080" y="320040"/>
            <a:ext cx="2743200" cy="320040"/>
          </a:xfrm>
        </p:spPr>
        <p:txBody>
          <a:bodyPr/>
          <a:lstStyle/>
          <a:p>
            <a:fld id="{48A87A34-81AB-432B-8DAE-1953F412C126}" type="datetimeFigureOut">
              <a:rPr lang="en-US" dirty="0"/>
              <a:t>2/12/2026</a:t>
            </a:fld>
            <a:endParaRPr lang="en-US"/>
          </a:p>
        </p:txBody>
      </p:sp>
      <p:sp>
        <p:nvSpPr>
          <p:cNvPr id="8" name="Footer Placeholder 7"/>
          <p:cNvSpPr>
            <a:spLocks noGrp="1"/>
          </p:cNvSpPr>
          <p:nvPr>
            <p:ph type="ftr" sz="quarter" idx="11"/>
          </p:nvPr>
        </p:nvSpPr>
        <p:spPr>
          <a:xfrm>
            <a:off x="640080" y="6227064"/>
            <a:ext cx="7854696" cy="320040"/>
          </a:xfrm>
        </p:spPr>
        <p:txBody>
          <a:bodyPr/>
          <a:lstStyle/>
          <a:p>
            <a:r>
              <a:rPr lang="en-US"/>
              <a:t>Confidential</a:t>
            </a:r>
          </a:p>
        </p:txBody>
      </p:sp>
      <p:sp>
        <p:nvSpPr>
          <p:cNvPr id="9" name="Slide Number Placeholder 8"/>
          <p:cNvSpPr>
            <a:spLocks noGrp="1"/>
          </p:cNvSpPr>
          <p:nvPr>
            <p:ph type="sldNum" sz="quarter" idx="12"/>
          </p:nvPr>
        </p:nvSpPr>
        <p:spPr>
          <a:xfrm>
            <a:off x="7808976" y="320040"/>
            <a:ext cx="685800" cy="320040"/>
          </a:xfr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3810741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6" name="Group 75"/>
          <p:cNvGrpSpPr/>
          <p:nvPr/>
        </p:nvGrpSpPr>
        <p:grpSpPr>
          <a:xfrm>
            <a:off x="-286226" y="0"/>
            <a:ext cx="9421759" cy="6858001"/>
            <a:chOff x="1243013" y="0"/>
            <a:chExt cx="9402763" cy="6858001"/>
          </a:xfrm>
        </p:grpSpPr>
        <p:sp>
          <p:nvSpPr>
            <p:cNvPr id="77"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4"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40" name="Group 39"/>
          <p:cNvGrpSpPr/>
          <p:nvPr/>
        </p:nvGrpSpPr>
        <p:grpSpPr>
          <a:xfrm>
            <a:off x="640080" y="1699589"/>
            <a:ext cx="3286552" cy="3470421"/>
            <a:chOff x="640080" y="1699589"/>
            <a:chExt cx="3286552" cy="3470421"/>
          </a:xfrm>
        </p:grpSpPr>
        <p:sp>
          <p:nvSpPr>
            <p:cNvPr id="41" name="Rectangle 40"/>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2"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3" name="Rectangle 42"/>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25554" y="2349924"/>
            <a:ext cx="3112047" cy="2464952"/>
          </a:xfrm>
        </p:spPr>
        <p:txBody>
          <a:bodyPr/>
          <a:lstStyle>
            <a:lvl1pPr>
              <a:defRPr>
                <a:solidFill>
                  <a:srgbClr val="FFFEFF"/>
                </a:solidFill>
              </a:defRPr>
            </a:lvl1pPr>
          </a:lstStyle>
          <a:p>
            <a:r>
              <a:rPr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dirty="0"/>
              <a:t>2/12/2026</a:t>
            </a:fld>
            <a:endParaRPr lang="en-US"/>
          </a:p>
        </p:txBody>
      </p:sp>
      <p:sp>
        <p:nvSpPr>
          <p:cNvPr id="4" name="Footer Placeholder 3"/>
          <p:cNvSpPr>
            <a:spLocks noGrp="1"/>
          </p:cNvSpPr>
          <p:nvPr>
            <p:ph type="ftr" sz="quarter" idx="11"/>
          </p:nvPr>
        </p:nvSpPr>
        <p:spPr>
          <a:xfrm>
            <a:off x="640080" y="6227064"/>
            <a:ext cx="7854696" cy="320040"/>
          </a:xfrm>
        </p:spPr>
        <p:txBody>
          <a:bodyPr/>
          <a:lstStyle/>
          <a:p>
            <a:r>
              <a:rPr lang="en-US"/>
              <a:t>Confidential</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118796668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40080" y="320040"/>
            <a:ext cx="2743200" cy="320040"/>
          </a:xfrm>
        </p:spPr>
        <p:txBody>
          <a:bodyPr/>
          <a:lstStyle/>
          <a:p>
            <a:fld id="{48A87A34-81AB-432B-8DAE-1953F412C126}" type="datetimeFigureOut">
              <a:rPr lang="en-US" dirty="0"/>
              <a:t>2/12/2026</a:t>
            </a:fld>
            <a:endParaRPr lang="en-US"/>
          </a:p>
        </p:txBody>
      </p:sp>
      <p:sp>
        <p:nvSpPr>
          <p:cNvPr id="3" name="Footer Placeholder 2"/>
          <p:cNvSpPr>
            <a:spLocks noGrp="1"/>
          </p:cNvSpPr>
          <p:nvPr>
            <p:ph type="ftr" sz="quarter" idx="11"/>
          </p:nvPr>
        </p:nvSpPr>
        <p:spPr>
          <a:xfrm>
            <a:off x="640080" y="6227064"/>
            <a:ext cx="7854696" cy="320040"/>
          </a:xfrm>
        </p:spPr>
        <p:txBody>
          <a:bodyPr/>
          <a:lstStyle/>
          <a:p>
            <a:r>
              <a:rPr lang="en-US"/>
              <a:t>Confidential</a:t>
            </a:r>
          </a:p>
        </p:txBody>
      </p:sp>
      <p:sp>
        <p:nvSpPr>
          <p:cNvPr id="4" name="Slide Number Placeholder 3"/>
          <p:cNvSpPr>
            <a:spLocks noGrp="1"/>
          </p:cNvSpPr>
          <p:nvPr>
            <p:ph type="sldNum" sz="quarter" idx="12"/>
          </p:nvPr>
        </p:nvSpPr>
        <p:spPr>
          <a:xfrm>
            <a:off x="7808976" y="320040"/>
            <a:ext cx="685800" cy="320040"/>
          </a:xfr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291691102"/>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7" name="Group 86"/>
          <p:cNvGrpSpPr/>
          <p:nvPr/>
        </p:nvGrpSpPr>
        <p:grpSpPr>
          <a:xfrm>
            <a:off x="-286226" y="0"/>
            <a:ext cx="9421759" cy="6858001"/>
            <a:chOff x="1243013" y="0"/>
            <a:chExt cx="9402763" cy="6858001"/>
          </a:xfrm>
        </p:grpSpPr>
        <p:sp>
          <p:nvSpPr>
            <p:cNvPr id="88"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2"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4"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2"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4"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105"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42" name="Group 41"/>
          <p:cNvGrpSpPr/>
          <p:nvPr/>
        </p:nvGrpSpPr>
        <p:grpSpPr>
          <a:xfrm>
            <a:off x="640080" y="1699589"/>
            <a:ext cx="3286552" cy="3470421"/>
            <a:chOff x="640080" y="1699589"/>
            <a:chExt cx="3286552" cy="3470421"/>
          </a:xfrm>
        </p:grpSpPr>
        <p:sp>
          <p:nvSpPr>
            <p:cNvPr id="43" name="Rectangle 42"/>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4"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5" name="Rectangle 44"/>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25554" y="2349924"/>
            <a:ext cx="3112047" cy="1225399"/>
          </a:xfrm>
        </p:spPr>
        <p:txBody>
          <a:bodyPr bIns="0" anchor="b">
            <a:noAutofit/>
          </a:bodyPr>
          <a:lstStyle>
            <a:lvl1pPr algn="ctr">
              <a:defRPr sz="2800">
                <a:solidFill>
                  <a:srgbClr val="FFFEFF"/>
                </a:solidFill>
              </a:defRPr>
            </a:lvl1pPr>
          </a:lstStyle>
          <a:p>
            <a:r>
              <a:rPr lang="en-US"/>
              <a:t>Click to edit Master title style</a:t>
            </a:r>
          </a:p>
        </p:txBody>
      </p:sp>
      <p:sp>
        <p:nvSpPr>
          <p:cNvPr id="3" name="Content Placeholder 2"/>
          <p:cNvSpPr>
            <a:spLocks noGrp="1"/>
          </p:cNvSpPr>
          <p:nvPr>
            <p:ph idx="1"/>
          </p:nvPr>
        </p:nvSpPr>
        <p:spPr>
          <a:xfrm>
            <a:off x="4415686" y="801390"/>
            <a:ext cx="4095643" cy="524949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25554" y="3575324"/>
            <a:ext cx="3112047" cy="1239552"/>
          </a:xfrm>
        </p:spPr>
        <p:txBody>
          <a:bodyPr>
            <a:normAutofit/>
          </a:bodyPr>
          <a:lstStyle>
            <a:lvl1pPr marL="0" indent="0" algn="ctr">
              <a:buNone/>
              <a:defRPr sz="1400">
                <a:solidFill>
                  <a:srgbClr val="FFFE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2/12/2026</a:t>
            </a:fld>
            <a:endParaRPr lang="en-US"/>
          </a:p>
        </p:txBody>
      </p:sp>
      <p:sp>
        <p:nvSpPr>
          <p:cNvPr id="6" name="Footer Placeholder 5"/>
          <p:cNvSpPr>
            <a:spLocks noGrp="1"/>
          </p:cNvSpPr>
          <p:nvPr>
            <p:ph type="ftr" sz="quarter" idx="11"/>
          </p:nvPr>
        </p:nvSpPr>
        <p:spPr/>
        <p:txBody>
          <a:bodyPr/>
          <a:lstStyle/>
          <a:p>
            <a:r>
              <a:rPr lang="en-US"/>
              <a:t>Confidential</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199462656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429" name="Group 428"/>
          <p:cNvGrpSpPr/>
          <p:nvPr/>
        </p:nvGrpSpPr>
        <p:grpSpPr>
          <a:xfrm>
            <a:off x="0" y="0"/>
            <a:ext cx="9555163" cy="6853238"/>
            <a:chOff x="1524000" y="0"/>
            <a:chExt cx="9555163" cy="6853238"/>
          </a:xfrm>
        </p:grpSpPr>
        <p:sp>
          <p:nvSpPr>
            <p:cNvPr id="430" name="Freeform 6"/>
            <p:cNvSpPr/>
            <p:nvPr/>
          </p:nvSpPr>
          <p:spPr bwMode="auto">
            <a:xfrm>
              <a:off x="1524000" y="1331913"/>
              <a:ext cx="7837488" cy="5521325"/>
            </a:xfrm>
            <a:custGeom>
              <a:avLst/>
              <a:gdLst/>
              <a:ahLst/>
              <a:cxnLst/>
              <a:rect l="0" t="0" r="r" b="b"/>
              <a:pathLst>
                <a:path w="1648" h="1161">
                  <a:moveTo>
                    <a:pt x="1362" y="1161"/>
                  </a:moveTo>
                  <a:cubicBezTo>
                    <a:pt x="1648" y="920"/>
                    <a:pt x="1283" y="505"/>
                    <a:pt x="1097" y="326"/>
                  </a:cubicBezTo>
                  <a:cubicBezTo>
                    <a:pt x="926" y="162"/>
                    <a:pt x="709" y="35"/>
                    <a:pt x="470" y="14"/>
                  </a:cubicBezTo>
                  <a:cubicBezTo>
                    <a:pt x="315" y="0"/>
                    <a:pt x="142" y="49"/>
                    <a:pt x="0" y="138"/>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1" name="Freeform 7"/>
            <p:cNvSpPr/>
            <p:nvPr/>
          </p:nvSpPr>
          <p:spPr bwMode="auto">
            <a:xfrm>
              <a:off x="1524000" y="5564188"/>
              <a:ext cx="1412875" cy="1284288"/>
            </a:xfrm>
            <a:custGeom>
              <a:avLst/>
              <a:gdLst/>
              <a:ahLst/>
              <a:cxnLst/>
              <a:rect l="0" t="0" r="r" b="b"/>
              <a:pathLst>
                <a:path w="297" h="270">
                  <a:moveTo>
                    <a:pt x="0" y="0"/>
                  </a:moveTo>
                  <a:cubicBezTo>
                    <a:pt x="73" y="119"/>
                    <a:pt x="186" y="220"/>
                    <a:pt x="297" y="27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2" name="Freeform 8"/>
            <p:cNvSpPr/>
            <p:nvPr/>
          </p:nvSpPr>
          <p:spPr bwMode="auto">
            <a:xfrm>
              <a:off x="1524000" y="2030413"/>
              <a:ext cx="6510338" cy="4813300"/>
            </a:xfrm>
            <a:custGeom>
              <a:avLst/>
              <a:gdLst/>
              <a:ahLst/>
              <a:cxnLst/>
              <a:rect l="0" t="0" r="r" b="b"/>
              <a:pathLst>
                <a:path w="1369" h="1012">
                  <a:moveTo>
                    <a:pt x="845" y="1012"/>
                  </a:moveTo>
                  <a:cubicBezTo>
                    <a:pt x="1043" y="967"/>
                    <a:pt x="1369" y="853"/>
                    <a:pt x="1263" y="588"/>
                  </a:cubicBezTo>
                  <a:cubicBezTo>
                    <a:pt x="1164" y="340"/>
                    <a:pt x="861" y="107"/>
                    <a:pt x="602" y="49"/>
                  </a:cubicBezTo>
                  <a:cubicBezTo>
                    <a:pt x="383" y="0"/>
                    <a:pt x="135" y="97"/>
                    <a:pt x="0" y="28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3" name="Freeform 9"/>
            <p:cNvSpPr/>
            <p:nvPr/>
          </p:nvSpPr>
          <p:spPr bwMode="auto">
            <a:xfrm>
              <a:off x="1528763" y="6207125"/>
              <a:ext cx="717550" cy="646113"/>
            </a:xfrm>
            <a:custGeom>
              <a:avLst/>
              <a:gdLst/>
              <a:ahLst/>
              <a:cxnLst/>
              <a:rect l="0" t="0" r="r" b="b"/>
              <a:pathLst>
                <a:path w="151" h="136">
                  <a:moveTo>
                    <a:pt x="0" y="0"/>
                  </a:moveTo>
                  <a:cubicBezTo>
                    <a:pt x="45" y="52"/>
                    <a:pt x="97" y="99"/>
                    <a:pt x="151" y="13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4" name="Freeform 10"/>
            <p:cNvSpPr/>
            <p:nvPr/>
          </p:nvSpPr>
          <p:spPr bwMode="auto">
            <a:xfrm>
              <a:off x="1524000" y="1806575"/>
              <a:ext cx="6753225" cy="5046663"/>
            </a:xfrm>
            <a:custGeom>
              <a:avLst/>
              <a:gdLst/>
              <a:ahLst/>
              <a:cxnLst/>
              <a:rect l="0" t="0" r="r" b="b"/>
              <a:pathLst>
                <a:path w="1420" h="1061">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5" name="Freeform 11"/>
            <p:cNvSpPr/>
            <p:nvPr/>
          </p:nvSpPr>
          <p:spPr bwMode="auto">
            <a:xfrm>
              <a:off x="1524000" y="669925"/>
              <a:ext cx="8797925" cy="6183313"/>
            </a:xfrm>
            <a:custGeom>
              <a:avLst/>
              <a:gdLst/>
              <a:ahLst/>
              <a:cxnLst/>
              <a:rect l="0" t="0" r="r" b="b"/>
              <a:pathLst>
                <a:path w="1850" h="130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6" name="Freeform 12"/>
            <p:cNvSpPr/>
            <p:nvPr/>
          </p:nvSpPr>
          <p:spPr bwMode="auto">
            <a:xfrm>
              <a:off x="1524000" y="119063"/>
              <a:ext cx="9555163" cy="6734175"/>
            </a:xfrm>
            <a:custGeom>
              <a:avLst/>
              <a:gdLst/>
              <a:ahLst/>
              <a:cxnLst/>
              <a:rect l="0" t="0" r="r" b="b"/>
              <a:pathLst>
                <a:path w="2009" h="1416">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7" name="Freeform 13"/>
            <p:cNvSpPr/>
            <p:nvPr/>
          </p:nvSpPr>
          <p:spPr bwMode="auto">
            <a:xfrm>
              <a:off x="5419725" y="4763"/>
              <a:ext cx="5216525" cy="5368925"/>
            </a:xfrm>
            <a:custGeom>
              <a:avLst/>
              <a:gdLst/>
              <a:ahLst/>
              <a:cxnLst/>
              <a:rect l="0" t="0" r="r" b="b"/>
              <a:pathLst>
                <a:path w="1097" h="1129">
                  <a:moveTo>
                    <a:pt x="1097" y="1129"/>
                  </a:moveTo>
                  <a:cubicBezTo>
                    <a:pt x="1031" y="909"/>
                    <a:pt x="843" y="701"/>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8" name="Freeform 15"/>
            <p:cNvSpPr/>
            <p:nvPr/>
          </p:nvSpPr>
          <p:spPr bwMode="auto">
            <a:xfrm>
              <a:off x="5813425" y="4763"/>
              <a:ext cx="4832350" cy="4822825"/>
            </a:xfrm>
            <a:custGeom>
              <a:avLst/>
              <a:gdLst/>
              <a:ahLst/>
              <a:cxnLst/>
              <a:rect l="0" t="0" r="r" b="b"/>
              <a:pathLst>
                <a:path w="1016" h="1014">
                  <a:moveTo>
                    <a:pt x="1016" y="1014"/>
                  </a:moveTo>
                  <a:cubicBezTo>
                    <a:pt x="934" y="849"/>
                    <a:pt x="802" y="6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9" name="Freeform 16"/>
            <p:cNvSpPr/>
            <p:nvPr/>
          </p:nvSpPr>
          <p:spPr bwMode="auto">
            <a:xfrm>
              <a:off x="6003925" y="4763"/>
              <a:ext cx="4641850" cy="4598988"/>
            </a:xfrm>
            <a:custGeom>
              <a:avLst/>
              <a:gdLst/>
              <a:ahLst/>
              <a:cxnLst/>
              <a:rect l="0" t="0" r="r" b="b"/>
              <a:pathLst>
                <a:path w="976" h="967">
                  <a:moveTo>
                    <a:pt x="976" y="967"/>
                  </a:moveTo>
                  <a:cubicBezTo>
                    <a:pt x="894" y="822"/>
                    <a:pt x="779" y="689"/>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440" name="Freeform 17"/>
            <p:cNvSpPr/>
            <p:nvPr/>
          </p:nvSpPr>
          <p:spPr bwMode="auto">
            <a:xfrm>
              <a:off x="6203950" y="0"/>
              <a:ext cx="4441825" cy="4237038"/>
            </a:xfrm>
            <a:custGeom>
              <a:avLst/>
              <a:gdLst/>
              <a:ahLst/>
              <a:cxnLst/>
              <a:rect l="0" t="0" r="r" b="b"/>
              <a:pathLst>
                <a:path w="934" h="891">
                  <a:moveTo>
                    <a:pt x="934" y="891"/>
                  </a:moveTo>
                  <a:cubicBezTo>
                    <a:pt x="863" y="783"/>
                    <a:pt x="778" y="684"/>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1" name="Freeform 18"/>
            <p:cNvSpPr/>
            <p:nvPr/>
          </p:nvSpPr>
          <p:spPr bwMode="auto">
            <a:xfrm>
              <a:off x="6456363" y="4763"/>
              <a:ext cx="4179888" cy="3986213"/>
            </a:xfrm>
            <a:custGeom>
              <a:avLst/>
              <a:gdLst/>
              <a:ahLst/>
              <a:cxnLst/>
              <a:rect l="0" t="0" r="r" b="b"/>
              <a:pathLst>
                <a:path w="879" h="838">
                  <a:moveTo>
                    <a:pt x="879" y="838"/>
                  </a:moveTo>
                  <a:cubicBezTo>
                    <a:pt x="821" y="755"/>
                    <a:pt x="756" y="679"/>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2" name="Freeform 19"/>
            <p:cNvSpPr/>
            <p:nvPr/>
          </p:nvSpPr>
          <p:spPr bwMode="auto">
            <a:xfrm>
              <a:off x="6869113" y="4763"/>
              <a:ext cx="3776663" cy="3838575"/>
            </a:xfrm>
            <a:custGeom>
              <a:avLst/>
              <a:gdLst/>
              <a:ahLst/>
              <a:cxnLst/>
              <a:rect l="0" t="0" r="r" b="b"/>
              <a:pathLst>
                <a:path w="794" h="807">
                  <a:moveTo>
                    <a:pt x="794" y="807"/>
                  </a:moveTo>
                  <a:cubicBezTo>
                    <a:pt x="745" y="739"/>
                    <a:pt x="695" y="676"/>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3" name="Freeform 20"/>
            <p:cNvSpPr/>
            <p:nvPr/>
          </p:nvSpPr>
          <p:spPr bwMode="auto">
            <a:xfrm>
              <a:off x="8758238" y="4763"/>
              <a:ext cx="1887538" cy="1355725"/>
            </a:xfrm>
            <a:custGeom>
              <a:avLst/>
              <a:gdLst/>
              <a:ahLst/>
              <a:cxnLst/>
              <a:rect l="0" t="0" r="r" b="b"/>
              <a:pathLst>
                <a:path w="397" h="285">
                  <a:moveTo>
                    <a:pt x="397" y="285"/>
                  </a:moveTo>
                  <a:cubicBezTo>
                    <a:pt x="270" y="182"/>
                    <a:pt x="138" y="8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4" name="Freeform 21"/>
            <p:cNvSpPr/>
            <p:nvPr/>
          </p:nvSpPr>
          <p:spPr bwMode="auto">
            <a:xfrm>
              <a:off x="9223375" y="9525"/>
              <a:ext cx="1422400" cy="1108075"/>
            </a:xfrm>
            <a:custGeom>
              <a:avLst/>
              <a:gdLst/>
              <a:ahLst/>
              <a:cxnLst/>
              <a:rect l="0" t="0" r="r" b="b"/>
              <a:pathLst>
                <a:path w="299" h="233">
                  <a:moveTo>
                    <a:pt x="299" y="233"/>
                  </a:moveTo>
                  <a:cubicBezTo>
                    <a:pt x="197" y="145"/>
                    <a:pt x="97" y="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5" name="Freeform 22"/>
            <p:cNvSpPr/>
            <p:nvPr/>
          </p:nvSpPr>
          <p:spPr bwMode="auto">
            <a:xfrm>
              <a:off x="10009188" y="4763"/>
              <a:ext cx="636588" cy="361950"/>
            </a:xfrm>
            <a:custGeom>
              <a:avLst/>
              <a:gdLst/>
              <a:ahLst/>
              <a:cxnLst/>
              <a:rect l="0" t="0" r="r" b="b"/>
              <a:pathLst>
                <a:path w="134" h="76">
                  <a:moveTo>
                    <a:pt x="0" y="0"/>
                  </a:moveTo>
                  <a:cubicBezTo>
                    <a:pt x="45" y="25"/>
                    <a:pt x="89" y="50"/>
                    <a:pt x="134" y="7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644463" y="1698332"/>
            <a:ext cx="4357752" cy="3470420"/>
            <a:chOff x="644463" y="1698332"/>
            <a:chExt cx="4357752" cy="3470420"/>
          </a:xfrm>
        </p:grpSpPr>
        <p:sp>
          <p:nvSpPr>
            <p:cNvPr id="77" name="Rectangle 76"/>
            <p:cNvSpPr/>
            <p:nvPr/>
          </p:nvSpPr>
          <p:spPr>
            <a:xfrm>
              <a:off x="644463" y="1698332"/>
              <a:ext cx="4357752"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644463" y="2274404"/>
              <a:ext cx="43577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27" name="Isosceles Triangle 9"/>
            <p:cNvSpPr/>
            <p:nvPr/>
          </p:nvSpPr>
          <p:spPr>
            <a:xfrm rot="10800000">
              <a:off x="2665346"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5654676" y="0"/>
            <a:ext cx="3489324" cy="6858000"/>
          </a:xfrm>
          <a:solidFill>
            <a:schemeClr val="bg1">
              <a:lumMod val="65000"/>
              <a:lumOff val="3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2" name="Title 1"/>
          <p:cNvSpPr>
            <a:spLocks noGrp="1"/>
          </p:cNvSpPr>
          <p:nvPr>
            <p:ph type="title"/>
          </p:nvPr>
        </p:nvSpPr>
        <p:spPr>
          <a:xfrm>
            <a:off x="723585" y="2336402"/>
            <a:ext cx="4197666" cy="1265539"/>
          </a:xfrm>
        </p:spPr>
        <p:txBody>
          <a:bodyPr bIns="0" anchor="b">
            <a:normAutofit/>
          </a:bodyPr>
          <a:lstStyle>
            <a:lvl1pPr>
              <a:defRPr sz="3200">
                <a:solidFill>
                  <a:srgbClr val="FFFEFF"/>
                </a:solidFill>
              </a:defRPr>
            </a:lvl1pPr>
          </a:lstStyle>
          <a:p>
            <a:r>
              <a:rPr lang="en-US"/>
              <a:t>Click to edit Master title style</a:t>
            </a:r>
          </a:p>
        </p:txBody>
      </p:sp>
      <p:sp>
        <p:nvSpPr>
          <p:cNvPr id="4" name="Text Placeholder 3"/>
          <p:cNvSpPr>
            <a:spLocks noGrp="1"/>
          </p:cNvSpPr>
          <p:nvPr>
            <p:ph type="body" sz="half" idx="2"/>
          </p:nvPr>
        </p:nvSpPr>
        <p:spPr>
          <a:xfrm>
            <a:off x="722314" y="3601941"/>
            <a:ext cx="4199254" cy="1214535"/>
          </a:xfrm>
        </p:spPr>
        <p:txBody>
          <a:bodyPr>
            <a:normAutofit/>
          </a:bodyPr>
          <a:lstStyle>
            <a:lvl1pPr marL="0" indent="0" algn="ctr">
              <a:buNone/>
              <a:defRPr sz="1400">
                <a:solidFill>
                  <a:srgbClr val="FFFE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640080" y="320040"/>
            <a:ext cx="2743200" cy="320040"/>
          </a:xfrm>
        </p:spPr>
        <p:txBody>
          <a:bodyPr/>
          <a:lstStyle/>
          <a:p>
            <a:fld id="{48A87A34-81AB-432B-8DAE-1953F412C126}" type="datetimeFigureOut">
              <a:rPr lang="en-US" dirty="0"/>
              <a:t>2/12/2026</a:t>
            </a:fld>
            <a:endParaRPr lang="en-US"/>
          </a:p>
        </p:txBody>
      </p:sp>
      <p:sp>
        <p:nvSpPr>
          <p:cNvPr id="6" name="Footer Placeholder 5"/>
          <p:cNvSpPr>
            <a:spLocks noGrp="1"/>
          </p:cNvSpPr>
          <p:nvPr>
            <p:ph type="ftr" sz="quarter" idx="11"/>
          </p:nvPr>
        </p:nvSpPr>
        <p:spPr>
          <a:xfrm>
            <a:off x="640080" y="6227064"/>
            <a:ext cx="4358641" cy="320040"/>
          </a:xfrm>
        </p:spPr>
        <p:txBody>
          <a:bodyPr/>
          <a:lstStyle/>
          <a:p>
            <a:r>
              <a:rPr lang="en-US"/>
              <a:t>Confidential</a:t>
            </a:r>
          </a:p>
        </p:txBody>
      </p:sp>
      <p:sp>
        <p:nvSpPr>
          <p:cNvPr id="7" name="Slide Number Placeholder 6"/>
          <p:cNvSpPr>
            <a:spLocks noGrp="1"/>
          </p:cNvSpPr>
          <p:nvPr>
            <p:ph type="sldNum" sz="quarter" idx="12"/>
          </p:nvPr>
        </p:nvSpPr>
        <p:spPr>
          <a:xfrm>
            <a:off x="4315463" y="320040"/>
            <a:ext cx="685800" cy="320040"/>
          </a:xfr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1682777440"/>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85" name="Group 84"/>
          <p:cNvGrpSpPr/>
          <p:nvPr/>
        </p:nvGrpSpPr>
        <p:grpSpPr>
          <a:xfrm>
            <a:off x="-286226" y="0"/>
            <a:ext cx="9421759" cy="6858001"/>
            <a:chOff x="1243013" y="0"/>
            <a:chExt cx="9402763" cy="6858001"/>
          </a:xfrm>
        </p:grpSpPr>
        <p:sp>
          <p:nvSpPr>
            <p:cNvPr id="86"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2"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103"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32" name="Group 31"/>
          <p:cNvGrpSpPr/>
          <p:nvPr/>
        </p:nvGrpSpPr>
        <p:grpSpPr>
          <a:xfrm>
            <a:off x="640080" y="1699589"/>
            <a:ext cx="3286552" cy="3470421"/>
            <a:chOff x="640080" y="1699589"/>
            <a:chExt cx="3286552" cy="3470421"/>
          </a:xfrm>
        </p:grpSpPr>
        <p:sp>
          <p:nvSpPr>
            <p:cNvPr id="42" name="Rectangle 41"/>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3"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4" name="Rectangle 43"/>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23786" y="2349926"/>
            <a:ext cx="3113815" cy="2472774"/>
          </a:xfrm>
        </p:spPr>
        <p:txBody>
          <a:bodyPr/>
          <a:lstStyle>
            <a:lvl1pPr>
              <a:defRPr>
                <a:solidFill>
                  <a:srgbClr val="FFFEFF"/>
                </a:solidFill>
              </a:defRPr>
            </a:lvl1pPr>
          </a:lstStyle>
          <a:p>
            <a:r>
              <a:rPr lang="en-US"/>
              <a:t>Click to edit Master title style</a:t>
            </a:r>
          </a:p>
        </p:txBody>
      </p:sp>
      <p:sp>
        <p:nvSpPr>
          <p:cNvPr id="3" name="Vertical Text Placeholder 2"/>
          <p:cNvSpPr>
            <a:spLocks noGrp="1"/>
          </p:cNvSpPr>
          <p:nvPr>
            <p:ph type="body" orient="vert" idx="1"/>
          </p:nvPr>
        </p:nvSpPr>
        <p:spPr>
          <a:xfrm>
            <a:off x="4415686" y="794719"/>
            <a:ext cx="4095643" cy="52570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dirty="0"/>
              <a:t>2/12/2026</a:t>
            </a:fld>
            <a:endParaRPr lang="en-US"/>
          </a:p>
        </p:txBody>
      </p:sp>
      <p:sp>
        <p:nvSpPr>
          <p:cNvPr id="5" name="Footer Placeholder 4"/>
          <p:cNvSpPr>
            <a:spLocks noGrp="1"/>
          </p:cNvSpPr>
          <p:nvPr>
            <p:ph type="ftr" sz="quarter" idx="11"/>
          </p:nvPr>
        </p:nvSpPr>
        <p:spPr/>
        <p:txBody>
          <a:bodyPr/>
          <a:lstStyle/>
          <a:p>
            <a:r>
              <a:rPr lang="en-US"/>
              <a:t>Confidential</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547136855"/>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51" name="Group 50"/>
          <p:cNvGrpSpPr/>
          <p:nvPr/>
        </p:nvGrpSpPr>
        <p:grpSpPr>
          <a:xfrm flipH="1">
            <a:off x="0" y="0"/>
            <a:ext cx="9421759" cy="6858001"/>
            <a:chOff x="1243013" y="0"/>
            <a:chExt cx="9402763" cy="6858001"/>
          </a:xfrm>
        </p:grpSpPr>
        <p:sp>
          <p:nvSpPr>
            <p:cNvPr id="52"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6"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7"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8"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1"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2"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3"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4"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5"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6"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7"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68"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69"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0"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1"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85" name="Group 84"/>
          <p:cNvGrpSpPr/>
          <p:nvPr/>
        </p:nvGrpSpPr>
        <p:grpSpPr>
          <a:xfrm>
            <a:off x="5228134" y="1699589"/>
            <a:ext cx="3286552" cy="3470421"/>
            <a:chOff x="640080" y="1699589"/>
            <a:chExt cx="3286552" cy="3470421"/>
          </a:xfrm>
        </p:grpSpPr>
        <p:sp>
          <p:nvSpPr>
            <p:cNvPr id="86" name="Rectangle 85"/>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 name="Rectangle 87"/>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5313609" y="2349924"/>
            <a:ext cx="3112047" cy="2464951"/>
          </a:xfrm>
        </p:spPr>
        <p:txBody>
          <a:bodyPr vert="eaVert"/>
          <a:lstStyle>
            <a:lvl1pPr algn="l">
              <a:lnSpc>
                <a:spcPct val="80000"/>
              </a:lnSpc>
              <a:defRPr>
                <a:solidFill>
                  <a:srgbClr val="FFFEFF"/>
                </a:solidFill>
              </a:defRPr>
            </a:lvl1pPr>
          </a:lstStyle>
          <a:p>
            <a:r>
              <a:rPr lang="en-US"/>
              <a:t>Click to edit Master title style</a:t>
            </a:r>
          </a:p>
        </p:txBody>
      </p:sp>
      <p:sp>
        <p:nvSpPr>
          <p:cNvPr id="3" name="Vertical Text Placeholder 2"/>
          <p:cNvSpPr>
            <a:spLocks noGrp="1"/>
          </p:cNvSpPr>
          <p:nvPr>
            <p:ph type="body" orient="vert" idx="1"/>
          </p:nvPr>
        </p:nvSpPr>
        <p:spPr>
          <a:xfrm>
            <a:off x="643258" y="802808"/>
            <a:ext cx="4118291" cy="525480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40080" y="320040"/>
            <a:ext cx="2743200" cy="320040"/>
          </a:xfrm>
        </p:spPr>
        <p:txBody>
          <a:bodyPr/>
          <a:lstStyle/>
          <a:p>
            <a:fld id="{48A87A34-81AB-432B-8DAE-1953F412C126}" type="datetimeFigureOut">
              <a:rPr lang="en-US" dirty="0"/>
              <a:t>2/12/2026</a:t>
            </a:fld>
            <a:endParaRPr lang="en-US"/>
          </a:p>
        </p:txBody>
      </p:sp>
      <p:sp>
        <p:nvSpPr>
          <p:cNvPr id="5" name="Footer Placeholder 4"/>
          <p:cNvSpPr>
            <a:spLocks noGrp="1"/>
          </p:cNvSpPr>
          <p:nvPr>
            <p:ph type="ftr" sz="quarter" idx="11"/>
          </p:nvPr>
        </p:nvSpPr>
        <p:spPr>
          <a:xfrm>
            <a:off x="640080" y="6227064"/>
            <a:ext cx="7854696" cy="320040"/>
          </a:xfrm>
        </p:spPr>
        <p:txBody>
          <a:bodyPr/>
          <a:lstStyle/>
          <a:p>
            <a:r>
              <a:rPr lang="en-US"/>
              <a:t>Confidential</a:t>
            </a:r>
          </a:p>
        </p:txBody>
      </p:sp>
      <p:sp>
        <p:nvSpPr>
          <p:cNvPr id="6" name="Slide Number Placeholder 5"/>
          <p:cNvSpPr>
            <a:spLocks noGrp="1"/>
          </p:cNvSpPr>
          <p:nvPr>
            <p:ph type="sldNum" sz="quarter" idx="12"/>
          </p:nvPr>
        </p:nvSpPr>
        <p:spPr>
          <a:xfrm>
            <a:off x="7808976" y="320040"/>
            <a:ext cx="685800" cy="320040"/>
          </a:xfr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898157024"/>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5554" y="2349925"/>
            <a:ext cx="3112047" cy="2464952"/>
          </a:xfrm>
          <a:prstGeom prst="rect">
            <a:avLst/>
          </a:prstGeom>
        </p:spPr>
        <p:txBody>
          <a:bodyPr vert="horz" lIns="228600" tIns="228600" rIns="228600" bIns="228600" rtlCol="0" anchor="ctr">
            <a:normAutofit/>
          </a:bodyPr>
          <a:lstStyle/>
          <a:p>
            <a:r>
              <a:rPr lang="en-US"/>
              <a:t>Click to edit Master title style</a:t>
            </a:r>
          </a:p>
        </p:txBody>
      </p:sp>
      <p:sp>
        <p:nvSpPr>
          <p:cNvPr id="3" name="Text Placeholder 2"/>
          <p:cNvSpPr>
            <a:spLocks noGrp="1"/>
          </p:cNvSpPr>
          <p:nvPr>
            <p:ph type="body" idx="1"/>
          </p:nvPr>
        </p:nvSpPr>
        <p:spPr>
          <a:xfrm>
            <a:off x="4415687" y="794719"/>
            <a:ext cx="4079089" cy="525709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4" name="Date Placeholder 3"/>
          <p:cNvSpPr>
            <a:spLocks noGrp="1"/>
          </p:cNvSpPr>
          <p:nvPr>
            <p:ph type="dt" sz="half" idx="2"/>
          </p:nvPr>
        </p:nvSpPr>
        <p:spPr>
          <a:xfrm>
            <a:off x="640080" y="320040"/>
            <a:ext cx="27432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dirty="0"/>
              <a:pPr/>
              <a:t>2/12/2026</a:t>
            </a:fld>
            <a:endParaRPr lang="en-US"/>
          </a:p>
        </p:txBody>
      </p:sp>
      <p:sp>
        <p:nvSpPr>
          <p:cNvPr id="5" name="Footer Placeholder 4"/>
          <p:cNvSpPr>
            <a:spLocks noGrp="1"/>
          </p:cNvSpPr>
          <p:nvPr>
            <p:ph type="ftr" sz="quarter" idx="3"/>
          </p:nvPr>
        </p:nvSpPr>
        <p:spPr>
          <a:xfrm>
            <a:off x="640080" y="6227064"/>
            <a:ext cx="7854696" cy="320040"/>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Confidential</a:t>
            </a:r>
          </a:p>
        </p:txBody>
      </p:sp>
      <p:sp>
        <p:nvSpPr>
          <p:cNvPr id="6" name="Slide Number Placeholder 5"/>
          <p:cNvSpPr>
            <a:spLocks noGrp="1"/>
          </p:cNvSpPr>
          <p:nvPr>
            <p:ph type="sldNum" sz="quarter" idx="4"/>
          </p:nvPr>
        </p:nvSpPr>
        <p:spPr>
          <a:xfrm>
            <a:off x="7808976" y="320040"/>
            <a:ext cx="6858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a:p>
        </p:txBody>
      </p:sp>
    </p:spTree>
    <p:extLst>
      <p:ext uri="{BB962C8B-B14F-4D97-AF65-F5344CB8AC3E}">
        <p14:creationId xmlns:p14="http://schemas.microsoft.com/office/powerpoint/2010/main" val="15519978"/>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Lst>
  <p:hf hdr="0" dt="0"/>
  <p:txStyles>
    <p:titleStyle>
      <a:lvl1pPr algn="ctr" defTabSz="685800" rtl="0" eaLnBrk="1" latinLnBrk="0" hangingPunct="1">
        <a:lnSpc>
          <a:spcPct val="85000"/>
        </a:lnSpc>
        <a:spcBef>
          <a:spcPct val="0"/>
        </a:spcBef>
        <a:buNone/>
        <a:defRPr sz="3200" b="0" i="0" kern="1200" cap="none" spc="-113">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900" kern="120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900" kern="120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FA5EB-1440-F7DF-BD8A-D8CAB3BC6C4A}"/>
              </a:ext>
            </a:extLst>
          </p:cNvPr>
          <p:cNvSpPr>
            <a:spLocks noGrp="1"/>
          </p:cNvSpPr>
          <p:nvPr>
            <p:ph type="title"/>
          </p:nvPr>
        </p:nvSpPr>
        <p:spPr>
          <a:xfrm>
            <a:off x="1262378" y="1169773"/>
            <a:ext cx="6619243" cy="2870161"/>
          </a:xfrm>
        </p:spPr>
        <p:txBody>
          <a:bodyPr vert="horz" lIns="91440" tIns="45720" rIns="91440" bIns="45720" rtlCol="0" anchor="b">
            <a:normAutofit/>
          </a:bodyPr>
          <a:lstStyle/>
          <a:p>
            <a:pPr algn="ctr"/>
            <a:r>
              <a:rPr lang="en-US" sz="5400">
                <a:solidFill>
                  <a:schemeClr val="tx1"/>
                </a:solidFill>
              </a:rPr>
              <a:t>Sending Documents via OneSpan</a:t>
            </a:r>
          </a:p>
        </p:txBody>
      </p:sp>
      <p:sp>
        <p:nvSpPr>
          <p:cNvPr id="4" name="Footer Placeholder 3">
            <a:extLst>
              <a:ext uri="{FF2B5EF4-FFF2-40B4-BE49-F238E27FC236}">
                <a16:creationId xmlns:a16="http://schemas.microsoft.com/office/drawing/2014/main" id="{E21A8CAE-7924-5C7D-8C9C-51507C898946}"/>
              </a:ext>
            </a:extLst>
          </p:cNvPr>
          <p:cNvSpPr>
            <a:spLocks noGrp="1"/>
          </p:cNvSpPr>
          <p:nvPr>
            <p:ph type="ftr" sz="quarter" idx="11"/>
          </p:nvPr>
        </p:nvSpPr>
        <p:spPr>
          <a:xfrm>
            <a:off x="420832" y="6385740"/>
            <a:ext cx="4078016" cy="304801"/>
          </a:xfrm>
        </p:spPr>
        <p:txBody>
          <a:bodyPr vert="horz" lIns="91440" tIns="45720" rIns="91440" bIns="45720" rtlCol="0" anchor="ctr">
            <a:normAutofit/>
          </a:bodyPr>
          <a:lstStyle/>
          <a:p>
            <a:pPr>
              <a:spcAft>
                <a:spcPts val="600"/>
              </a:spcAft>
            </a:pPr>
            <a:r>
              <a:rPr lang="en-US" sz="1000" b="0"/>
              <a:t>Confidential</a:t>
            </a:r>
          </a:p>
        </p:txBody>
      </p:sp>
      <p:sp>
        <p:nvSpPr>
          <p:cNvPr id="5" name="Slide Number Placeholder 4">
            <a:extLst>
              <a:ext uri="{FF2B5EF4-FFF2-40B4-BE49-F238E27FC236}">
                <a16:creationId xmlns:a16="http://schemas.microsoft.com/office/drawing/2014/main" id="{C3666D23-DF8B-ED79-BC38-92311349A191}"/>
              </a:ext>
            </a:extLst>
          </p:cNvPr>
          <p:cNvSpPr>
            <a:spLocks noGrp="1"/>
          </p:cNvSpPr>
          <p:nvPr>
            <p:ph type="sldNum" sz="quarter" idx="12"/>
          </p:nvPr>
        </p:nvSpPr>
        <p:spPr>
          <a:xfrm>
            <a:off x="8094518" y="6391838"/>
            <a:ext cx="628649" cy="304799"/>
          </a:xfrm>
        </p:spPr>
        <p:txBody>
          <a:bodyPr vert="horz" lIns="91440" tIns="45720" rIns="91440" bIns="45720" rtlCol="0" anchor="t">
            <a:normAutofit/>
          </a:bodyPr>
          <a:lstStyle/>
          <a:p>
            <a:pPr algn="r">
              <a:spcAft>
                <a:spcPts val="600"/>
              </a:spcAft>
            </a:pPr>
            <a:fld id="{AAB8DC1C-CF51-4F7D-8E83-F954D2933D5A}" type="slidenum">
              <a:rPr lang="en-US" sz="900">
                <a:solidFill>
                  <a:schemeClr val="accent1"/>
                </a:solidFill>
              </a:rPr>
              <a:pPr algn="r">
                <a:spcAft>
                  <a:spcPts val="600"/>
                </a:spcAft>
              </a:pPr>
              <a:t>1</a:t>
            </a:fld>
            <a:endParaRPr lang="en-US" sz="900">
              <a:solidFill>
                <a:schemeClr val="accent1"/>
              </a:solidFill>
            </a:endParaRPr>
          </a:p>
        </p:txBody>
      </p:sp>
      <p:pic>
        <p:nvPicPr>
          <p:cNvPr id="6" name="Picture 2" descr="ClearOne Advantage">
            <a:extLst>
              <a:ext uri="{FF2B5EF4-FFF2-40B4-BE49-F238E27FC236}">
                <a16:creationId xmlns:a16="http://schemas.microsoft.com/office/drawing/2014/main" id="{F4D89F9B-4F97-0F35-056E-0BD93E1E79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9263" y="6350153"/>
            <a:ext cx="1395194" cy="39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10133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144684" y="383722"/>
            <a:ext cx="8854631" cy="736988"/>
          </a:xfrm>
        </p:spPr>
        <p:txBody>
          <a:bodyPr>
            <a:noAutofit/>
          </a:bodyPr>
          <a:lstStyle/>
          <a:p>
            <a:pPr algn="ctr"/>
            <a:r>
              <a:rPr lang="en-US" sz="2800" b="1">
                <a:latin typeface="Calibri Light"/>
                <a:cs typeface="Calibri Light"/>
              </a:rPr>
              <a:t>Sending Documents Via OneSpan</a:t>
            </a:r>
          </a:p>
        </p:txBody>
      </p:sp>
      <p:sp>
        <p:nvSpPr>
          <p:cNvPr id="10" name="Footer Placeholder 9">
            <a:extLst>
              <a:ext uri="{FF2B5EF4-FFF2-40B4-BE49-F238E27FC236}">
                <a16:creationId xmlns:a16="http://schemas.microsoft.com/office/drawing/2014/main" id="{A432D954-3143-9517-B4D3-2709F090DDD0}"/>
              </a:ext>
            </a:extLst>
          </p:cNvPr>
          <p:cNvSpPr>
            <a:spLocks noGrp="1"/>
          </p:cNvSpPr>
          <p:nvPr>
            <p:ph type="ftr" sz="quarter" idx="11"/>
          </p:nvPr>
        </p:nvSpPr>
        <p:spPr>
          <a:xfrm>
            <a:off x="3890056" y="6153618"/>
            <a:ext cx="904889" cy="320040"/>
          </a:xfrm>
        </p:spPr>
        <p:txBody>
          <a:bodyPr/>
          <a:lstStyle/>
          <a:p>
            <a:r>
              <a:rPr lang="en-US"/>
              <a:t>Confidential</a:t>
            </a:r>
          </a:p>
        </p:txBody>
      </p:sp>
      <p:sp>
        <p:nvSpPr>
          <p:cNvPr id="6" name="Slide Number Placeholder 5">
            <a:extLst>
              <a:ext uri="{FF2B5EF4-FFF2-40B4-BE49-F238E27FC236}">
                <a16:creationId xmlns:a16="http://schemas.microsoft.com/office/drawing/2014/main" id="{FF26F90A-50FB-F15A-6F1D-D9B83E7AD63A}"/>
              </a:ext>
            </a:extLst>
          </p:cNvPr>
          <p:cNvSpPr>
            <a:spLocks noGrp="1"/>
          </p:cNvSpPr>
          <p:nvPr>
            <p:ph type="sldNum" sz="quarter" idx="12"/>
          </p:nvPr>
        </p:nvSpPr>
        <p:spPr/>
        <p:txBody>
          <a:bodyPr/>
          <a:lstStyle/>
          <a:p>
            <a:fld id="{AAB8DC1C-CF51-4F7D-8E83-F954D2933D5A}" type="slidenum">
              <a:rPr lang="en-US" smtClean="0"/>
              <a:t>2</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67" y="50373"/>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9B88971-DE78-800E-1BFE-CD1FE908B75D}"/>
              </a:ext>
            </a:extLst>
          </p:cNvPr>
          <p:cNvSpPr txBox="1"/>
          <p:nvPr/>
        </p:nvSpPr>
        <p:spPr>
          <a:xfrm>
            <a:off x="8024566" y="71683"/>
            <a:ext cx="184731" cy="369332"/>
          </a:xfrm>
          <a:prstGeom prst="rect">
            <a:avLst/>
          </a:prstGeom>
          <a:noFill/>
        </p:spPr>
        <p:txBody>
          <a:bodyPr wrap="none" lIns="91440" tIns="45720" rIns="91440" bIns="45720" rtlCol="0" anchor="t">
            <a:spAutoFit/>
          </a:bodyPr>
          <a:lstStyle/>
          <a:p>
            <a:endParaRPr lang="en-US">
              <a:cs typeface="Calibri"/>
            </a:endParaRPr>
          </a:p>
        </p:txBody>
      </p:sp>
      <p:sp>
        <p:nvSpPr>
          <p:cNvPr id="12" name="TextBox 11">
            <a:extLst>
              <a:ext uri="{FF2B5EF4-FFF2-40B4-BE49-F238E27FC236}">
                <a16:creationId xmlns:a16="http://schemas.microsoft.com/office/drawing/2014/main" id="{FB02F753-CE90-A919-3E51-E7478D4BB92D}"/>
              </a:ext>
            </a:extLst>
          </p:cNvPr>
          <p:cNvSpPr txBox="1"/>
          <p:nvPr/>
        </p:nvSpPr>
        <p:spPr>
          <a:xfrm>
            <a:off x="292231" y="5709225"/>
            <a:ext cx="8627126" cy="646331"/>
          </a:xfrm>
          <a:prstGeom prst="rect">
            <a:avLst/>
          </a:prstGeom>
          <a:noFill/>
        </p:spPr>
        <p:txBody>
          <a:bodyPr wrap="square" lIns="91440" tIns="45720" rIns="91440" bIns="45720" rtlCol="0" anchor="t">
            <a:spAutoFit/>
          </a:bodyPr>
          <a:lstStyle/>
          <a:p>
            <a:r>
              <a:rPr lang="en-US">
                <a:cs typeface="Calibri"/>
              </a:rPr>
              <a:t>Once you log into the </a:t>
            </a:r>
            <a:r>
              <a:rPr lang="en-US" err="1">
                <a:cs typeface="Calibri"/>
              </a:rPr>
              <a:t>OneSpan</a:t>
            </a:r>
            <a:r>
              <a:rPr lang="en-US">
                <a:cs typeface="Calibri"/>
              </a:rPr>
              <a:t> website, you will see progress on this Dashboard page</a:t>
            </a:r>
          </a:p>
        </p:txBody>
      </p:sp>
      <p:pic>
        <p:nvPicPr>
          <p:cNvPr id="5" name="Picture 4" descr="A screenshot of a computer&#10;&#10;Description automatically generated">
            <a:extLst>
              <a:ext uri="{FF2B5EF4-FFF2-40B4-BE49-F238E27FC236}">
                <a16:creationId xmlns:a16="http://schemas.microsoft.com/office/drawing/2014/main" id="{6E1B5560-E5E2-C9D4-0570-4B3D8F4F5B4B}"/>
              </a:ext>
            </a:extLst>
          </p:cNvPr>
          <p:cNvPicPr>
            <a:picLocks noChangeAspect="1"/>
          </p:cNvPicPr>
          <p:nvPr/>
        </p:nvPicPr>
        <p:blipFill>
          <a:blip r:embed="rId4"/>
          <a:stretch>
            <a:fillRect/>
          </a:stretch>
        </p:blipFill>
        <p:spPr>
          <a:xfrm>
            <a:off x="64726" y="1178003"/>
            <a:ext cx="9144000" cy="4556449"/>
          </a:xfrm>
          <a:prstGeom prst="rect">
            <a:avLst/>
          </a:prstGeom>
        </p:spPr>
      </p:pic>
    </p:spTree>
    <p:extLst>
      <p:ext uri="{BB962C8B-B14F-4D97-AF65-F5344CB8AC3E}">
        <p14:creationId xmlns:p14="http://schemas.microsoft.com/office/powerpoint/2010/main" val="424853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435A7C82-D157-9CD3-2638-C3188E3EB149}"/>
              </a:ext>
            </a:extLst>
          </p:cNvPr>
          <p:cNvSpPr>
            <a:spLocks noGrp="1"/>
          </p:cNvSpPr>
          <p:nvPr>
            <p:ph type="ftr" sz="quarter" idx="11"/>
          </p:nvPr>
        </p:nvSpPr>
        <p:spPr>
          <a:xfrm>
            <a:off x="3789067" y="6291330"/>
            <a:ext cx="923251" cy="365943"/>
          </a:xfrm>
        </p:spPr>
        <p:txBody>
          <a:bodyPr/>
          <a:lstStyle/>
          <a:p>
            <a:r>
              <a:rPr lang="en-US"/>
              <a:t>Confidential</a:t>
            </a:r>
          </a:p>
        </p:txBody>
      </p:sp>
      <p:sp>
        <p:nvSpPr>
          <p:cNvPr id="8" name="Slide Number Placeholder 7">
            <a:extLst>
              <a:ext uri="{FF2B5EF4-FFF2-40B4-BE49-F238E27FC236}">
                <a16:creationId xmlns:a16="http://schemas.microsoft.com/office/drawing/2014/main" id="{FB8438CB-5307-6678-60AE-9C0DD0F13F03}"/>
              </a:ext>
            </a:extLst>
          </p:cNvPr>
          <p:cNvSpPr>
            <a:spLocks noGrp="1"/>
          </p:cNvSpPr>
          <p:nvPr>
            <p:ph type="sldNum" sz="quarter" idx="12"/>
          </p:nvPr>
        </p:nvSpPr>
        <p:spPr/>
        <p:txBody>
          <a:bodyPr/>
          <a:lstStyle/>
          <a:p>
            <a:fld id="{AAB8DC1C-CF51-4F7D-8E83-F954D2933D5A}" type="slidenum">
              <a:rPr lang="en-US" smtClean="0"/>
              <a:t>3</a:t>
            </a:fld>
            <a:endParaRPr lang="en-US"/>
          </a:p>
        </p:txBody>
      </p:sp>
      <p:sp>
        <p:nvSpPr>
          <p:cNvPr id="3" name="Content Placeholder 2">
            <a:extLst>
              <a:ext uri="{FF2B5EF4-FFF2-40B4-BE49-F238E27FC236}">
                <a16:creationId xmlns:a16="http://schemas.microsoft.com/office/drawing/2014/main" id="{F3B61577-D371-AAA2-5D97-362F4BF37816}"/>
              </a:ext>
            </a:extLst>
          </p:cNvPr>
          <p:cNvSpPr>
            <a:spLocks/>
          </p:cNvSpPr>
          <p:nvPr/>
        </p:nvSpPr>
        <p:spPr>
          <a:xfrm>
            <a:off x="1093179" y="2669168"/>
            <a:ext cx="6672812" cy="3047090"/>
          </a:xfrm>
          <a:prstGeom prst="rect">
            <a:avLst/>
          </a:prstGeom>
        </p:spPr>
        <p:txBody>
          <a:bodyPr vert="horz" lIns="91440" tIns="45720" rIns="91440" bIns="45720" rtlCol="0" anchor="t">
            <a:normAutofit/>
          </a:bodyPr>
          <a:lstStyle/>
          <a:p>
            <a:pPr defTabSz="768096">
              <a:spcAft>
                <a:spcPts val="600"/>
              </a:spcAft>
            </a:pPr>
            <a:endParaRPr lang="en-US" sz="1344" kern="1200">
              <a:solidFill>
                <a:schemeClr val="tx1"/>
              </a:solidFill>
              <a:latin typeface="Arial"/>
              <a:ea typeface="+mn-ea"/>
              <a:cs typeface="Calibri"/>
            </a:endParaRPr>
          </a:p>
          <a:p>
            <a:pPr marL="240030" indent="-240030" defTabSz="768096">
              <a:spcAft>
                <a:spcPts val="600"/>
              </a:spcAft>
            </a:pPr>
            <a:endParaRPr lang="en-US" sz="1344" kern="1200">
              <a:solidFill>
                <a:schemeClr val="tx1"/>
              </a:solidFill>
              <a:latin typeface="Arial"/>
              <a:ea typeface="+mn-ea"/>
              <a:cs typeface="Calibri"/>
            </a:endParaRPr>
          </a:p>
          <a:p>
            <a:pPr marL="240030" indent="-240030" defTabSz="768096">
              <a:spcAft>
                <a:spcPts val="600"/>
              </a:spcAft>
            </a:pPr>
            <a:endParaRPr lang="en-US" sz="1344" kern="1200">
              <a:solidFill>
                <a:schemeClr val="tx1"/>
              </a:solidFill>
              <a:latin typeface="Arial"/>
              <a:ea typeface="+mn-ea"/>
              <a:cs typeface="Calibri"/>
            </a:endParaRPr>
          </a:p>
          <a:p>
            <a:pPr defTabSz="768096">
              <a:spcAft>
                <a:spcPts val="600"/>
              </a:spcAft>
            </a:pPr>
            <a:endParaRPr lang="en-US" sz="1344" kern="1200">
              <a:solidFill>
                <a:schemeClr val="tx1"/>
              </a:solidFill>
              <a:latin typeface="Arial"/>
              <a:ea typeface="+mn-ea"/>
              <a:cs typeface="Calibri"/>
            </a:endParaRPr>
          </a:p>
          <a:p>
            <a:pPr>
              <a:spcAft>
                <a:spcPts val="600"/>
              </a:spcAft>
            </a:pPr>
            <a:endParaRPr lang="en-US" sz="2600">
              <a:cs typeface="Calibri"/>
            </a:endParaRPr>
          </a:p>
        </p:txBody>
      </p:sp>
      <p:sp>
        <p:nvSpPr>
          <p:cNvPr id="6" name="TextBox 5">
            <a:extLst>
              <a:ext uri="{FF2B5EF4-FFF2-40B4-BE49-F238E27FC236}">
                <a16:creationId xmlns:a16="http://schemas.microsoft.com/office/drawing/2014/main" id="{ED945774-95E9-0921-054D-F8A7A60AD103}"/>
              </a:ext>
            </a:extLst>
          </p:cNvPr>
          <p:cNvSpPr txBox="1"/>
          <p:nvPr/>
        </p:nvSpPr>
        <p:spPr>
          <a:xfrm>
            <a:off x="878558" y="5827655"/>
            <a:ext cx="6739958" cy="5577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768096">
              <a:spcAft>
                <a:spcPts val="600"/>
              </a:spcAft>
            </a:pPr>
            <a:r>
              <a:rPr lang="en-US" sz="1500" kern="1200">
                <a:latin typeface="+mn-lt"/>
                <a:ea typeface="+mn-ea"/>
                <a:cs typeface="Calibri"/>
              </a:rPr>
              <a:t>Once you see the Dashboard, you will click "New Transaction" in the top </a:t>
            </a:r>
            <a:r>
              <a:rPr lang="en-US" sz="1500">
                <a:cs typeface="Calibri"/>
              </a:rPr>
              <a:t>right </a:t>
            </a:r>
            <a:r>
              <a:rPr lang="en-US" sz="1500" kern="1200">
                <a:latin typeface="+mn-lt"/>
                <a:ea typeface="+mn-ea"/>
                <a:cs typeface="Calibri"/>
              </a:rPr>
              <a:t>corner of the screen. </a:t>
            </a:r>
            <a:endParaRPr lang="en-US" sz="1500"/>
          </a:p>
        </p:txBody>
      </p:sp>
      <p:pic>
        <p:nvPicPr>
          <p:cNvPr id="7" name="Picture 6" descr="A screenshot of a computer&#10;&#10;Description automatically generated">
            <a:extLst>
              <a:ext uri="{FF2B5EF4-FFF2-40B4-BE49-F238E27FC236}">
                <a16:creationId xmlns:a16="http://schemas.microsoft.com/office/drawing/2014/main" id="{18ECAF4B-8140-5085-7B73-6B30C69DC056}"/>
              </a:ext>
            </a:extLst>
          </p:cNvPr>
          <p:cNvPicPr>
            <a:picLocks noChangeAspect="1"/>
          </p:cNvPicPr>
          <p:nvPr/>
        </p:nvPicPr>
        <p:blipFill>
          <a:blip r:embed="rId2"/>
          <a:stretch>
            <a:fillRect/>
          </a:stretch>
        </p:blipFill>
        <p:spPr>
          <a:xfrm>
            <a:off x="394022" y="1819461"/>
            <a:ext cx="3771590" cy="3151050"/>
          </a:xfrm>
          <a:prstGeom prst="rect">
            <a:avLst/>
          </a:prstGeom>
        </p:spPr>
      </p:pic>
      <p:sp>
        <p:nvSpPr>
          <p:cNvPr id="10" name="TextBox 9">
            <a:extLst>
              <a:ext uri="{FF2B5EF4-FFF2-40B4-BE49-F238E27FC236}">
                <a16:creationId xmlns:a16="http://schemas.microsoft.com/office/drawing/2014/main" id="{603C3F45-DD53-6AFD-123E-6DB47ECA8821}"/>
              </a:ext>
            </a:extLst>
          </p:cNvPr>
          <p:cNvSpPr txBox="1"/>
          <p:nvPr/>
        </p:nvSpPr>
        <p:spPr>
          <a:xfrm>
            <a:off x="4899065" y="2453747"/>
            <a:ext cx="2942540" cy="12539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8036" indent="-288036" defTabSz="768096">
              <a:spcAft>
                <a:spcPts val="600"/>
              </a:spcAft>
              <a:buAutoNum type="arabicPeriod"/>
            </a:pPr>
            <a:r>
              <a:rPr lang="en-US" sz="1512" kern="1200">
                <a:solidFill>
                  <a:schemeClr val="tx1"/>
                </a:solidFill>
                <a:latin typeface="+mn-lt"/>
                <a:ea typeface="+mn-ea"/>
                <a:cs typeface="Calibri"/>
              </a:rPr>
              <a:t>Name the transaction</a:t>
            </a:r>
          </a:p>
          <a:p>
            <a:pPr marL="288036" indent="-288036" defTabSz="768096">
              <a:spcAft>
                <a:spcPts val="600"/>
              </a:spcAft>
              <a:buAutoNum type="arabicPeriod"/>
            </a:pPr>
            <a:r>
              <a:rPr lang="en-US" sz="1512" kern="1200">
                <a:solidFill>
                  <a:schemeClr val="tx1"/>
                </a:solidFill>
                <a:latin typeface="+mn-lt"/>
                <a:ea typeface="+mn-ea"/>
                <a:cs typeface="Calibri"/>
              </a:rPr>
              <a:t>Select Template if applicable</a:t>
            </a:r>
          </a:p>
          <a:p>
            <a:pPr marL="288036" indent="-288036" defTabSz="768096">
              <a:spcAft>
                <a:spcPts val="600"/>
              </a:spcAft>
              <a:buAutoNum type="arabicPeriod"/>
            </a:pPr>
            <a:r>
              <a:rPr lang="en-US" sz="1512" kern="1200">
                <a:solidFill>
                  <a:schemeClr val="tx1"/>
                </a:solidFill>
                <a:latin typeface="+mn-lt"/>
                <a:ea typeface="+mn-ea"/>
                <a:cs typeface="Calibri"/>
              </a:rPr>
              <a:t>Select “</a:t>
            </a:r>
            <a:r>
              <a:rPr lang="en-US" sz="1512" kern="1200" err="1">
                <a:solidFill>
                  <a:schemeClr val="tx1"/>
                </a:solidFill>
                <a:latin typeface="+mn-lt"/>
                <a:ea typeface="+mn-ea"/>
                <a:cs typeface="Calibri"/>
              </a:rPr>
              <a:t>eSign</a:t>
            </a:r>
            <a:r>
              <a:rPr lang="en-US" sz="1512" kern="1200">
                <a:solidFill>
                  <a:schemeClr val="tx1"/>
                </a:solidFill>
                <a:latin typeface="+mn-lt"/>
                <a:ea typeface="+mn-ea"/>
                <a:cs typeface="Calibri"/>
              </a:rPr>
              <a:t>”</a:t>
            </a:r>
          </a:p>
          <a:p>
            <a:pPr marL="288036" indent="-288036" defTabSz="768096">
              <a:spcAft>
                <a:spcPts val="600"/>
              </a:spcAft>
              <a:buAutoNum type="arabicPeriod"/>
            </a:pPr>
            <a:r>
              <a:rPr lang="en-US" sz="1512" kern="1200">
                <a:solidFill>
                  <a:schemeClr val="tx1"/>
                </a:solidFill>
                <a:latin typeface="+mn-lt"/>
                <a:ea typeface="+mn-ea"/>
                <a:cs typeface="Calibri"/>
              </a:rPr>
              <a:t>Click create</a:t>
            </a:r>
            <a:endParaRPr lang="en-US">
              <a:cs typeface="Calibri"/>
            </a:endParaRPr>
          </a:p>
        </p:txBody>
      </p:sp>
      <p:pic>
        <p:nvPicPr>
          <p:cNvPr id="12" name="Picture 2" descr="ClearOne Advantage">
            <a:extLst>
              <a:ext uri="{FF2B5EF4-FFF2-40B4-BE49-F238E27FC236}">
                <a16:creationId xmlns:a16="http://schemas.microsoft.com/office/drawing/2014/main" id="{8BE3577D-37C6-55FD-6846-12421E4DB6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 y="98081"/>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A669EBF9-BC0C-15D0-DE66-7EF3D4511B32}"/>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420293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E164A-9DE2-3C44-AED9-45A195A39AB0}"/>
              </a:ext>
            </a:extLst>
          </p:cNvPr>
          <p:cNvSpPr>
            <a:spLocks noGrp="1"/>
          </p:cNvSpPr>
          <p:nvPr>
            <p:ph type="title"/>
          </p:nvPr>
        </p:nvSpPr>
        <p:spPr>
          <a:xfrm>
            <a:off x="990262" y="847772"/>
            <a:ext cx="7175964" cy="709865"/>
          </a:xfrm>
        </p:spPr>
        <p:txBody>
          <a:bodyPr>
            <a:normAutofit fontScale="90000"/>
          </a:bodyPr>
          <a:lstStyle/>
          <a:p>
            <a:r>
              <a:rPr lang="en-US" sz="4300">
                <a:solidFill>
                  <a:srgbClr val="FFFFFF"/>
                </a:solidFill>
                <a:ea typeface="Calibri Light"/>
                <a:cs typeface="Calibri Light" panose="020F0302020204030204"/>
              </a:rPr>
              <a:t>Sending Documents Via OneSpan</a:t>
            </a:r>
          </a:p>
        </p:txBody>
      </p:sp>
      <p:sp>
        <p:nvSpPr>
          <p:cNvPr id="12" name="Footer Placeholder 11">
            <a:extLst>
              <a:ext uri="{FF2B5EF4-FFF2-40B4-BE49-F238E27FC236}">
                <a16:creationId xmlns:a16="http://schemas.microsoft.com/office/drawing/2014/main" id="{F9C91395-C14C-FFF9-89B4-7DF45E1926F8}"/>
              </a:ext>
            </a:extLst>
          </p:cNvPr>
          <p:cNvSpPr>
            <a:spLocks noGrp="1"/>
          </p:cNvSpPr>
          <p:nvPr>
            <p:ph type="ftr" sz="quarter" idx="11"/>
          </p:nvPr>
        </p:nvSpPr>
        <p:spPr>
          <a:xfrm>
            <a:off x="3853333" y="6318872"/>
            <a:ext cx="904889" cy="365943"/>
          </a:xfrm>
        </p:spPr>
        <p:txBody>
          <a:bodyPr/>
          <a:lstStyle/>
          <a:p>
            <a:r>
              <a:rPr lang="en-US"/>
              <a:t>Confidential</a:t>
            </a:r>
          </a:p>
        </p:txBody>
      </p:sp>
      <p:sp>
        <p:nvSpPr>
          <p:cNvPr id="10" name="Slide Number Placeholder 9">
            <a:extLst>
              <a:ext uri="{FF2B5EF4-FFF2-40B4-BE49-F238E27FC236}">
                <a16:creationId xmlns:a16="http://schemas.microsoft.com/office/drawing/2014/main" id="{51C418AA-7B28-53AA-32E5-A1B1D2174D4A}"/>
              </a:ext>
            </a:extLst>
          </p:cNvPr>
          <p:cNvSpPr>
            <a:spLocks noGrp="1"/>
          </p:cNvSpPr>
          <p:nvPr>
            <p:ph type="sldNum" sz="quarter" idx="12"/>
          </p:nvPr>
        </p:nvSpPr>
        <p:spPr/>
        <p:txBody>
          <a:bodyPr/>
          <a:lstStyle/>
          <a:p>
            <a:fld id="{AAB8DC1C-CF51-4F7D-8E83-F954D2933D5A}" type="slidenum">
              <a:rPr lang="en-US" smtClean="0"/>
              <a:t>4</a:t>
            </a:fld>
            <a:endParaRPr lang="en-US"/>
          </a:p>
        </p:txBody>
      </p:sp>
      <p:sp>
        <p:nvSpPr>
          <p:cNvPr id="3" name="Content Placeholder 2">
            <a:extLst>
              <a:ext uri="{FF2B5EF4-FFF2-40B4-BE49-F238E27FC236}">
                <a16:creationId xmlns:a16="http://schemas.microsoft.com/office/drawing/2014/main" id="{FD36CBAE-12CD-72F8-5335-A788904AB495}"/>
              </a:ext>
            </a:extLst>
          </p:cNvPr>
          <p:cNvSpPr>
            <a:spLocks/>
          </p:cNvSpPr>
          <p:nvPr/>
        </p:nvSpPr>
        <p:spPr>
          <a:xfrm>
            <a:off x="2005789" y="2348161"/>
            <a:ext cx="5328145" cy="3460936"/>
          </a:xfrm>
          <a:prstGeom prst="rect">
            <a:avLst/>
          </a:prstGeom>
        </p:spPr>
        <p:txBody>
          <a:bodyPr vert="horz" lIns="91440" tIns="45720" rIns="91440" bIns="45720" rtlCol="0" anchor="t">
            <a:normAutofit/>
          </a:bodyPr>
          <a:lstStyle/>
          <a:p>
            <a:pPr defTabSz="612648">
              <a:spcAft>
                <a:spcPts val="600"/>
              </a:spcAft>
            </a:pPr>
            <a:endParaRPr lang="en-US" sz="1072" kern="1200">
              <a:solidFill>
                <a:schemeClr val="tx1"/>
              </a:solidFill>
              <a:latin typeface="+mn-lt"/>
              <a:ea typeface="+mn-ea"/>
              <a:cs typeface="Calibri" panose="020F0502020204030204"/>
            </a:endParaRPr>
          </a:p>
          <a:p>
            <a:pPr marL="0" indent="0">
              <a:spcAft>
                <a:spcPts val="600"/>
              </a:spcAft>
              <a:buNone/>
            </a:pPr>
            <a:endParaRPr lang="en-US">
              <a:cs typeface="Calibri" panose="020F0502020204030204"/>
            </a:endParaRPr>
          </a:p>
        </p:txBody>
      </p:sp>
      <p:sp>
        <p:nvSpPr>
          <p:cNvPr id="5" name="Slide Number Placeholder 4">
            <a:extLst>
              <a:ext uri="{FF2B5EF4-FFF2-40B4-BE49-F238E27FC236}">
                <a16:creationId xmlns:a16="http://schemas.microsoft.com/office/drawing/2014/main" id="{B6D90DB4-F8C5-E017-CED3-91079123D896}"/>
              </a:ext>
            </a:extLst>
          </p:cNvPr>
          <p:cNvSpPr>
            <a:spLocks/>
          </p:cNvSpPr>
          <p:nvPr/>
        </p:nvSpPr>
        <p:spPr>
          <a:xfrm>
            <a:off x="5943984" y="5930289"/>
            <a:ext cx="1389951" cy="246673"/>
          </a:xfrm>
          <a:prstGeom prst="rect">
            <a:avLst/>
          </a:prstGeom>
        </p:spPr>
        <p:txBody>
          <a:bodyPr lIns="91440" tIns="45720" rIns="91440" bIns="45720" anchor="t"/>
          <a:lstStyle/>
          <a:p>
            <a:pPr defTabSz="612648">
              <a:spcAft>
                <a:spcPts val="600"/>
              </a:spcAft>
            </a:pPr>
            <a:endParaRPr lang="en-US" sz="1200"/>
          </a:p>
        </p:txBody>
      </p:sp>
      <p:pic>
        <p:nvPicPr>
          <p:cNvPr id="7" name="Picture 6">
            <a:extLst>
              <a:ext uri="{FF2B5EF4-FFF2-40B4-BE49-F238E27FC236}">
                <a16:creationId xmlns:a16="http://schemas.microsoft.com/office/drawing/2014/main" id="{597D1F80-F83D-6D13-9055-1C3A78D4349D}"/>
              </a:ext>
            </a:extLst>
          </p:cNvPr>
          <p:cNvPicPr>
            <a:picLocks noChangeAspect="1"/>
          </p:cNvPicPr>
          <p:nvPr/>
        </p:nvPicPr>
        <p:blipFill>
          <a:blip r:embed="rId2"/>
          <a:stretch>
            <a:fillRect/>
          </a:stretch>
        </p:blipFill>
        <p:spPr>
          <a:xfrm>
            <a:off x="993516" y="2271992"/>
            <a:ext cx="6153158" cy="2960853"/>
          </a:xfrm>
          <a:prstGeom prst="rect">
            <a:avLst/>
          </a:prstGeom>
        </p:spPr>
      </p:pic>
      <p:sp>
        <p:nvSpPr>
          <p:cNvPr id="8" name="Arrow: Left 7">
            <a:extLst>
              <a:ext uri="{FF2B5EF4-FFF2-40B4-BE49-F238E27FC236}">
                <a16:creationId xmlns:a16="http://schemas.microsoft.com/office/drawing/2014/main" id="{D47A234B-ABED-C6FF-1B4E-35CCD152EB0E}"/>
              </a:ext>
            </a:extLst>
          </p:cNvPr>
          <p:cNvSpPr/>
          <p:nvPr/>
        </p:nvSpPr>
        <p:spPr>
          <a:xfrm>
            <a:off x="2920573" y="3134543"/>
            <a:ext cx="660999" cy="32741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3441AF9-6AD3-47FA-AF5B-C2109B9AEE3D}"/>
              </a:ext>
            </a:extLst>
          </p:cNvPr>
          <p:cNvSpPr txBox="1"/>
          <p:nvPr/>
        </p:nvSpPr>
        <p:spPr>
          <a:xfrm>
            <a:off x="7337297" y="2504378"/>
            <a:ext cx="1446656" cy="1916294"/>
          </a:xfrm>
          <a:prstGeom prst="rect">
            <a:avLst/>
          </a:prstGeom>
          <a:noFill/>
        </p:spPr>
        <p:txBody>
          <a:bodyPr wrap="square" rtlCol="0">
            <a:spAutoFit/>
          </a:bodyPr>
          <a:lstStyle/>
          <a:p>
            <a:pPr defTabSz="612648">
              <a:spcAft>
                <a:spcPts val="600"/>
              </a:spcAft>
            </a:pPr>
            <a:r>
              <a:rPr lang="en-US" sz="1206" kern="1200">
                <a:solidFill>
                  <a:schemeClr val="tx1"/>
                </a:solidFill>
                <a:latin typeface="+mn-lt"/>
                <a:ea typeface="+mn-ea"/>
                <a:cs typeface="+mn-cs"/>
              </a:rPr>
              <a:t>Either upload your document where it says “Add Document”</a:t>
            </a:r>
          </a:p>
          <a:p>
            <a:pPr defTabSz="612648">
              <a:spcAft>
                <a:spcPts val="600"/>
              </a:spcAft>
            </a:pPr>
            <a:r>
              <a:rPr lang="en-US" sz="1206" kern="1200">
                <a:solidFill>
                  <a:schemeClr val="tx1"/>
                </a:solidFill>
                <a:latin typeface="+mn-lt"/>
                <a:ea typeface="+mn-ea"/>
                <a:cs typeface="+mn-cs"/>
              </a:rPr>
              <a:t>Or</a:t>
            </a:r>
          </a:p>
          <a:p>
            <a:pPr defTabSz="612648">
              <a:spcAft>
                <a:spcPts val="600"/>
              </a:spcAft>
            </a:pPr>
            <a:r>
              <a:rPr lang="en-US" sz="1206" kern="1200">
                <a:solidFill>
                  <a:schemeClr val="tx1"/>
                </a:solidFill>
                <a:latin typeface="+mn-lt"/>
                <a:ea typeface="+mn-ea"/>
                <a:cs typeface="+mn-cs"/>
              </a:rPr>
              <a:t>You can drag and drop your document in the designated area </a:t>
            </a:r>
            <a:endParaRPr lang="en-US"/>
          </a:p>
        </p:txBody>
      </p:sp>
      <p:pic>
        <p:nvPicPr>
          <p:cNvPr id="11" name="Picture 2" descr="ClearOne Advantage">
            <a:extLst>
              <a:ext uri="{FF2B5EF4-FFF2-40B4-BE49-F238E27FC236}">
                <a16:creationId xmlns:a16="http://schemas.microsoft.com/office/drawing/2014/main" id="{406BA64D-9B51-5ABC-CF8B-4701A58687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431" y="98081"/>
            <a:ext cx="1395194" cy="39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297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4ED71-678D-2827-019E-3A314248229A}"/>
              </a:ext>
            </a:extLst>
          </p:cNvPr>
          <p:cNvSpPr>
            <a:spLocks noGrp="1"/>
          </p:cNvSpPr>
          <p:nvPr>
            <p:ph type="title"/>
          </p:nvPr>
        </p:nvSpPr>
        <p:spPr>
          <a:xfrm>
            <a:off x="473202" y="630936"/>
            <a:ext cx="6190148" cy="1463040"/>
          </a:xfrm>
        </p:spPr>
        <p:txBody>
          <a:bodyPr anchor="ctr">
            <a:normAutofit/>
          </a:bodyPr>
          <a:lstStyle/>
          <a:p>
            <a:r>
              <a:rPr lang="en-US">
                <a:solidFill>
                  <a:srgbClr val="FFFFFF"/>
                </a:solidFill>
              </a:rPr>
              <a:t>Sending Documents Via OneSpan</a:t>
            </a:r>
          </a:p>
        </p:txBody>
      </p:sp>
      <p:sp>
        <p:nvSpPr>
          <p:cNvPr id="3" name="Content Placeholder 2">
            <a:extLst>
              <a:ext uri="{FF2B5EF4-FFF2-40B4-BE49-F238E27FC236}">
                <a16:creationId xmlns:a16="http://schemas.microsoft.com/office/drawing/2014/main" id="{910A2332-D4EE-8A92-D206-41A8B08A4505}"/>
              </a:ext>
            </a:extLst>
          </p:cNvPr>
          <p:cNvSpPr>
            <a:spLocks noGrp="1"/>
          </p:cNvSpPr>
          <p:nvPr>
            <p:ph idx="1"/>
          </p:nvPr>
        </p:nvSpPr>
        <p:spPr>
          <a:xfrm>
            <a:off x="3355846" y="630936"/>
            <a:ext cx="5305807" cy="1463040"/>
          </a:xfrm>
        </p:spPr>
        <p:txBody>
          <a:bodyPr vert="horz" lIns="91440" tIns="45720" rIns="91440" bIns="45720" rtlCol="0" anchor="ctr">
            <a:normAutofit/>
          </a:bodyPr>
          <a:lstStyle/>
          <a:p>
            <a:pPr marL="0" indent="0">
              <a:buNone/>
            </a:pPr>
            <a:endParaRPr lang="en-US" sz="1900">
              <a:solidFill>
                <a:srgbClr val="FFFFFF"/>
              </a:solidFill>
              <a:cs typeface="Calibri" panose="020F0502020204030204"/>
            </a:endParaRPr>
          </a:p>
          <a:p>
            <a:pPr marL="0" indent="0">
              <a:buNone/>
            </a:pPr>
            <a:endParaRPr lang="en-US" sz="1900">
              <a:solidFill>
                <a:srgbClr val="FFFFFF"/>
              </a:solidFill>
              <a:cs typeface="Calibri" panose="020F0502020204030204"/>
            </a:endParaRPr>
          </a:p>
          <a:p>
            <a:pPr marL="0" indent="0">
              <a:buNone/>
            </a:pPr>
            <a:endParaRPr lang="en-US" sz="1900">
              <a:solidFill>
                <a:srgbClr val="FFFFFF"/>
              </a:solidFill>
              <a:cs typeface="Calibri" panose="020F0502020204030204"/>
            </a:endParaRPr>
          </a:p>
          <a:p>
            <a:pPr marL="0" indent="0">
              <a:buNone/>
            </a:pPr>
            <a:endParaRPr lang="en-US" sz="1900">
              <a:solidFill>
                <a:srgbClr val="FFFFFF"/>
              </a:solidFill>
              <a:cs typeface="Calibri" panose="020F0502020204030204"/>
            </a:endParaRPr>
          </a:p>
        </p:txBody>
      </p:sp>
      <p:sp>
        <p:nvSpPr>
          <p:cNvPr id="10" name="Footer Placeholder 9">
            <a:extLst>
              <a:ext uri="{FF2B5EF4-FFF2-40B4-BE49-F238E27FC236}">
                <a16:creationId xmlns:a16="http://schemas.microsoft.com/office/drawing/2014/main" id="{8CB11409-0584-F892-04F8-2A8DCA09FEA5}"/>
              </a:ext>
            </a:extLst>
          </p:cNvPr>
          <p:cNvSpPr>
            <a:spLocks noGrp="1"/>
          </p:cNvSpPr>
          <p:nvPr>
            <p:ph type="ftr" sz="quarter" idx="11"/>
          </p:nvPr>
        </p:nvSpPr>
        <p:spPr>
          <a:xfrm>
            <a:off x="4110392" y="6318871"/>
            <a:ext cx="923251" cy="320040"/>
          </a:xfrm>
        </p:spPr>
        <p:txBody>
          <a:bodyPr/>
          <a:lstStyle/>
          <a:p>
            <a:r>
              <a:rPr lang="en-US" err="1"/>
              <a:t>Confiential</a:t>
            </a:r>
          </a:p>
        </p:txBody>
      </p:sp>
      <p:sp>
        <p:nvSpPr>
          <p:cNvPr id="5" name="Slide Number Placeholder 4">
            <a:extLst>
              <a:ext uri="{FF2B5EF4-FFF2-40B4-BE49-F238E27FC236}">
                <a16:creationId xmlns:a16="http://schemas.microsoft.com/office/drawing/2014/main" id="{419CC42A-9AF3-E058-EE45-9A5E72D01432}"/>
              </a:ext>
            </a:extLst>
          </p:cNvPr>
          <p:cNvSpPr>
            <a:spLocks noGrp="1"/>
          </p:cNvSpPr>
          <p:nvPr>
            <p:ph type="sldNum" sz="quarter" idx="12"/>
          </p:nvPr>
        </p:nvSpPr>
        <p:spPr/>
        <p:txBody>
          <a:bodyPr>
            <a:normAutofit/>
          </a:bodyPr>
          <a:lstStyle/>
          <a:p>
            <a:pPr>
              <a:spcAft>
                <a:spcPts val="600"/>
              </a:spcAft>
            </a:pPr>
            <a:fld id="{AAB8DC1C-CF51-4F7D-8E83-F954D2933D5A}" type="slidenum">
              <a:rPr lang="en-US" smtClean="0"/>
              <a:pPr>
                <a:spcAft>
                  <a:spcPts val="600"/>
                </a:spcAft>
              </a:pPr>
              <a:t>5</a:t>
            </a:fld>
            <a:endParaRPr lang="en-US"/>
          </a:p>
        </p:txBody>
      </p:sp>
      <p:pic>
        <p:nvPicPr>
          <p:cNvPr id="7" name="Picture 6">
            <a:extLst>
              <a:ext uri="{FF2B5EF4-FFF2-40B4-BE49-F238E27FC236}">
                <a16:creationId xmlns:a16="http://schemas.microsoft.com/office/drawing/2014/main" id="{C814C566-0B6A-8453-E585-071E6B28533A}"/>
              </a:ext>
            </a:extLst>
          </p:cNvPr>
          <p:cNvPicPr>
            <a:picLocks noChangeAspect="1"/>
          </p:cNvPicPr>
          <p:nvPr/>
        </p:nvPicPr>
        <p:blipFill>
          <a:blip r:embed="rId2"/>
          <a:stretch>
            <a:fillRect/>
          </a:stretch>
        </p:blipFill>
        <p:spPr>
          <a:xfrm>
            <a:off x="326898" y="2636562"/>
            <a:ext cx="8188452" cy="2231353"/>
          </a:xfrm>
          <a:prstGeom prst="rect">
            <a:avLst/>
          </a:prstGeom>
        </p:spPr>
      </p:pic>
      <p:sp>
        <p:nvSpPr>
          <p:cNvPr id="8" name="TextBox 7">
            <a:extLst>
              <a:ext uri="{FF2B5EF4-FFF2-40B4-BE49-F238E27FC236}">
                <a16:creationId xmlns:a16="http://schemas.microsoft.com/office/drawing/2014/main" id="{4A96547E-D875-03A7-AC23-D101FB27EA43}"/>
              </a:ext>
            </a:extLst>
          </p:cNvPr>
          <p:cNvSpPr txBox="1"/>
          <p:nvPr/>
        </p:nvSpPr>
        <p:spPr>
          <a:xfrm>
            <a:off x="869132" y="5106154"/>
            <a:ext cx="6735779" cy="923330"/>
          </a:xfrm>
          <a:prstGeom prst="rect">
            <a:avLst/>
          </a:prstGeom>
          <a:noFill/>
        </p:spPr>
        <p:txBody>
          <a:bodyPr wrap="square" rtlCol="0">
            <a:spAutoFit/>
          </a:bodyPr>
          <a:lstStyle/>
          <a:p>
            <a:r>
              <a:rPr lang="en-US"/>
              <a:t>Enter the clients name and the email address you are sending the document to.</a:t>
            </a:r>
          </a:p>
          <a:p>
            <a:pPr marL="285750" indent="-285750">
              <a:buFont typeface="Arial" panose="020B0604020202020204" pitchFamily="34" charset="0"/>
              <a:buChar char="•"/>
            </a:pPr>
            <a:r>
              <a:rPr lang="en-US"/>
              <a:t>If two clients, repeat steps after clicking “Add Recipient”</a:t>
            </a:r>
          </a:p>
        </p:txBody>
      </p:sp>
      <p:pic>
        <p:nvPicPr>
          <p:cNvPr id="6" name="Picture 2" descr="ClearOne Advantage">
            <a:extLst>
              <a:ext uri="{FF2B5EF4-FFF2-40B4-BE49-F238E27FC236}">
                <a16:creationId xmlns:a16="http://schemas.microsoft.com/office/drawing/2014/main" id="{24120AF3-0C24-D39F-177E-DEC2A11B9E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70" y="125623"/>
            <a:ext cx="1395194" cy="39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6071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Content Placeholder 16">
            <a:extLst>
              <a:ext uri="{FF2B5EF4-FFF2-40B4-BE49-F238E27FC236}">
                <a16:creationId xmlns:a16="http://schemas.microsoft.com/office/drawing/2014/main" id="{B820CCDD-9816-88B6-5D35-59C611151E1F}"/>
              </a:ext>
            </a:extLst>
          </p:cNvPr>
          <p:cNvPicPr>
            <a:picLocks noGrp="1" noChangeAspect="1"/>
          </p:cNvPicPr>
          <p:nvPr>
            <p:ph idx="1"/>
          </p:nvPr>
        </p:nvPicPr>
        <p:blipFill>
          <a:blip r:embed="rId2"/>
          <a:stretch>
            <a:fillRect/>
          </a:stretch>
        </p:blipFill>
        <p:spPr>
          <a:xfrm>
            <a:off x="1071939" y="1896577"/>
            <a:ext cx="6346825" cy="3052065"/>
          </a:xfrm>
        </p:spPr>
      </p:pic>
      <p:sp>
        <p:nvSpPr>
          <p:cNvPr id="19" name="Footer Placeholder 18">
            <a:extLst>
              <a:ext uri="{FF2B5EF4-FFF2-40B4-BE49-F238E27FC236}">
                <a16:creationId xmlns:a16="http://schemas.microsoft.com/office/drawing/2014/main" id="{5CA0F49E-CC8D-599E-9C58-E1B681493BEE}"/>
              </a:ext>
            </a:extLst>
          </p:cNvPr>
          <p:cNvSpPr>
            <a:spLocks noGrp="1"/>
          </p:cNvSpPr>
          <p:nvPr>
            <p:ph type="ftr" sz="quarter" idx="11"/>
          </p:nvPr>
        </p:nvSpPr>
        <p:spPr>
          <a:xfrm>
            <a:off x="4119574" y="6318871"/>
            <a:ext cx="914070" cy="320040"/>
          </a:xfrm>
        </p:spPr>
        <p:txBody>
          <a:bodyPr/>
          <a:lstStyle/>
          <a:p>
            <a:r>
              <a:rPr lang="en-US"/>
              <a:t>Confidential</a:t>
            </a:r>
          </a:p>
        </p:txBody>
      </p:sp>
      <p:sp>
        <p:nvSpPr>
          <p:cNvPr id="5" name="Slide Number Placeholder 4">
            <a:extLst>
              <a:ext uri="{FF2B5EF4-FFF2-40B4-BE49-F238E27FC236}">
                <a16:creationId xmlns:a16="http://schemas.microsoft.com/office/drawing/2014/main" id="{7D6F3C24-6EF3-4F6F-C8C4-C870521A3130}"/>
              </a:ext>
            </a:extLst>
          </p:cNvPr>
          <p:cNvSpPr>
            <a:spLocks noGrp="1"/>
          </p:cNvSpPr>
          <p:nvPr>
            <p:ph type="sldNum" sz="quarter" idx="12"/>
          </p:nvPr>
        </p:nvSpPr>
        <p:spPr/>
        <p:txBody>
          <a:bodyPr>
            <a:normAutofit/>
          </a:bodyPr>
          <a:lstStyle/>
          <a:p>
            <a:pPr>
              <a:spcAft>
                <a:spcPts val="600"/>
              </a:spcAft>
            </a:pPr>
            <a:fld id="{AAB8DC1C-CF51-4F7D-8E83-F954D2933D5A}" type="slidenum">
              <a:rPr lang="en-US" smtClean="0"/>
              <a:pPr>
                <a:spcAft>
                  <a:spcPts val="600"/>
                </a:spcAft>
              </a:pPr>
              <a:t>6</a:t>
            </a:fld>
            <a:endParaRPr lang="en-US"/>
          </a:p>
        </p:txBody>
      </p:sp>
      <p:sp>
        <p:nvSpPr>
          <p:cNvPr id="2" name="TextBox 1">
            <a:extLst>
              <a:ext uri="{FF2B5EF4-FFF2-40B4-BE49-F238E27FC236}">
                <a16:creationId xmlns:a16="http://schemas.microsoft.com/office/drawing/2014/main" id="{70069B46-7838-D240-0E11-E710C365B70A}"/>
              </a:ext>
            </a:extLst>
          </p:cNvPr>
          <p:cNvSpPr txBox="1"/>
          <p:nvPr/>
        </p:nvSpPr>
        <p:spPr>
          <a:xfrm>
            <a:off x="1204112" y="689528"/>
            <a:ext cx="4581053" cy="1077218"/>
          </a:xfrm>
          <a:prstGeom prst="rect">
            <a:avLst/>
          </a:prstGeom>
          <a:noFill/>
        </p:spPr>
        <p:txBody>
          <a:bodyPr wrap="square" rtlCol="0">
            <a:spAutoFit/>
          </a:bodyPr>
          <a:lstStyle/>
          <a:p>
            <a:r>
              <a:rPr lang="en-US" sz="3200" b="1">
                <a:solidFill>
                  <a:schemeClr val="bg1"/>
                </a:solidFill>
                <a:latin typeface="+mj-lt"/>
                <a:cs typeface="Calibri Light"/>
              </a:rPr>
              <a:t>Sending Documents Via OneSpan</a:t>
            </a:r>
            <a:endParaRPr lang="en-US" sz="3200">
              <a:solidFill>
                <a:schemeClr val="bg1"/>
              </a:solidFill>
              <a:latin typeface="+mj-lt"/>
            </a:endParaRPr>
          </a:p>
        </p:txBody>
      </p:sp>
      <p:sp>
        <p:nvSpPr>
          <p:cNvPr id="8" name="TextBox 7">
            <a:extLst>
              <a:ext uri="{FF2B5EF4-FFF2-40B4-BE49-F238E27FC236}">
                <a16:creationId xmlns:a16="http://schemas.microsoft.com/office/drawing/2014/main" id="{C71979FC-ACC4-FA79-B5F2-5C54505A611D}"/>
              </a:ext>
            </a:extLst>
          </p:cNvPr>
          <p:cNvSpPr txBox="1"/>
          <p:nvPr/>
        </p:nvSpPr>
        <p:spPr>
          <a:xfrm>
            <a:off x="7543237" y="2308634"/>
            <a:ext cx="1410640" cy="2800767"/>
          </a:xfrm>
          <a:prstGeom prst="rect">
            <a:avLst/>
          </a:prstGeom>
          <a:noFill/>
        </p:spPr>
        <p:txBody>
          <a:bodyPr wrap="square" rtlCol="0">
            <a:spAutoFit/>
          </a:bodyPr>
          <a:lstStyle/>
          <a:p>
            <a:r>
              <a:rPr lang="en-US" sz="1600"/>
              <a:t>From the left side of the page select what is needed and drag it to the correct spot</a:t>
            </a:r>
          </a:p>
          <a:p>
            <a:pPr marL="285750" indent="-285750">
              <a:buFont typeface="Arial" panose="020B0604020202020204" pitchFamily="34" charset="0"/>
              <a:buChar char="•"/>
            </a:pPr>
            <a:r>
              <a:rPr lang="en-US" sz="1600"/>
              <a:t>Signature</a:t>
            </a:r>
          </a:p>
          <a:p>
            <a:pPr marL="285750" indent="-285750">
              <a:buFont typeface="Arial" panose="020B0604020202020204" pitchFamily="34" charset="0"/>
              <a:buChar char="•"/>
            </a:pPr>
            <a:r>
              <a:rPr lang="en-US" sz="1600"/>
              <a:t>Initials</a:t>
            </a:r>
          </a:p>
          <a:p>
            <a:pPr marL="285750" indent="-285750">
              <a:buFont typeface="Arial" panose="020B0604020202020204" pitchFamily="34" charset="0"/>
              <a:buChar char="•"/>
            </a:pPr>
            <a:r>
              <a:rPr lang="en-US" sz="1600"/>
              <a:t>Date </a:t>
            </a:r>
          </a:p>
        </p:txBody>
      </p:sp>
      <p:sp>
        <p:nvSpPr>
          <p:cNvPr id="9" name="Arrow: Left 8">
            <a:extLst>
              <a:ext uri="{FF2B5EF4-FFF2-40B4-BE49-F238E27FC236}">
                <a16:creationId xmlns:a16="http://schemas.microsoft.com/office/drawing/2014/main" id="{4C1B29D2-D440-19D2-8278-3D660C774119}"/>
              </a:ext>
            </a:extLst>
          </p:cNvPr>
          <p:cNvSpPr/>
          <p:nvPr/>
        </p:nvSpPr>
        <p:spPr>
          <a:xfrm>
            <a:off x="2283492" y="2891000"/>
            <a:ext cx="954323" cy="53415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Left 10">
            <a:extLst>
              <a:ext uri="{FF2B5EF4-FFF2-40B4-BE49-F238E27FC236}">
                <a16:creationId xmlns:a16="http://schemas.microsoft.com/office/drawing/2014/main" id="{D470C328-9123-C2BA-1BA0-5E47FEF91E05}"/>
              </a:ext>
            </a:extLst>
          </p:cNvPr>
          <p:cNvSpPr/>
          <p:nvPr/>
        </p:nvSpPr>
        <p:spPr>
          <a:xfrm>
            <a:off x="4241603" y="3526780"/>
            <a:ext cx="995881" cy="334978"/>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Left 12">
            <a:extLst>
              <a:ext uri="{FF2B5EF4-FFF2-40B4-BE49-F238E27FC236}">
                <a16:creationId xmlns:a16="http://schemas.microsoft.com/office/drawing/2014/main" id="{F636C129-0F1E-0EB5-712F-27048833FDAD}"/>
              </a:ext>
            </a:extLst>
          </p:cNvPr>
          <p:cNvSpPr/>
          <p:nvPr/>
        </p:nvSpPr>
        <p:spPr>
          <a:xfrm>
            <a:off x="5785401" y="4290081"/>
            <a:ext cx="1213165" cy="334978"/>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ClearOne Advantage">
            <a:extLst>
              <a:ext uri="{FF2B5EF4-FFF2-40B4-BE49-F238E27FC236}">
                <a16:creationId xmlns:a16="http://schemas.microsoft.com/office/drawing/2014/main" id="{AC5E9B20-332B-C93C-1FD8-14C6E2FDB2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973" y="125623"/>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6" name="Arrow: Down 5">
            <a:extLst>
              <a:ext uri="{FF2B5EF4-FFF2-40B4-BE49-F238E27FC236}">
                <a16:creationId xmlns:a16="http://schemas.microsoft.com/office/drawing/2014/main" id="{C2171EB1-54BA-1CD3-9FB5-092DFB4A35F2}"/>
              </a:ext>
            </a:extLst>
          </p:cNvPr>
          <p:cNvSpPr/>
          <p:nvPr/>
        </p:nvSpPr>
        <p:spPr>
          <a:xfrm>
            <a:off x="1276160" y="1985280"/>
            <a:ext cx="734457" cy="9088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3873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79E51-B9E1-A08B-6573-3C18B32B4F97}"/>
              </a:ext>
            </a:extLst>
          </p:cNvPr>
          <p:cNvSpPr>
            <a:spLocks noGrp="1"/>
          </p:cNvSpPr>
          <p:nvPr>
            <p:ph type="title"/>
          </p:nvPr>
        </p:nvSpPr>
        <p:spPr>
          <a:xfrm>
            <a:off x="1065617" y="1063417"/>
            <a:ext cx="6345260" cy="709865"/>
          </a:xfrm>
        </p:spPr>
        <p:txBody>
          <a:bodyPr/>
          <a:lstStyle/>
          <a:p>
            <a:r>
              <a:rPr lang="en-US"/>
              <a:t>Sending Documents Via OneSpan</a:t>
            </a:r>
            <a:br>
              <a:rPr lang="en-US"/>
            </a:br>
            <a:endParaRPr lang="en-US"/>
          </a:p>
        </p:txBody>
      </p:sp>
      <p:sp>
        <p:nvSpPr>
          <p:cNvPr id="9" name="Footer Placeholder 8">
            <a:extLst>
              <a:ext uri="{FF2B5EF4-FFF2-40B4-BE49-F238E27FC236}">
                <a16:creationId xmlns:a16="http://schemas.microsoft.com/office/drawing/2014/main" id="{9A93213A-BC94-0396-218D-57EE932EFD3F}"/>
              </a:ext>
            </a:extLst>
          </p:cNvPr>
          <p:cNvSpPr>
            <a:spLocks noGrp="1"/>
          </p:cNvSpPr>
          <p:nvPr>
            <p:ph type="ftr" sz="quarter" idx="11"/>
          </p:nvPr>
        </p:nvSpPr>
        <p:spPr>
          <a:xfrm>
            <a:off x="4055309" y="6456582"/>
            <a:ext cx="941613" cy="320040"/>
          </a:xfrm>
        </p:spPr>
        <p:txBody>
          <a:bodyPr/>
          <a:lstStyle/>
          <a:p>
            <a:r>
              <a:rPr lang="en-US"/>
              <a:t>Confidential</a:t>
            </a:r>
          </a:p>
        </p:txBody>
      </p:sp>
      <p:sp>
        <p:nvSpPr>
          <p:cNvPr id="3" name="Slide Number Placeholder 2">
            <a:extLst>
              <a:ext uri="{FF2B5EF4-FFF2-40B4-BE49-F238E27FC236}">
                <a16:creationId xmlns:a16="http://schemas.microsoft.com/office/drawing/2014/main" id="{EA35627E-50F6-306A-7CA3-7E2A46411FEB}"/>
              </a:ext>
            </a:extLst>
          </p:cNvPr>
          <p:cNvSpPr>
            <a:spLocks noGrp="1"/>
          </p:cNvSpPr>
          <p:nvPr>
            <p:ph type="sldNum" sz="quarter" idx="12"/>
          </p:nvPr>
        </p:nvSpPr>
        <p:spPr/>
        <p:txBody>
          <a:bodyPr/>
          <a:lstStyle/>
          <a:p>
            <a:fld id="{AAB8DC1C-CF51-4F7D-8E83-F954D2933D5A}" type="slidenum">
              <a:rPr lang="en-US" smtClean="0"/>
              <a:t>7</a:t>
            </a:fld>
            <a:endParaRPr lang="en-US"/>
          </a:p>
        </p:txBody>
      </p:sp>
      <p:pic>
        <p:nvPicPr>
          <p:cNvPr id="5" name="Picture 4">
            <a:extLst>
              <a:ext uri="{FF2B5EF4-FFF2-40B4-BE49-F238E27FC236}">
                <a16:creationId xmlns:a16="http://schemas.microsoft.com/office/drawing/2014/main" id="{8CAC9EB3-04B5-CA8E-2E79-837F06E6DF8F}"/>
              </a:ext>
            </a:extLst>
          </p:cNvPr>
          <p:cNvPicPr>
            <a:picLocks noChangeAspect="1"/>
          </p:cNvPicPr>
          <p:nvPr/>
        </p:nvPicPr>
        <p:blipFill>
          <a:blip r:embed="rId2"/>
          <a:stretch>
            <a:fillRect/>
          </a:stretch>
        </p:blipFill>
        <p:spPr>
          <a:xfrm>
            <a:off x="1065617" y="2274973"/>
            <a:ext cx="6923663" cy="3258551"/>
          </a:xfrm>
          <a:prstGeom prst="rect">
            <a:avLst/>
          </a:prstGeom>
        </p:spPr>
      </p:pic>
      <p:sp>
        <p:nvSpPr>
          <p:cNvPr id="6" name="TextBox 5">
            <a:extLst>
              <a:ext uri="{FF2B5EF4-FFF2-40B4-BE49-F238E27FC236}">
                <a16:creationId xmlns:a16="http://schemas.microsoft.com/office/drawing/2014/main" id="{6D5F44AF-C37C-8A6E-00A1-1CC66D6B51F1}"/>
              </a:ext>
            </a:extLst>
          </p:cNvPr>
          <p:cNvSpPr txBox="1"/>
          <p:nvPr/>
        </p:nvSpPr>
        <p:spPr>
          <a:xfrm>
            <a:off x="878186" y="5730844"/>
            <a:ext cx="6800430" cy="646331"/>
          </a:xfrm>
          <a:prstGeom prst="rect">
            <a:avLst/>
          </a:prstGeom>
          <a:noFill/>
        </p:spPr>
        <p:txBody>
          <a:bodyPr wrap="square" rtlCol="0">
            <a:spAutoFit/>
          </a:bodyPr>
          <a:lstStyle/>
          <a:p>
            <a:r>
              <a:rPr lang="en-US"/>
              <a:t>Once you have all your fields completed, click “Send to Sign” at the top right of the page</a:t>
            </a:r>
          </a:p>
        </p:txBody>
      </p:sp>
      <p:sp>
        <p:nvSpPr>
          <p:cNvPr id="7" name="Arrow: Up 6">
            <a:extLst>
              <a:ext uri="{FF2B5EF4-FFF2-40B4-BE49-F238E27FC236}">
                <a16:creationId xmlns:a16="http://schemas.microsoft.com/office/drawing/2014/main" id="{1CEA45ED-05CC-C996-3F5E-3AB9B098D629}"/>
              </a:ext>
            </a:extLst>
          </p:cNvPr>
          <p:cNvSpPr/>
          <p:nvPr/>
        </p:nvSpPr>
        <p:spPr>
          <a:xfrm>
            <a:off x="6818537" y="2984838"/>
            <a:ext cx="860079" cy="138518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descr="ClearOne Advantage">
            <a:extLst>
              <a:ext uri="{FF2B5EF4-FFF2-40B4-BE49-F238E27FC236}">
                <a16:creationId xmlns:a16="http://schemas.microsoft.com/office/drawing/2014/main" id="{BCC50162-345C-96C2-47A9-E3C759C30A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696" y="98081"/>
            <a:ext cx="1395194" cy="39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0004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0912EE15-6D66-32C1-01C7-E13E31A8BDB6}"/>
              </a:ext>
            </a:extLst>
          </p:cNvPr>
          <p:cNvSpPr>
            <a:spLocks noGrp="1"/>
          </p:cNvSpPr>
          <p:nvPr>
            <p:ph type="ftr" sz="quarter" idx="11"/>
          </p:nvPr>
        </p:nvSpPr>
        <p:spPr>
          <a:xfrm>
            <a:off x="4119575" y="6309691"/>
            <a:ext cx="904889" cy="320040"/>
          </a:xfrm>
        </p:spPr>
        <p:txBody>
          <a:bodyPr/>
          <a:lstStyle/>
          <a:p>
            <a:r>
              <a:rPr lang="en-US"/>
              <a:t>Confidential</a:t>
            </a:r>
          </a:p>
        </p:txBody>
      </p:sp>
      <p:sp>
        <p:nvSpPr>
          <p:cNvPr id="3" name="Slide Number Placeholder 2">
            <a:extLst>
              <a:ext uri="{FF2B5EF4-FFF2-40B4-BE49-F238E27FC236}">
                <a16:creationId xmlns:a16="http://schemas.microsoft.com/office/drawing/2014/main" id="{43DCB7F1-0514-08D3-B0C3-2F331D01740D}"/>
              </a:ext>
            </a:extLst>
          </p:cNvPr>
          <p:cNvSpPr>
            <a:spLocks noGrp="1"/>
          </p:cNvSpPr>
          <p:nvPr>
            <p:ph type="sldNum" sz="quarter" idx="12"/>
          </p:nvPr>
        </p:nvSpPr>
        <p:spPr/>
        <p:txBody>
          <a:bodyPr/>
          <a:lstStyle/>
          <a:p>
            <a:fld id="{AAB8DC1C-CF51-4F7D-8E83-F954D2933D5A}" type="slidenum">
              <a:rPr lang="en-US" smtClean="0"/>
              <a:t>8</a:t>
            </a:fld>
            <a:endParaRPr lang="en-US"/>
          </a:p>
        </p:txBody>
      </p:sp>
      <p:pic>
        <p:nvPicPr>
          <p:cNvPr id="5" name="Picture 4">
            <a:extLst>
              <a:ext uri="{FF2B5EF4-FFF2-40B4-BE49-F238E27FC236}">
                <a16:creationId xmlns:a16="http://schemas.microsoft.com/office/drawing/2014/main" id="{D82CD7E3-F97E-1B89-B2F3-37B999BDBB78}"/>
              </a:ext>
            </a:extLst>
          </p:cNvPr>
          <p:cNvPicPr>
            <a:picLocks noChangeAspect="1"/>
          </p:cNvPicPr>
          <p:nvPr/>
        </p:nvPicPr>
        <p:blipFill>
          <a:blip r:embed="rId2"/>
          <a:stretch>
            <a:fillRect/>
          </a:stretch>
        </p:blipFill>
        <p:spPr>
          <a:xfrm>
            <a:off x="1009615" y="1328969"/>
            <a:ext cx="6968046" cy="3367889"/>
          </a:xfrm>
          <a:prstGeom prst="rect">
            <a:avLst/>
          </a:prstGeom>
        </p:spPr>
      </p:pic>
      <p:sp>
        <p:nvSpPr>
          <p:cNvPr id="6" name="TextBox 5">
            <a:extLst>
              <a:ext uri="{FF2B5EF4-FFF2-40B4-BE49-F238E27FC236}">
                <a16:creationId xmlns:a16="http://schemas.microsoft.com/office/drawing/2014/main" id="{179EB81B-570B-8FBE-5327-08FEAEB79529}"/>
              </a:ext>
            </a:extLst>
          </p:cNvPr>
          <p:cNvSpPr txBox="1"/>
          <p:nvPr/>
        </p:nvSpPr>
        <p:spPr>
          <a:xfrm>
            <a:off x="1011556" y="5009002"/>
            <a:ext cx="7116024" cy="1077218"/>
          </a:xfrm>
          <a:prstGeom prst="rect">
            <a:avLst/>
          </a:prstGeom>
          <a:noFill/>
        </p:spPr>
        <p:txBody>
          <a:bodyPr wrap="square" rtlCol="0">
            <a:spAutoFit/>
          </a:bodyPr>
          <a:lstStyle/>
          <a:p>
            <a:r>
              <a:rPr lang="en-US" sz="1600"/>
              <a:t>Once you click “Send to Sign” you will be automatically routed back to the dashboard. You will see your sent document at the bottom under “Recent Transactions.” You will also be able to see the status of the document  and when it is completed.</a:t>
            </a:r>
          </a:p>
        </p:txBody>
      </p:sp>
      <p:sp>
        <p:nvSpPr>
          <p:cNvPr id="9" name="Arrow: Down 8">
            <a:extLst>
              <a:ext uri="{FF2B5EF4-FFF2-40B4-BE49-F238E27FC236}">
                <a16:creationId xmlns:a16="http://schemas.microsoft.com/office/drawing/2014/main" id="{B7BAC70D-48EC-EA8E-6B3D-3A595C563F96}"/>
              </a:ext>
            </a:extLst>
          </p:cNvPr>
          <p:cNvSpPr/>
          <p:nvPr/>
        </p:nvSpPr>
        <p:spPr>
          <a:xfrm>
            <a:off x="7141639" y="2771979"/>
            <a:ext cx="470780" cy="66090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descr="ClearOne Advantage">
            <a:extLst>
              <a:ext uri="{FF2B5EF4-FFF2-40B4-BE49-F238E27FC236}">
                <a16:creationId xmlns:a16="http://schemas.microsoft.com/office/drawing/2014/main" id="{504C4C25-A2E8-632E-6A1C-1843E68F59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6" y="42997"/>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9">
            <a:extLst>
              <a:ext uri="{FF2B5EF4-FFF2-40B4-BE49-F238E27FC236}">
                <a16:creationId xmlns:a16="http://schemas.microsoft.com/office/drawing/2014/main" id="{79F9FEA7-3763-F66E-FEA7-1C710C0BA68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565718250"/>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_Flow_SignoffStatus xmlns="dfbadaf6-90cf-41d3-a0ba-bbd98d25903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dab868ee6726c59ccc8963be21ce14c7">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533221d39a40b5582d4a43f41012e827"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F44613A-A1AE-446C-ADE1-2243A58D2292}">
  <ds:schemaRefs>
    <ds:schemaRef ds:uri="dfbadaf6-90cf-41d3-a0ba-bbd98d259036"/>
    <ds:schemaRef ds:uri="fca21091-4343-4232-a795-e59481497cb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854B98F-2B59-4E83-AB7F-16192964250A}">
  <ds:schemaRefs>
    <ds:schemaRef ds:uri="http://schemas.microsoft.com/sharepoint/v3/contenttype/forms"/>
  </ds:schemaRefs>
</ds:datastoreItem>
</file>

<file path=customXml/itemProps3.xml><?xml version="1.0" encoding="utf-8"?>
<ds:datastoreItem xmlns:ds="http://schemas.openxmlformats.org/officeDocument/2006/customXml" ds:itemID="{A62B4064-B050-4B8D-9501-06C1C9BBEB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Ion Boardroom</Template>
  <Application>Microsoft Office PowerPoint</Application>
  <PresentationFormat>On-screen Show (4:3)</PresentationFormat>
  <Slides>8</Slides>
  <Notes>1</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Atlas</vt:lpstr>
      <vt:lpstr>Sending Documents via OneSpan</vt:lpstr>
      <vt:lpstr>Sending Documents Via OneSpan</vt:lpstr>
      <vt:lpstr>PowerPoint Presentation</vt:lpstr>
      <vt:lpstr>Sending Documents Via OneSpan</vt:lpstr>
      <vt:lpstr>Sending Documents Via OneSpan</vt:lpstr>
      <vt:lpstr>PowerPoint Presentation</vt:lpstr>
      <vt:lpstr>Sending Documents Via OneSpan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Tree Insights</dc:title>
  <dc:creator>Brandon Homuth</dc:creator>
  <cp:revision>8</cp:revision>
  <cp:lastPrinted>2020-12-17T16:31:33Z</cp:lastPrinted>
  <dcterms:created xsi:type="dcterms:W3CDTF">2020-07-08T17:20:15Z</dcterms:created>
  <dcterms:modified xsi:type="dcterms:W3CDTF">2026-02-12T20:20:30Z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ies>
</file>