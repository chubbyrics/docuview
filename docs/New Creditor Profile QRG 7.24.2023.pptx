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8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8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E5863E-18F3-4742-BAE0-67F373EDBBA8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02FEC03D-59A4-4B10-B535-5CCE4F757E98}">
      <dgm:prSet phldrT="[Text]"/>
      <dgm:spPr/>
      <dgm:t>
        <a:bodyPr/>
        <a:lstStyle/>
        <a:p>
          <a:r>
            <a:rPr lang="en-US" dirty="0"/>
            <a:t>Request Type: New Creditor Profile</a:t>
          </a:r>
        </a:p>
      </dgm:t>
    </dgm:pt>
    <dgm:pt modelId="{ED2EB774-1439-4C9E-A256-6461BA7881B6}" type="parTrans" cxnId="{17AB76C1-C7F7-453F-AB4D-330B42FB77C6}">
      <dgm:prSet/>
      <dgm:spPr/>
      <dgm:t>
        <a:bodyPr/>
        <a:lstStyle/>
        <a:p>
          <a:endParaRPr lang="en-US"/>
        </a:p>
      </dgm:t>
    </dgm:pt>
    <dgm:pt modelId="{2C0D11E0-4E8E-4065-9B13-F12B08C3F2C5}" type="sibTrans" cxnId="{17AB76C1-C7F7-453F-AB4D-330B42FB77C6}">
      <dgm:prSet/>
      <dgm:spPr/>
      <dgm:t>
        <a:bodyPr/>
        <a:lstStyle/>
        <a:p>
          <a:endParaRPr lang="en-US"/>
        </a:p>
      </dgm:t>
    </dgm:pt>
    <dgm:pt modelId="{B7CBB33F-CE7D-46A0-B9E5-600EFB92D19B}">
      <dgm:prSet phldrT="[Text]"/>
      <dgm:spPr/>
      <dgm:t>
        <a:bodyPr/>
        <a:lstStyle/>
        <a:p>
          <a:r>
            <a:rPr lang="en-US" dirty="0"/>
            <a:t>Responder: You</a:t>
          </a:r>
        </a:p>
      </dgm:t>
    </dgm:pt>
    <dgm:pt modelId="{47C0DCE9-E1FE-4E41-BBC6-DD81B1034D4C}" type="parTrans" cxnId="{176EEEB4-8D29-4F80-88C0-8E0FFE4B6204}">
      <dgm:prSet/>
      <dgm:spPr/>
      <dgm:t>
        <a:bodyPr/>
        <a:lstStyle/>
        <a:p>
          <a:endParaRPr lang="en-US"/>
        </a:p>
      </dgm:t>
    </dgm:pt>
    <dgm:pt modelId="{17199DF0-1BD8-4F65-AD85-522D9C201F77}" type="sibTrans" cxnId="{176EEEB4-8D29-4F80-88C0-8E0FFE4B6204}">
      <dgm:prSet/>
      <dgm:spPr/>
      <dgm:t>
        <a:bodyPr/>
        <a:lstStyle/>
        <a:p>
          <a:endParaRPr lang="en-US"/>
        </a:p>
      </dgm:t>
    </dgm:pt>
    <dgm:pt modelId="{5CBA8FE0-5F87-4F58-84FA-747583BF8AA1}">
      <dgm:prSet phldrT="[Text]"/>
      <dgm:spPr/>
      <dgm:t>
        <a:bodyPr/>
        <a:lstStyle/>
        <a:p>
          <a:pPr rtl="0"/>
          <a:r>
            <a:rPr lang="en-US" dirty="0"/>
            <a:t>Processor: </a:t>
          </a:r>
          <a:r>
            <a:rPr lang="en-US" dirty="0">
              <a:latin typeface="Calibri Light" panose="020F0302020204030204"/>
            </a:rPr>
            <a:t>Amanda Alston</a:t>
          </a:r>
          <a:endParaRPr lang="en-US" dirty="0"/>
        </a:p>
      </dgm:t>
    </dgm:pt>
    <dgm:pt modelId="{CC9A076F-A7C9-46A8-9E45-539746AF885C}" type="parTrans" cxnId="{EBD3B71F-E68F-4EF3-99A1-EBA92F6C16DF}">
      <dgm:prSet/>
      <dgm:spPr/>
      <dgm:t>
        <a:bodyPr/>
        <a:lstStyle/>
        <a:p>
          <a:endParaRPr lang="en-US"/>
        </a:p>
      </dgm:t>
    </dgm:pt>
    <dgm:pt modelId="{BE72A870-CB0F-41A5-BE6E-1467F7FCE236}" type="sibTrans" cxnId="{EBD3B71F-E68F-4EF3-99A1-EBA92F6C16DF}">
      <dgm:prSet/>
      <dgm:spPr/>
      <dgm:t>
        <a:bodyPr/>
        <a:lstStyle/>
        <a:p>
          <a:endParaRPr lang="en-US"/>
        </a:p>
      </dgm:t>
    </dgm:pt>
    <dgm:pt modelId="{6104E928-1A61-43D1-884C-462F47F8685E}">
      <dgm:prSet/>
      <dgm:spPr/>
      <dgm:t>
        <a:bodyPr/>
        <a:lstStyle/>
        <a:p>
          <a:r>
            <a:rPr lang="en-US" dirty="0"/>
            <a:t>Internal Status: Waiting for Processor</a:t>
          </a:r>
        </a:p>
      </dgm:t>
    </dgm:pt>
    <dgm:pt modelId="{06DCAD78-EF83-4AE6-BD31-785C3BEAF6B5}" type="parTrans" cxnId="{67C71125-38B8-4931-92C1-1CEEBC7C84F6}">
      <dgm:prSet/>
      <dgm:spPr/>
      <dgm:t>
        <a:bodyPr/>
        <a:lstStyle/>
        <a:p>
          <a:endParaRPr lang="en-US"/>
        </a:p>
      </dgm:t>
    </dgm:pt>
    <dgm:pt modelId="{D7F3EF99-B582-401A-A2BD-A2812904F8E5}" type="sibTrans" cxnId="{67C71125-38B8-4931-92C1-1CEEBC7C84F6}">
      <dgm:prSet/>
      <dgm:spPr/>
      <dgm:t>
        <a:bodyPr/>
        <a:lstStyle/>
        <a:p>
          <a:endParaRPr lang="en-US"/>
        </a:p>
      </dgm:t>
    </dgm:pt>
    <dgm:pt modelId="{E156B86E-878B-4269-A330-3B05B84FCC8E}">
      <dgm:prSet/>
      <dgm:spPr/>
      <dgm:t>
        <a:bodyPr/>
        <a:lstStyle/>
        <a:p>
          <a:r>
            <a:rPr lang="en-US" dirty="0"/>
            <a:t>In Request Field type creditors information</a:t>
          </a:r>
        </a:p>
      </dgm:t>
    </dgm:pt>
    <dgm:pt modelId="{ED09AB10-58A5-4176-A66C-CC1ADCAF8EB0}" type="parTrans" cxnId="{3CC2C0E3-B42D-4552-A396-7315C4925941}">
      <dgm:prSet/>
      <dgm:spPr/>
      <dgm:t>
        <a:bodyPr/>
        <a:lstStyle/>
        <a:p>
          <a:endParaRPr lang="en-US"/>
        </a:p>
      </dgm:t>
    </dgm:pt>
    <dgm:pt modelId="{84A6DDB8-21C5-49B8-B28B-09A01AE1BEF4}" type="sibTrans" cxnId="{3CC2C0E3-B42D-4552-A396-7315C4925941}">
      <dgm:prSet/>
      <dgm:spPr/>
      <dgm:t>
        <a:bodyPr/>
        <a:lstStyle/>
        <a:p>
          <a:endParaRPr lang="en-US"/>
        </a:p>
      </dgm:t>
    </dgm:pt>
    <dgm:pt modelId="{10D231FD-3EFE-4D47-87B3-D971E0FBF037}">
      <dgm:prSet/>
      <dgm:spPr/>
      <dgm:t>
        <a:bodyPr/>
        <a:lstStyle/>
        <a:p>
          <a:r>
            <a:rPr lang="en-US" dirty="0"/>
            <a:t>NGO: Todays Date</a:t>
          </a:r>
        </a:p>
      </dgm:t>
    </dgm:pt>
    <dgm:pt modelId="{63F42EBC-29CD-4AC6-AB7D-19B14856D2E7}" type="parTrans" cxnId="{01484DF4-5200-4B4E-9D97-ED397AC659E3}">
      <dgm:prSet/>
      <dgm:spPr/>
      <dgm:t>
        <a:bodyPr/>
        <a:lstStyle/>
        <a:p>
          <a:endParaRPr lang="en-US"/>
        </a:p>
      </dgm:t>
    </dgm:pt>
    <dgm:pt modelId="{39925B97-8051-4999-9647-1066FAD4B345}" type="sibTrans" cxnId="{01484DF4-5200-4B4E-9D97-ED397AC659E3}">
      <dgm:prSet/>
      <dgm:spPr/>
      <dgm:t>
        <a:bodyPr/>
        <a:lstStyle/>
        <a:p>
          <a:endParaRPr lang="en-US"/>
        </a:p>
      </dgm:t>
    </dgm:pt>
    <dgm:pt modelId="{D87E02C8-D541-4275-BD89-354938ACB2DC}" type="pres">
      <dgm:prSet presAssocID="{EFE5863E-18F3-4742-BAE0-67F373EDBBA8}" presName="Name0" presStyleCnt="0">
        <dgm:presLayoutVars>
          <dgm:dir/>
          <dgm:resizeHandles val="exact"/>
        </dgm:presLayoutVars>
      </dgm:prSet>
      <dgm:spPr/>
    </dgm:pt>
    <dgm:pt modelId="{3B231733-6F9A-400A-911E-0C3CC08CBC1A}" type="pres">
      <dgm:prSet presAssocID="{02FEC03D-59A4-4B10-B535-5CCE4F757E98}" presName="parTxOnly" presStyleLbl="node1" presStyleIdx="0" presStyleCnt="6">
        <dgm:presLayoutVars>
          <dgm:bulletEnabled val="1"/>
        </dgm:presLayoutVars>
      </dgm:prSet>
      <dgm:spPr/>
    </dgm:pt>
    <dgm:pt modelId="{5CBA7AB2-1F19-4B73-B2CD-5AB4CF330A6B}" type="pres">
      <dgm:prSet presAssocID="{2C0D11E0-4E8E-4065-9B13-F12B08C3F2C5}" presName="parSpace" presStyleCnt="0"/>
      <dgm:spPr/>
    </dgm:pt>
    <dgm:pt modelId="{DB5E5EFB-1A93-498B-8AC5-9BF25204D5AE}" type="pres">
      <dgm:prSet presAssocID="{B7CBB33F-CE7D-46A0-B9E5-600EFB92D19B}" presName="parTxOnly" presStyleLbl="node1" presStyleIdx="1" presStyleCnt="6">
        <dgm:presLayoutVars>
          <dgm:bulletEnabled val="1"/>
        </dgm:presLayoutVars>
      </dgm:prSet>
      <dgm:spPr/>
    </dgm:pt>
    <dgm:pt modelId="{293CC0F4-5B45-4928-AF05-C246A8886ADB}" type="pres">
      <dgm:prSet presAssocID="{17199DF0-1BD8-4F65-AD85-522D9C201F77}" presName="parSpace" presStyleCnt="0"/>
      <dgm:spPr/>
    </dgm:pt>
    <dgm:pt modelId="{5F9E1D96-BA27-46D5-AF7C-1A8202E535A2}" type="pres">
      <dgm:prSet presAssocID="{5CBA8FE0-5F87-4F58-84FA-747583BF8AA1}" presName="parTxOnly" presStyleLbl="node1" presStyleIdx="2" presStyleCnt="6">
        <dgm:presLayoutVars>
          <dgm:bulletEnabled val="1"/>
        </dgm:presLayoutVars>
      </dgm:prSet>
      <dgm:spPr/>
    </dgm:pt>
    <dgm:pt modelId="{B61DFAC2-A8E8-4C24-B022-7F3550EABB1C}" type="pres">
      <dgm:prSet presAssocID="{BE72A870-CB0F-41A5-BE6E-1467F7FCE236}" presName="parSpace" presStyleCnt="0"/>
      <dgm:spPr/>
    </dgm:pt>
    <dgm:pt modelId="{9BD31040-BC22-49ED-953E-24E4262FC364}" type="pres">
      <dgm:prSet presAssocID="{6104E928-1A61-43D1-884C-462F47F8685E}" presName="parTxOnly" presStyleLbl="node1" presStyleIdx="3" presStyleCnt="6">
        <dgm:presLayoutVars>
          <dgm:bulletEnabled val="1"/>
        </dgm:presLayoutVars>
      </dgm:prSet>
      <dgm:spPr/>
    </dgm:pt>
    <dgm:pt modelId="{1E521989-17A6-454C-8665-C2EAA6F91DB1}" type="pres">
      <dgm:prSet presAssocID="{D7F3EF99-B582-401A-A2BD-A2812904F8E5}" presName="parSpace" presStyleCnt="0"/>
      <dgm:spPr/>
    </dgm:pt>
    <dgm:pt modelId="{07945007-3F6D-404B-80C4-4BBD313CB921}" type="pres">
      <dgm:prSet presAssocID="{E156B86E-878B-4269-A330-3B05B84FCC8E}" presName="parTxOnly" presStyleLbl="node1" presStyleIdx="4" presStyleCnt="6">
        <dgm:presLayoutVars>
          <dgm:bulletEnabled val="1"/>
        </dgm:presLayoutVars>
      </dgm:prSet>
      <dgm:spPr/>
    </dgm:pt>
    <dgm:pt modelId="{2C44FD20-ACE2-4E90-BA9D-AEF540D5161F}" type="pres">
      <dgm:prSet presAssocID="{84A6DDB8-21C5-49B8-B28B-09A01AE1BEF4}" presName="parSpace" presStyleCnt="0"/>
      <dgm:spPr/>
    </dgm:pt>
    <dgm:pt modelId="{273D2039-EB43-467D-A924-BC35FA442152}" type="pres">
      <dgm:prSet presAssocID="{10D231FD-3EFE-4D47-87B3-D971E0FBF037}" presName="parTxOnly" presStyleLbl="node1" presStyleIdx="5" presStyleCnt="6">
        <dgm:presLayoutVars>
          <dgm:bulletEnabled val="1"/>
        </dgm:presLayoutVars>
      </dgm:prSet>
      <dgm:spPr/>
    </dgm:pt>
  </dgm:ptLst>
  <dgm:cxnLst>
    <dgm:cxn modelId="{C6DD4816-9E60-4E81-AA1C-788B3E168802}" type="presOf" srcId="{10D231FD-3EFE-4D47-87B3-D971E0FBF037}" destId="{273D2039-EB43-467D-A924-BC35FA442152}" srcOrd="0" destOrd="0" presId="urn:microsoft.com/office/officeart/2005/8/layout/hChevron3"/>
    <dgm:cxn modelId="{EBD3B71F-E68F-4EF3-99A1-EBA92F6C16DF}" srcId="{EFE5863E-18F3-4742-BAE0-67F373EDBBA8}" destId="{5CBA8FE0-5F87-4F58-84FA-747583BF8AA1}" srcOrd="2" destOrd="0" parTransId="{CC9A076F-A7C9-46A8-9E45-539746AF885C}" sibTransId="{BE72A870-CB0F-41A5-BE6E-1467F7FCE236}"/>
    <dgm:cxn modelId="{67C71125-38B8-4931-92C1-1CEEBC7C84F6}" srcId="{EFE5863E-18F3-4742-BAE0-67F373EDBBA8}" destId="{6104E928-1A61-43D1-884C-462F47F8685E}" srcOrd="3" destOrd="0" parTransId="{06DCAD78-EF83-4AE6-BD31-785C3BEAF6B5}" sibTransId="{D7F3EF99-B582-401A-A2BD-A2812904F8E5}"/>
    <dgm:cxn modelId="{4298A632-23E2-4BF0-B41E-0C6A61BF000E}" type="presOf" srcId="{02FEC03D-59A4-4B10-B535-5CCE4F757E98}" destId="{3B231733-6F9A-400A-911E-0C3CC08CBC1A}" srcOrd="0" destOrd="0" presId="urn:microsoft.com/office/officeart/2005/8/layout/hChevron3"/>
    <dgm:cxn modelId="{6B901834-4BEA-402F-859D-01A0F2ED1A6B}" type="presOf" srcId="{EFE5863E-18F3-4742-BAE0-67F373EDBBA8}" destId="{D87E02C8-D541-4275-BD89-354938ACB2DC}" srcOrd="0" destOrd="0" presId="urn:microsoft.com/office/officeart/2005/8/layout/hChevron3"/>
    <dgm:cxn modelId="{F9C03363-A65D-4EBF-8133-936C2E2E88FD}" type="presOf" srcId="{6104E928-1A61-43D1-884C-462F47F8685E}" destId="{9BD31040-BC22-49ED-953E-24E4262FC364}" srcOrd="0" destOrd="0" presId="urn:microsoft.com/office/officeart/2005/8/layout/hChevron3"/>
    <dgm:cxn modelId="{DB67AD76-C033-4FB2-9513-1F42F00CDC32}" type="presOf" srcId="{5CBA8FE0-5F87-4F58-84FA-747583BF8AA1}" destId="{5F9E1D96-BA27-46D5-AF7C-1A8202E535A2}" srcOrd="0" destOrd="0" presId="urn:microsoft.com/office/officeart/2005/8/layout/hChevron3"/>
    <dgm:cxn modelId="{952D4DA5-1B5B-4428-B09E-7BB5FC49C4EE}" type="presOf" srcId="{B7CBB33F-CE7D-46A0-B9E5-600EFB92D19B}" destId="{DB5E5EFB-1A93-498B-8AC5-9BF25204D5AE}" srcOrd="0" destOrd="0" presId="urn:microsoft.com/office/officeart/2005/8/layout/hChevron3"/>
    <dgm:cxn modelId="{176EEEB4-8D29-4F80-88C0-8E0FFE4B6204}" srcId="{EFE5863E-18F3-4742-BAE0-67F373EDBBA8}" destId="{B7CBB33F-CE7D-46A0-B9E5-600EFB92D19B}" srcOrd="1" destOrd="0" parTransId="{47C0DCE9-E1FE-4E41-BBC6-DD81B1034D4C}" sibTransId="{17199DF0-1BD8-4F65-AD85-522D9C201F77}"/>
    <dgm:cxn modelId="{17AB76C1-C7F7-453F-AB4D-330B42FB77C6}" srcId="{EFE5863E-18F3-4742-BAE0-67F373EDBBA8}" destId="{02FEC03D-59A4-4B10-B535-5CCE4F757E98}" srcOrd="0" destOrd="0" parTransId="{ED2EB774-1439-4C9E-A256-6461BA7881B6}" sibTransId="{2C0D11E0-4E8E-4065-9B13-F12B08C3F2C5}"/>
    <dgm:cxn modelId="{09B1B9D4-768A-44E7-BA92-4CDED53B942F}" type="presOf" srcId="{E156B86E-878B-4269-A330-3B05B84FCC8E}" destId="{07945007-3F6D-404B-80C4-4BBD313CB921}" srcOrd="0" destOrd="0" presId="urn:microsoft.com/office/officeart/2005/8/layout/hChevron3"/>
    <dgm:cxn modelId="{3CC2C0E3-B42D-4552-A396-7315C4925941}" srcId="{EFE5863E-18F3-4742-BAE0-67F373EDBBA8}" destId="{E156B86E-878B-4269-A330-3B05B84FCC8E}" srcOrd="4" destOrd="0" parTransId="{ED09AB10-58A5-4176-A66C-CC1ADCAF8EB0}" sibTransId="{84A6DDB8-21C5-49B8-B28B-09A01AE1BEF4}"/>
    <dgm:cxn modelId="{01484DF4-5200-4B4E-9D97-ED397AC659E3}" srcId="{EFE5863E-18F3-4742-BAE0-67F373EDBBA8}" destId="{10D231FD-3EFE-4D47-87B3-D971E0FBF037}" srcOrd="5" destOrd="0" parTransId="{63F42EBC-29CD-4AC6-AB7D-19B14856D2E7}" sibTransId="{39925B97-8051-4999-9647-1066FAD4B345}"/>
    <dgm:cxn modelId="{5EADED48-7B8C-4FFD-AAC5-CBCAE53D0E88}" type="presParOf" srcId="{D87E02C8-D541-4275-BD89-354938ACB2DC}" destId="{3B231733-6F9A-400A-911E-0C3CC08CBC1A}" srcOrd="0" destOrd="0" presId="urn:microsoft.com/office/officeart/2005/8/layout/hChevron3"/>
    <dgm:cxn modelId="{41CB241A-6D6C-4715-8E5D-B1C1330D4967}" type="presParOf" srcId="{D87E02C8-D541-4275-BD89-354938ACB2DC}" destId="{5CBA7AB2-1F19-4B73-B2CD-5AB4CF330A6B}" srcOrd="1" destOrd="0" presId="urn:microsoft.com/office/officeart/2005/8/layout/hChevron3"/>
    <dgm:cxn modelId="{14A7C123-6CBA-4340-9118-7C3A2CF4A218}" type="presParOf" srcId="{D87E02C8-D541-4275-BD89-354938ACB2DC}" destId="{DB5E5EFB-1A93-498B-8AC5-9BF25204D5AE}" srcOrd="2" destOrd="0" presId="urn:microsoft.com/office/officeart/2005/8/layout/hChevron3"/>
    <dgm:cxn modelId="{97174262-E706-4DE5-8EF1-40D9CC48D671}" type="presParOf" srcId="{D87E02C8-D541-4275-BD89-354938ACB2DC}" destId="{293CC0F4-5B45-4928-AF05-C246A8886ADB}" srcOrd="3" destOrd="0" presId="urn:microsoft.com/office/officeart/2005/8/layout/hChevron3"/>
    <dgm:cxn modelId="{00F86185-2482-4EB7-B435-6B1FCEB31772}" type="presParOf" srcId="{D87E02C8-D541-4275-BD89-354938ACB2DC}" destId="{5F9E1D96-BA27-46D5-AF7C-1A8202E535A2}" srcOrd="4" destOrd="0" presId="urn:microsoft.com/office/officeart/2005/8/layout/hChevron3"/>
    <dgm:cxn modelId="{4DBBD2AD-9C68-4A7F-BEDA-C678109FA11E}" type="presParOf" srcId="{D87E02C8-D541-4275-BD89-354938ACB2DC}" destId="{B61DFAC2-A8E8-4C24-B022-7F3550EABB1C}" srcOrd="5" destOrd="0" presId="urn:microsoft.com/office/officeart/2005/8/layout/hChevron3"/>
    <dgm:cxn modelId="{CC8CAF33-2788-49A0-90C9-E41EE52D692C}" type="presParOf" srcId="{D87E02C8-D541-4275-BD89-354938ACB2DC}" destId="{9BD31040-BC22-49ED-953E-24E4262FC364}" srcOrd="6" destOrd="0" presId="urn:microsoft.com/office/officeart/2005/8/layout/hChevron3"/>
    <dgm:cxn modelId="{A2D6DFAE-E43F-419C-B748-A394537EC38E}" type="presParOf" srcId="{D87E02C8-D541-4275-BD89-354938ACB2DC}" destId="{1E521989-17A6-454C-8665-C2EAA6F91DB1}" srcOrd="7" destOrd="0" presId="urn:microsoft.com/office/officeart/2005/8/layout/hChevron3"/>
    <dgm:cxn modelId="{EC113D7B-329D-4A45-8FA7-E7D5110CAC5F}" type="presParOf" srcId="{D87E02C8-D541-4275-BD89-354938ACB2DC}" destId="{07945007-3F6D-404B-80C4-4BBD313CB921}" srcOrd="8" destOrd="0" presId="urn:microsoft.com/office/officeart/2005/8/layout/hChevron3"/>
    <dgm:cxn modelId="{B7E45286-9372-4554-A480-4D23622E3388}" type="presParOf" srcId="{D87E02C8-D541-4275-BD89-354938ACB2DC}" destId="{2C44FD20-ACE2-4E90-BA9D-AEF540D5161F}" srcOrd="9" destOrd="0" presId="urn:microsoft.com/office/officeart/2005/8/layout/hChevron3"/>
    <dgm:cxn modelId="{244D41A8-64B4-47E2-BDFB-202B4B158C72}" type="presParOf" srcId="{D87E02C8-D541-4275-BD89-354938ACB2DC}" destId="{273D2039-EB43-467D-A924-BC35FA442152}" srcOrd="1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231733-6F9A-400A-911E-0C3CC08CBC1A}">
      <dsp:nvSpPr>
        <dsp:cNvPr id="0" name=""/>
        <dsp:cNvSpPr/>
      </dsp:nvSpPr>
      <dsp:spPr>
        <a:xfrm>
          <a:off x="1488" y="1655564"/>
          <a:ext cx="2437804" cy="97512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Request Type: New Creditor Profile</a:t>
          </a:r>
        </a:p>
      </dsp:txBody>
      <dsp:txXfrm>
        <a:off x="1488" y="1655564"/>
        <a:ext cx="2194024" cy="975121"/>
      </dsp:txXfrm>
    </dsp:sp>
    <dsp:sp modelId="{DB5E5EFB-1A93-498B-8AC5-9BF25204D5AE}">
      <dsp:nvSpPr>
        <dsp:cNvPr id="0" name=""/>
        <dsp:cNvSpPr/>
      </dsp:nvSpPr>
      <dsp:spPr>
        <a:xfrm>
          <a:off x="1951732" y="1655564"/>
          <a:ext cx="2437804" cy="97512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Responder: You</a:t>
          </a:r>
        </a:p>
      </dsp:txBody>
      <dsp:txXfrm>
        <a:off x="2439293" y="1655564"/>
        <a:ext cx="1462683" cy="975121"/>
      </dsp:txXfrm>
    </dsp:sp>
    <dsp:sp modelId="{5F9E1D96-BA27-46D5-AF7C-1A8202E535A2}">
      <dsp:nvSpPr>
        <dsp:cNvPr id="0" name=""/>
        <dsp:cNvSpPr/>
      </dsp:nvSpPr>
      <dsp:spPr>
        <a:xfrm>
          <a:off x="3901976" y="1655564"/>
          <a:ext cx="2437804" cy="97512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Processor: </a:t>
          </a:r>
          <a:r>
            <a:rPr lang="en-US" sz="1600" kern="1200" dirty="0">
              <a:latin typeface="Calibri Light" panose="020F0302020204030204"/>
            </a:rPr>
            <a:t>Amanda Alston</a:t>
          </a:r>
          <a:endParaRPr lang="en-US" sz="1600" kern="1200" dirty="0"/>
        </a:p>
      </dsp:txBody>
      <dsp:txXfrm>
        <a:off x="4389537" y="1655564"/>
        <a:ext cx="1462683" cy="975121"/>
      </dsp:txXfrm>
    </dsp:sp>
    <dsp:sp modelId="{9BD31040-BC22-49ED-953E-24E4262FC364}">
      <dsp:nvSpPr>
        <dsp:cNvPr id="0" name=""/>
        <dsp:cNvSpPr/>
      </dsp:nvSpPr>
      <dsp:spPr>
        <a:xfrm>
          <a:off x="5852220" y="1655564"/>
          <a:ext cx="2437804" cy="97512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Internal Status: Waiting for Processor</a:t>
          </a:r>
        </a:p>
      </dsp:txBody>
      <dsp:txXfrm>
        <a:off x="6339781" y="1655564"/>
        <a:ext cx="1462683" cy="975121"/>
      </dsp:txXfrm>
    </dsp:sp>
    <dsp:sp modelId="{07945007-3F6D-404B-80C4-4BBD313CB921}">
      <dsp:nvSpPr>
        <dsp:cNvPr id="0" name=""/>
        <dsp:cNvSpPr/>
      </dsp:nvSpPr>
      <dsp:spPr>
        <a:xfrm>
          <a:off x="7802463" y="1655564"/>
          <a:ext cx="2437804" cy="97512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 Request Field type creditors information</a:t>
          </a:r>
        </a:p>
      </dsp:txBody>
      <dsp:txXfrm>
        <a:off x="8290024" y="1655564"/>
        <a:ext cx="1462683" cy="975121"/>
      </dsp:txXfrm>
    </dsp:sp>
    <dsp:sp modelId="{273D2039-EB43-467D-A924-BC35FA442152}">
      <dsp:nvSpPr>
        <dsp:cNvPr id="0" name=""/>
        <dsp:cNvSpPr/>
      </dsp:nvSpPr>
      <dsp:spPr>
        <a:xfrm>
          <a:off x="9752707" y="1655564"/>
          <a:ext cx="2437804" cy="97512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NGO: Todays Date</a:t>
          </a:r>
        </a:p>
      </dsp:txBody>
      <dsp:txXfrm>
        <a:off x="10240268" y="1655564"/>
        <a:ext cx="1462683" cy="9751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FFACA-3FAC-4790-99F0-415796187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2DF15B-25C5-4140-B935-F7D8BF30D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87C3B-B37D-4397-A836-42642F74B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CBCF-C71A-418C-A430-0E35DD09C9D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E64C0-FC86-4BC8-8B3B-6AB7D7378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F7B01-F02A-47A9-9FEF-769E96126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9950B-4DA2-4AD3-B822-8C90E9B22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161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462D0-E859-418C-A3FA-FE6FA9749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19457-5A2C-4939-A4AC-BEF3DEB7A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71154-B33E-4126-82F1-1A6AD33D1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CBCF-C71A-418C-A430-0E35DD09C9D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4FBDC-BE24-40B1-8128-DFA5BEBBB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55C28-426D-435B-B18A-24C004A9B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9950B-4DA2-4AD3-B822-8C90E9B22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55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8EE44-CFD1-4D79-9D82-72F2E09C7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D13FD-46B6-4DC0-8F94-AD75F8CEA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73177-1D26-4DCB-B882-C7F6CC0F5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CBCF-C71A-418C-A430-0E35DD09C9D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0B760-1AE7-407C-A976-09A329F6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CB335-469A-4763-B67A-FCC608265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9950B-4DA2-4AD3-B822-8C90E9B22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33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1B50-8523-4ACC-BFD5-9B14E1267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FA303-860A-4987-B6BB-3045034CB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9F726-68FD-4CBF-8AC7-15E3F998D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1F3276-7E47-4465-9122-9C5FB73D7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CBCF-C71A-418C-A430-0E35DD09C9D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24B66B-16B0-46F1-9577-E54428934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7853A-6A07-4BF7-BD17-228053CEF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9950B-4DA2-4AD3-B822-8C90E9B22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93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ECAFA-493A-408A-92C3-0CE5A468B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311ED-E887-4EF5-8670-4EAD6F8D0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BB80D3-9072-46B6-8B6B-C53FF7151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9117F8-0330-46F6-A13D-7A87EF5286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BB8CAC-50F1-4004-86E5-2E826E023B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3D0D1F-8695-4FA8-8E95-70E4A29D8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CBCF-C71A-418C-A430-0E35DD09C9D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9C1D55-16CC-41FB-9DDD-12E3A8016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9B68B5-648B-4937-A4EC-FCD4D75E0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9950B-4DA2-4AD3-B822-8C90E9B22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885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A5C75-F69F-4795-8EAD-59C2900B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1CD665-8C81-4242-99CB-B7E4E1DDB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CBCF-C71A-418C-A430-0E35DD09C9D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CD3AF7-6A99-4D53-9751-2427746D8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F7108C-CF55-43A2-9F81-1C4CBA0AE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9950B-4DA2-4AD3-B822-8C90E9B22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65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11F64-4E3A-4A08-874E-368BC2BBB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CBCF-C71A-418C-A430-0E35DD09C9D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49E17C-2757-4E23-8282-63CBAEF30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4DCA0-2126-4DBB-A386-0348E279A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9950B-4DA2-4AD3-B822-8C90E9B22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958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359D6-BADA-446E-8670-10D298873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38576-E0AC-4A73-9EF6-0CACDDC89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6BE92-2EA7-4377-AC71-8464C09D0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C94C4-7AF8-4FC4-8760-46E21BB2B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CBCF-C71A-418C-A430-0E35DD09C9D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20C75-3AE9-4779-B3A2-02B748DF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7ADC5-734C-4013-9A76-F1CD5C55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9950B-4DA2-4AD3-B822-8C90E9B22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9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B525C-76A9-411B-9537-74F96C37C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3FBF4B-899D-4AAC-83AC-301496F414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48DB9-FBD6-4566-A584-B123DE4D1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E1561-5B16-489A-8C87-952A2ACFC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CBCF-C71A-418C-A430-0E35DD09C9D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B3247-A17B-4C27-835D-D765EF311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F0AF4-8DD1-4C87-A29A-E116A6D80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9950B-4DA2-4AD3-B822-8C90E9B22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731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D202F-8CC7-4AF4-80AF-CCC9A3660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4FC4D5-6255-4518-BF3E-EB8156E2A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18DD3-0956-48A4-BAEE-8CB86D9E1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CBCF-C71A-418C-A430-0E35DD09C9D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F91F8-62FF-4705-96F0-8D1FCAF4E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7CC1A-3DB2-4FE0-A505-680B8E6EB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9950B-4DA2-4AD3-B822-8C90E9B22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659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BBEEC2-785B-4255-992D-FCD7292486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A42B76-13F7-4319-A48F-D077FA788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CEABE-F669-40B0-BEA3-D6C3977B6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CBCF-C71A-418C-A430-0E35DD09C9D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C067C-4A99-43A8-9B00-F243A453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F417D-A4E0-4661-84A1-AA8520B5E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9950B-4DA2-4AD3-B822-8C90E9B22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120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708F21-4EFB-4775-BB08-AF07F9F39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0A544-79D5-43BE-936A-673ABC416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6774C-2000-4A52-9803-31507F3AFC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BCBCF-C71A-418C-A430-0E35DD09C9D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4A2B8-DCE7-4B48-8B83-EB183A4A42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99FA3-EFCB-4B5F-AAD5-38969BB801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9950B-4DA2-4AD3-B822-8C90E9B22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783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B142D2B-7A0A-4512-AC98-F43B109358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9214340"/>
              </p:ext>
            </p:extLst>
          </p:nvPr>
        </p:nvGraphicFramePr>
        <p:xfrm>
          <a:off x="-1" y="1285875"/>
          <a:ext cx="12192001" cy="4286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1FB7787-28A2-4A22-A82F-D0FB0CF5F12C}"/>
              </a:ext>
            </a:extLst>
          </p:cNvPr>
          <p:cNvSpPr txBox="1"/>
          <p:nvPr/>
        </p:nvSpPr>
        <p:spPr>
          <a:xfrm>
            <a:off x="3041649" y="377742"/>
            <a:ext cx="6108700" cy="1416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New Creditor Profile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Client request to add an account to their program that QuickBase does not have listed on the Current Creditor dropdown when creating a Program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9940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ca21091-4343-4232-a795-e59481497cb5" xsi:nil="true"/>
    <lcf76f155ced4ddcb4097134ff3c332f xmlns="dfbadaf6-90cf-41d3-a0ba-bbd98d259036">
      <Terms xmlns="http://schemas.microsoft.com/office/infopath/2007/PartnerControls"/>
    </lcf76f155ced4ddcb4097134ff3c332f>
    <_Flow_SignoffStatus xmlns="dfbadaf6-90cf-41d3-a0ba-bbd98d25903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3EA4EAC53434282EAA3F21CEC1BE7" ma:contentTypeVersion="29" ma:contentTypeDescription="Create a new document." ma:contentTypeScope="" ma:versionID="d1e6db6382f9bf0a238767834c1ba2e8">
  <xsd:schema xmlns:xsd="http://www.w3.org/2001/XMLSchema" xmlns:xs="http://www.w3.org/2001/XMLSchema" xmlns:p="http://schemas.microsoft.com/office/2006/metadata/properties" xmlns:ns1="http://schemas.microsoft.com/sharepoint/v3" xmlns:ns2="dfbadaf6-90cf-41d3-a0ba-bbd98d259036" xmlns:ns3="fca21091-4343-4232-a795-e59481497cb5" targetNamespace="http://schemas.microsoft.com/office/2006/metadata/properties" ma:root="true" ma:fieldsID="0d55a77fe706b52e8d7bff5f40b8e9f5" ns1:_="" ns2:_="" ns3:_="">
    <xsd:import namespace="http://schemas.microsoft.com/sharepoint/v3"/>
    <xsd:import namespace="dfbadaf6-90cf-41d3-a0ba-bbd98d259036"/>
    <xsd:import namespace="fca21091-4343-4232-a795-e59481497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adaf6-90cf-41d3-a0ba-bbd98d259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f4aff2b-04e6-48f0-83c9-56fafe2014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21091-4343-4232-a795-e59481497cb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36b9b6e-086a-4dd3-8773-df145aa506ae}" ma:internalName="TaxCatchAll" ma:showField="CatchAllData" ma:web="fca21091-4343-4232-a795-e59481497c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2363CB8-52BD-4FB9-835C-3BC569C404F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fca21091-4343-4232-a795-e59481497cb5"/>
    <ds:schemaRef ds:uri="dfbadaf6-90cf-41d3-a0ba-bbd98d259036"/>
  </ds:schemaRefs>
</ds:datastoreItem>
</file>

<file path=customXml/itemProps2.xml><?xml version="1.0" encoding="utf-8"?>
<ds:datastoreItem xmlns:ds="http://schemas.openxmlformats.org/officeDocument/2006/customXml" ds:itemID="{4FC49C0A-F528-487B-AE37-52A5353FD5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fbadaf6-90cf-41d3-a0ba-bbd98d259036"/>
    <ds:schemaRef ds:uri="fca21091-4343-4232-a795-e59481497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8D901F-AD1A-4FDF-A9DE-276BA88FD1C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Samaya Smith</dc:creator>
  <cp:lastModifiedBy>Christina Borrello</cp:lastModifiedBy>
  <cp:revision>4</cp:revision>
  <dcterms:created xsi:type="dcterms:W3CDTF">2021-09-22T20:57:54Z</dcterms:created>
  <dcterms:modified xsi:type="dcterms:W3CDTF">2026-02-12T20:20:35Z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0x010100E563EA4EAC53434282EAA3F21CEC1BE7</vt:lpwstr>
  </property>
  <property fmtid="{D5CDD505-2E9C-101B-9397-08002B2CF9AE}" pid="3" name="MediaServiceImageTags">
    <vt:lpwstr/>
  </property>
</Properties>
</file>