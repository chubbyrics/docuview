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CE210B-A3B6-42B2-5AD6-86501CC6C949}" v="7" dt="2024-01-19T17:12:06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2" autoAdjust="0"/>
    <p:restoredTop sz="94660"/>
  </p:normalViewPr>
  <p:slideViewPr>
    <p:cSldViewPr snapToGrid="0">
      <p:cViewPr varScale="1">
        <p:scale>
          <a:sx n="89" d="100"/>
          <a:sy n="89" d="100"/>
        </p:scale>
        <p:origin x="173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4D5EC-48A9-034D-7316-572102D30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4FDD1C-AADF-624E-7F71-003B6A7FB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499D9-860D-2B92-56B2-98650B5BA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70A13-85C8-4BF4-9C22-CA229EBAB40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57947-2E4D-595D-6A72-85B5BA05C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8E79F-68B2-A823-4063-AA61A099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7B8-B331-42D6-AAC8-6AA64F933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5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C2067-E752-7C99-7FCC-9BA7022C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2BE11-D7F4-0E76-E596-77885239F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3507F-8387-096E-9F0E-FCA9EB677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70A13-85C8-4BF4-9C22-CA229EBAB40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EC963-1A0F-FD74-BA1D-E443B2885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8323A-15AF-FF1E-250F-D91A4A1FE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7B8-B331-42D6-AAC8-6AA64F933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58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2700-D719-4F81-D991-1E04A90FA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265EB-3DE4-2033-26F7-53AF3D0FB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1CEBF-AC83-5688-B466-9C9C6157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70A13-85C8-4BF4-9C22-CA229EBAB40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5E8C7-65D3-E268-C314-D7A8C255E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28581-031E-B03C-DF5F-016D457DC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7B8-B331-42D6-AAC8-6AA64F933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517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FA0BE-94D2-3E2F-8566-FB8DFC48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81F50-9343-14A3-A2B3-2060E202F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C18E0-E08A-523F-9091-967B755B8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9E18B-8297-A8CE-0ADC-055BD866F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70A13-85C8-4BF4-9C22-CA229EBAB40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03741-7FFF-CA61-FBFF-56591B440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9DFE1-BDFC-F8ED-7F2E-5CC18146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7B8-B331-42D6-AAC8-6AA64F933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53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2441-A333-DF9D-C489-28CB10E55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2CCEA-5925-D434-4C17-9099505F7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644FA-39B5-C0B5-AF0C-9BED43D6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C5AFE-03D8-B512-3AE7-BB3138EEC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74ACA0-CFD6-D444-08D1-1C2BAAA4B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E52D6-8EA7-0660-E297-8A505D68F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70A13-85C8-4BF4-9C22-CA229EBAB40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62E806-94A4-2B14-D23C-5B9D8654F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205538-D083-0C74-E73D-234448CB0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7B8-B331-42D6-AAC8-6AA64F933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59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FD194-34B0-E418-D7DE-BCCB4BAE1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0B7F2-8F24-982C-4B62-52E356114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70A13-85C8-4BF4-9C22-CA229EBAB40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81A212-C080-2273-F614-46310EF6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6BC8D-8A60-0A93-9837-98930A6FC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7B8-B331-42D6-AAC8-6AA64F933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1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6C9325-016C-8BF4-A61D-B94441839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70A13-85C8-4BF4-9C22-CA229EBAB40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53E72-3CBC-EAEA-9FB8-A6C991611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52069-61F1-8088-FD58-8108C29A3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7B8-B331-42D6-AAC8-6AA64F933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62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56570-CC6C-65E6-3136-DB0D1E67C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A9909-CA6A-36B5-BBE4-8EEE1D4DE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ABD2A-2039-8293-A932-071697E6F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503DA-2D00-DC39-F1F0-0EF5DF7F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70A13-85C8-4BF4-9C22-CA229EBAB40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CA527-C325-9D32-2FDA-7C52A2293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8A24A-CF21-78A9-B8D8-55850138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7B8-B331-42D6-AAC8-6AA64F933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56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40ECF-ACD4-FC52-7EC5-F24516A9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E80251-C212-A102-9DFF-C43D808FE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1A814-4494-65FE-DF1A-5C6A0F2BF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2F547-3151-1E96-DA29-23E4B3B4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70A13-85C8-4BF4-9C22-CA229EBAB40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44D7D-9272-7C8E-9A9B-0BC2C85BD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E3280-75AF-EA61-3C61-38091C588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7B8-B331-42D6-AAC8-6AA64F933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9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6D6A-48F8-56B8-6B2C-A513DFBB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F47CC-EA9B-0351-305E-A9936DA67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A8094-526D-94EB-2212-CB72BDB4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70A13-85C8-4BF4-9C22-CA229EBAB40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4197D-8871-2FDF-3055-5A432A381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8FD0F-61DA-6178-244D-F7ED70FD8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7B8-B331-42D6-AAC8-6AA64F933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292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39FE56-9F13-3731-9BAE-E2355A9DAB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7DA9A2-CB13-41B2-F091-5EB6D3D3F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9C37D-4780-08EF-5C0C-6265AA1B2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70A13-85C8-4BF4-9C22-CA229EBAB40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08EDD-0C57-2F1C-3565-D11358CFC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1FBD2-8179-EB7A-AFB6-4B474514E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7B8-B331-42D6-AAC8-6AA64F933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72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D9F59F-57F0-B7B3-3878-44A5B4AC8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DE06A-D032-6295-42D5-6C82B8DF1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46F5A-1E45-3E7B-5577-C5A1D86B77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70A13-85C8-4BF4-9C22-CA229EBAB40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EC775-C9B8-5561-07FD-FDB126F6EF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586F0-4283-5289-4C8B-B5C2A5608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3D07B8-B331-42D6-AAC8-6AA64F933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4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5C24B2-7585-9721-BD5E-DAD436D26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IC Dispositions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91F6A93-A490-0E86-544A-D95C6644E6DA}"/>
              </a:ext>
            </a:extLst>
          </p:cNvPr>
          <p:cNvSpPr/>
          <p:nvPr/>
        </p:nvSpPr>
        <p:spPr>
          <a:xfrm>
            <a:off x="591670" y="1690688"/>
            <a:ext cx="5722866" cy="46966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Once a call ends, the below dispositions will display:</a:t>
            </a:r>
          </a:p>
          <a:p>
            <a:pPr lvl="1"/>
            <a:r>
              <a:rPr lang="en-US" b="1" u="sng" dirty="0"/>
              <a:t>2-way authentication client complaint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Select if client made negative remarks about the new 2-way authentication process</a:t>
            </a:r>
          </a:p>
          <a:p>
            <a:pPr lvl="1"/>
            <a:r>
              <a:rPr lang="en-US" b="1" u="sng" dirty="0"/>
              <a:t>Password reset client complaint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Select if client made negative remarks about the new password reset requirements</a:t>
            </a:r>
          </a:p>
          <a:p>
            <a:pPr lvl="1"/>
            <a:r>
              <a:rPr lang="en-US" b="1" u="sng" dirty="0"/>
              <a:t>Other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Select if there were no complaints</a:t>
            </a:r>
          </a:p>
          <a:p>
            <a:pPr lvl="1"/>
            <a:r>
              <a:rPr lang="en-US" b="1" u="sng" dirty="0"/>
              <a:t>Once Selection is made, select Save &amp; Close</a:t>
            </a:r>
            <a:r>
              <a:rPr lang="en-US" dirty="0"/>
              <a:t> </a:t>
            </a:r>
          </a:p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FA5EB4E-A31C-64D1-7BEA-05B73BEF9241}"/>
              </a:ext>
            </a:extLst>
          </p:cNvPr>
          <p:cNvSpPr/>
          <p:nvPr/>
        </p:nvSpPr>
        <p:spPr>
          <a:xfrm>
            <a:off x="6515995" y="4185071"/>
            <a:ext cx="5084335" cy="22022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Once a disposition is selected, you will be placed in available status for the next call.</a:t>
            </a:r>
          </a:p>
          <a:p>
            <a:endParaRPr lang="en-US" dirty="0"/>
          </a:p>
          <a:p>
            <a:r>
              <a:rPr lang="en-US" dirty="0"/>
              <a:t>If 5 seconds pass with no action, you will be placed in available status for the next call and no response will be recorded. </a:t>
            </a:r>
          </a:p>
          <a:p>
            <a:pPr algn="ctr"/>
            <a:endParaRPr lang="en-US" dirty="0"/>
          </a:p>
        </p:txBody>
      </p:sp>
      <p:pic>
        <p:nvPicPr>
          <p:cNvPr id="1026" name="Picture 2" descr="ClearOne Advantage">
            <a:extLst>
              <a:ext uri="{FF2B5EF4-FFF2-40B4-BE49-F238E27FC236}">
                <a16:creationId xmlns:a16="http://schemas.microsoft.com/office/drawing/2014/main" id="{2ED4759B-95AF-1507-5F8D-CEDD64575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8475" y="6412751"/>
            <a:ext cx="1390650" cy="39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C3579FC-D552-231C-1B67-71E10C495255}"/>
              </a:ext>
            </a:extLst>
          </p:cNvPr>
          <p:cNvSpPr>
            <a:spLocks noGrp="1"/>
          </p:cNvSpPr>
          <p:nvPr/>
        </p:nvSpPr>
        <p:spPr>
          <a:xfrm>
            <a:off x="-858146" y="64127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Confidential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9EE7C7-7593-2303-234C-61D059DEB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995" y="1364294"/>
            <a:ext cx="3448334" cy="199255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2AEDF6F-9A8D-10D8-2743-3558F5547644}"/>
              </a:ext>
            </a:extLst>
          </p:cNvPr>
          <p:cNvCxnSpPr>
            <a:cxnSpLocks/>
          </p:cNvCxnSpPr>
          <p:nvPr/>
        </p:nvCxnSpPr>
        <p:spPr>
          <a:xfrm flipV="1">
            <a:off x="5401166" y="2503956"/>
            <a:ext cx="1999518" cy="1736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7A0E6FE-595C-C3B7-1F33-8FF0F274EE95}"/>
              </a:ext>
            </a:extLst>
          </p:cNvPr>
          <p:cNvCxnSpPr>
            <a:cxnSpLocks/>
          </p:cNvCxnSpPr>
          <p:nvPr/>
        </p:nvCxnSpPr>
        <p:spPr>
          <a:xfrm flipV="1">
            <a:off x="4820287" y="2809308"/>
            <a:ext cx="2589804" cy="9477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E4D4ECB-F30A-C454-3C8F-7E77F5683D27}"/>
              </a:ext>
            </a:extLst>
          </p:cNvPr>
          <p:cNvCxnSpPr>
            <a:cxnSpLocks/>
          </p:cNvCxnSpPr>
          <p:nvPr/>
        </p:nvCxnSpPr>
        <p:spPr>
          <a:xfrm flipV="1">
            <a:off x="4952603" y="3131389"/>
            <a:ext cx="2448081" cy="18279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A563A52-EE06-60B5-66DA-7552B66E5ECB}"/>
              </a:ext>
            </a:extLst>
          </p:cNvPr>
          <p:cNvCxnSpPr>
            <a:cxnSpLocks/>
          </p:cNvCxnSpPr>
          <p:nvPr/>
        </p:nvCxnSpPr>
        <p:spPr>
          <a:xfrm>
            <a:off x="1985451" y="4951592"/>
            <a:ext cx="29847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0ECE49E8-B1E7-E13D-B061-567F7F60F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091" y="3412929"/>
            <a:ext cx="3820058" cy="466790"/>
          </a:xfrm>
          <a:prstGeom prst="rect">
            <a:avLst/>
          </a:prstGeom>
        </p:spPr>
      </p:pic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C97063ED-D939-3ABF-A2CC-2085D2C3A880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6430232" y="3646324"/>
            <a:ext cx="979859" cy="5948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8857C51B-4005-5271-D735-51D445E9C74F}"/>
              </a:ext>
            </a:extLst>
          </p:cNvPr>
          <p:cNvCxnSpPr>
            <a:cxnSpLocks/>
          </p:cNvCxnSpPr>
          <p:nvPr/>
        </p:nvCxnSpPr>
        <p:spPr>
          <a:xfrm flipV="1">
            <a:off x="5430914" y="4233266"/>
            <a:ext cx="999318" cy="11099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508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Flow_SignoffStatus xmlns="dfbadaf6-90cf-41d3-a0ba-bbd98d259036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D7D01B-50DE-4027-A5A1-C1F167348FD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dfbadaf6-90cf-41d3-a0ba-bbd98d259036"/>
    <ds:schemaRef ds:uri="fca21091-4343-4232-a795-e59481497cb5"/>
  </ds:schemaRefs>
</ds:datastoreItem>
</file>

<file path=customXml/itemProps2.xml><?xml version="1.0" encoding="utf-8"?>
<ds:datastoreItem xmlns:ds="http://schemas.openxmlformats.org/officeDocument/2006/customXml" ds:itemID="{1244FC68-C42D-40DA-9417-3B7CD0F7B5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2C99AC7-6447-4CCD-A6C5-54B52EB2CF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5103</TotalTime>
  <Words>106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IC Dispositions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 Dispositions</dc:title>
  <dc:creator>Cody Critzer</dc:creator>
  <cp:lastModifiedBy>Cody Critzer</cp:lastModifiedBy>
  <cp:revision>13</cp:revision>
  <dcterms:created xsi:type="dcterms:W3CDTF">2024-01-12T19:57:40Z</dcterms:created>
  <dcterms:modified xsi:type="dcterms:W3CDTF">2026-02-12T20:13:04Z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