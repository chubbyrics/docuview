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7424F7-41E5-ADB6-8163-B47F7117619E}" v="1" dt="2024-10-14T22:57:13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4DA01-D48E-4993-886D-282882DFBEE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E9076E-6ABA-4D15-BC33-61E43D556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09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EC7C2-12DE-1372-C83C-D3BFB717B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0E9F0-549B-02EE-5263-8139E559D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B2666-AEF5-4535-7024-A18AD48F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628D-12EE-4E0D-9891-848304C4952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D7F76-AB2F-B097-8BA1-C45660926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095A3-AABA-1834-946A-FA44E70E1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02A35-512B-4FF7-96B3-905CB4B0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68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37CD-FCF7-7425-2F55-2AB0058B8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14EAE-9D57-E568-6F76-A253D79FD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6C032-61C2-3226-F936-0207021CE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628D-12EE-4E0D-9891-848304C4952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3C0B0-2BED-D8B1-2DD5-4416DB1D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52E51-116E-8F0B-16BC-AF3160DC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02A35-512B-4FF7-96B3-905CB4B0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7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7F02B-A920-D9D8-E0EB-8E1B780A2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BAB92-0918-FBF3-0AAD-2AABBDA63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A23E2-DB93-3F66-CB19-237260A10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628D-12EE-4E0D-9891-848304C4952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FA7F-CD38-9B9C-6739-06FC33CB1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28DB7-FB89-52FA-08A2-D72A41C2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02A35-512B-4FF7-96B3-905CB4B0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13CB5-9A0B-D6EA-0E2A-F53D4090A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0912F-99F2-B6EE-932E-C38A8ACF2E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1B638-8CAC-6A7D-C39A-26549DBC2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9B8D4-4366-861A-8431-04C7A0F0A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628D-12EE-4E0D-9891-848304C4952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69827-E28E-A05B-434B-969ABA724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E1973-CC22-C84B-83E5-AA0DE0B6E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02A35-512B-4FF7-96B3-905CB4B0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79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0B73E-4082-04F2-1EDE-F1740E0B8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0DF69-7097-2256-49AA-A9A5C2864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472-1E90-0CA1-3CAB-63FA91792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37F77-4836-84B3-582A-4B21B3B11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57F77-2E04-8C96-8F3B-429562C2FE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53757E-4536-CCFB-F82A-7135A854E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628D-12EE-4E0D-9891-848304C4952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2BA9E-E856-0AB6-2D1D-BBA7BE803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B9DA1F-E9EA-6464-D168-2398954CD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02A35-512B-4FF7-96B3-905CB4B0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6B8E-399B-138F-F224-22723F3EF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54AA80-01FD-08EC-3D58-8D84D40D7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628D-12EE-4E0D-9891-848304C4952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5E304-B850-AF6A-5468-1B7EF3808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CF4DB9-A8C8-E40F-3223-E5EA910DE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02A35-512B-4FF7-96B3-905CB4B0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2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C723CC-00B6-D420-6803-8AA904E3C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628D-12EE-4E0D-9891-848304C4952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087BBD-01C7-FF85-C663-28D2E26DF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35282-DE41-67A8-EBF6-A34CC0C19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02A35-512B-4FF7-96B3-905CB4B0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83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EDC92-F9DC-91D8-D188-4601BAD52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DB1D7-403E-BE44-3ACB-4C9BF0692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95411-DFF3-1081-1107-2B5BA4F36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2D8B5-3C61-2D79-5D02-2A6F662E7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628D-12EE-4E0D-9891-848304C4952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1F9D0-6D85-121F-A08A-D418C42CD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ED82C-E612-2C3D-9358-594B2D32D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02A35-512B-4FF7-96B3-905CB4B0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7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073B5-3A41-6D69-31C1-8A74718D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AE0CED-3D3B-4595-8E2F-2210F13BF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00786-36AA-11AD-E329-DB81AD444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F34F3-53F8-B267-A5A9-BAB321DB8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628D-12EE-4E0D-9891-848304C4952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AE7A5-DC1B-8EDE-F876-E7C2553B4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8630A-0929-F51D-5C7A-CE8CBA135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02A35-512B-4FF7-96B3-905CB4B0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3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846FD-7956-9188-FEDE-B6BDEDB4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06115A-4F4B-2EE8-9EA1-E08B1E8F9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2EBF0-26E6-D23D-2928-C82168DDD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628D-12EE-4E0D-9891-848304C4952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2B752-350C-8988-6375-8861ACE34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79566-9816-43F0-29C1-4C6190A35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02A35-512B-4FF7-96B3-905CB4B0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5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B35DC0-CA62-8C66-CE25-27B32DF378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0E8A5-0D15-5017-C67C-55500734E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FC426-2527-388C-3575-831B5C95C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628D-12EE-4E0D-9891-848304C4952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0581E-DF8C-7B32-6546-235737846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0549E-E389-4846-367D-B23E2703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02A35-512B-4FF7-96B3-905CB4B0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1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D7A1F6-8157-C0B4-2513-1E07FB7D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D1604-EB63-0C7B-DA84-CC11FF2F9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40281-30B4-F986-198F-A5AEBFF3C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9628D-12EE-4E0D-9891-848304C4952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95045-757C-1D8F-7F46-8CEDF2F3C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BBD77-163F-37FA-8236-A23B194CC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02A35-512B-4FF7-96B3-905CB4B0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91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9FCCEC-3F94-68E6-E35F-D690EFD2D1AC}"/>
              </a:ext>
            </a:extLst>
          </p:cNvPr>
          <p:cNvSpPr txBox="1"/>
          <p:nvPr/>
        </p:nvSpPr>
        <p:spPr>
          <a:xfrm>
            <a:off x="3670689" y="431925"/>
            <a:ext cx="422805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Portal add funds client walkthrough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28A9E2-329D-617E-E80D-E2ECA0909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27" y="1076508"/>
            <a:ext cx="5260417" cy="287100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A10761F-F56A-1DF0-C8CD-84E0977D934B}"/>
              </a:ext>
            </a:extLst>
          </p:cNvPr>
          <p:cNvSpPr/>
          <p:nvPr/>
        </p:nvSpPr>
        <p:spPr>
          <a:xfrm>
            <a:off x="1879134" y="1510017"/>
            <a:ext cx="671119" cy="2852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CFDF2E4B-5B9A-F8C4-D843-8B933711A458}"/>
              </a:ext>
            </a:extLst>
          </p:cNvPr>
          <p:cNvSpPr/>
          <p:nvPr/>
        </p:nvSpPr>
        <p:spPr>
          <a:xfrm>
            <a:off x="2625754" y="1572935"/>
            <a:ext cx="369116" cy="14261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1DBF3-55DF-60D8-E7B0-E9CDF457538A}"/>
              </a:ext>
            </a:extLst>
          </p:cNvPr>
          <p:cNvSpPr txBox="1"/>
          <p:nvPr/>
        </p:nvSpPr>
        <p:spPr>
          <a:xfrm>
            <a:off x="3070371" y="1272853"/>
            <a:ext cx="2442681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dirty="0"/>
              <a:t>Click the </a:t>
            </a:r>
            <a:r>
              <a:rPr lang="en-US" sz="1100" b="1" dirty="0"/>
              <a:t>“Add Fund” </a:t>
            </a:r>
            <a:r>
              <a:rPr lang="en-US" sz="1100" dirty="0"/>
              <a:t>button to add drafts outside of their recurring scheduled drafts, 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2D1612-CF8B-A150-05F6-7E7360ECB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756" y="1088603"/>
            <a:ext cx="5772594" cy="2879392"/>
          </a:xfrm>
          <a:prstGeom prst="rect">
            <a:avLst/>
          </a:prstGeom>
        </p:spPr>
      </p:pic>
      <p:sp>
        <p:nvSpPr>
          <p:cNvPr id="14" name="Arrow: Left 13">
            <a:extLst>
              <a:ext uri="{FF2B5EF4-FFF2-40B4-BE49-F238E27FC236}">
                <a16:creationId xmlns:a16="http://schemas.microsoft.com/office/drawing/2014/main" id="{EB5F2726-5833-F791-F72D-D14826D8B005}"/>
              </a:ext>
            </a:extLst>
          </p:cNvPr>
          <p:cNvSpPr/>
          <p:nvPr/>
        </p:nvSpPr>
        <p:spPr>
          <a:xfrm>
            <a:off x="9037389" y="1563562"/>
            <a:ext cx="402672" cy="14261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349E003C-A8F8-B45E-0C65-C941BF293529}"/>
              </a:ext>
            </a:extLst>
          </p:cNvPr>
          <p:cNvSpPr/>
          <p:nvPr/>
        </p:nvSpPr>
        <p:spPr>
          <a:xfrm>
            <a:off x="9037389" y="2011173"/>
            <a:ext cx="402672" cy="14261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E9165CB4-080E-964F-F9B0-FBF367F47DCE}"/>
              </a:ext>
            </a:extLst>
          </p:cNvPr>
          <p:cNvSpPr/>
          <p:nvPr/>
        </p:nvSpPr>
        <p:spPr>
          <a:xfrm>
            <a:off x="9133512" y="3287390"/>
            <a:ext cx="402672" cy="14261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7956E01D-2A69-7D91-2331-AF1241795A0F}"/>
              </a:ext>
            </a:extLst>
          </p:cNvPr>
          <p:cNvSpPr/>
          <p:nvPr/>
        </p:nvSpPr>
        <p:spPr>
          <a:xfrm rot="10800000">
            <a:off x="10582361" y="3687878"/>
            <a:ext cx="402672" cy="14261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430F0E-FC32-1CFC-14F7-0AF67AEBA996}"/>
              </a:ext>
            </a:extLst>
          </p:cNvPr>
          <p:cNvSpPr/>
          <p:nvPr/>
        </p:nvSpPr>
        <p:spPr>
          <a:xfrm>
            <a:off x="10209402" y="1629647"/>
            <a:ext cx="1468419" cy="19207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Can add funds up to $10,000 in funds.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The date set at least 5 days out.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Can print the page if they prefer.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Click “Continue” button once complete 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B70C05D-C8BC-310D-5D26-352EEDC10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79" y="3967995"/>
            <a:ext cx="5270536" cy="2879392"/>
          </a:xfrm>
          <a:prstGeom prst="rect">
            <a:avLst/>
          </a:prstGeom>
        </p:spPr>
      </p:pic>
      <p:sp>
        <p:nvSpPr>
          <p:cNvPr id="22" name="Arrow: Left 21">
            <a:extLst>
              <a:ext uri="{FF2B5EF4-FFF2-40B4-BE49-F238E27FC236}">
                <a16:creationId xmlns:a16="http://schemas.microsoft.com/office/drawing/2014/main" id="{6A7F967F-77F9-BB41-DFD9-52207AADA968}"/>
              </a:ext>
            </a:extLst>
          </p:cNvPr>
          <p:cNvSpPr/>
          <p:nvPr/>
        </p:nvSpPr>
        <p:spPr>
          <a:xfrm>
            <a:off x="2994870" y="5585147"/>
            <a:ext cx="402672" cy="14261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15BE27-3D44-4E67-1322-C9B6A0F43CBE}"/>
              </a:ext>
            </a:extLst>
          </p:cNvPr>
          <p:cNvSpPr/>
          <p:nvPr/>
        </p:nvSpPr>
        <p:spPr>
          <a:xfrm>
            <a:off x="3598877" y="5394121"/>
            <a:ext cx="1728132" cy="8472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r>
              <a:rPr lang="en-US" sz="1200" dirty="0"/>
              <a:t>Read the disclosure and click on “Accept” to complete the add funds process.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831E269-0412-8E75-3046-BA8CD52D6D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9756" y="4011276"/>
            <a:ext cx="2969567" cy="27656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C4A879E-1D9A-8C88-309B-51A76C9BF5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2676" y="4011276"/>
            <a:ext cx="2239674" cy="276198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8972573-E61F-0698-FA19-A90EA143937B}"/>
              </a:ext>
            </a:extLst>
          </p:cNvPr>
          <p:cNvSpPr/>
          <p:nvPr/>
        </p:nvSpPr>
        <p:spPr>
          <a:xfrm>
            <a:off x="10868307" y="4114613"/>
            <a:ext cx="854043" cy="506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r>
              <a:rPr lang="en-US" sz="900" dirty="0"/>
              <a:t> confirmation email. 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C57E73-817D-9CD8-DA70-9D061FA7195A}"/>
              </a:ext>
            </a:extLst>
          </p:cNvPr>
          <p:cNvSpPr/>
          <p:nvPr/>
        </p:nvSpPr>
        <p:spPr>
          <a:xfrm>
            <a:off x="7898740" y="4114613"/>
            <a:ext cx="1020583" cy="5069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r>
              <a:rPr lang="en-US" sz="900" dirty="0"/>
              <a:t>Will receive confirmation once completed.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D0C920-6AC4-8B53-BBAB-8EB57EB2A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9402" y="-6755"/>
            <a:ext cx="1888397" cy="63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Footer Placeholder 5">
            <a:extLst>
              <a:ext uri="{FF2B5EF4-FFF2-40B4-BE49-F238E27FC236}">
                <a16:creationId xmlns:a16="http://schemas.microsoft.com/office/drawing/2014/main" id="{C8BB1484-7697-CF91-87BC-4CF9918C2D02}"/>
              </a:ext>
            </a:extLst>
          </p:cNvPr>
          <p:cNvSpPr>
            <a:spLocks noGrp="1"/>
          </p:cNvSpPr>
          <p:nvPr/>
        </p:nvSpPr>
        <p:spPr>
          <a:xfrm>
            <a:off x="-1028871" y="1061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354FDA-7192-089B-90DA-49D307EB8E3A}"/>
              </a:ext>
            </a:extLst>
          </p:cNvPr>
          <p:cNvSpPr txBox="1"/>
          <p:nvPr/>
        </p:nvSpPr>
        <p:spPr>
          <a:xfrm>
            <a:off x="8942083" y="3946719"/>
            <a:ext cx="1279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916FBE-F2B8-5504-AD9B-B245CE38E1F1}"/>
              </a:ext>
            </a:extLst>
          </p:cNvPr>
          <p:cNvSpPr txBox="1"/>
          <p:nvPr/>
        </p:nvSpPr>
        <p:spPr>
          <a:xfrm>
            <a:off x="5926996" y="1045322"/>
            <a:ext cx="1279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CB4E5F-B80F-C766-E004-53FE0D11DE9C}"/>
              </a:ext>
            </a:extLst>
          </p:cNvPr>
          <p:cNvSpPr txBox="1"/>
          <p:nvPr/>
        </p:nvSpPr>
        <p:spPr>
          <a:xfrm>
            <a:off x="504622" y="3929947"/>
            <a:ext cx="1279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56CAA8-63F3-BB7D-12D0-A4131951542A}"/>
              </a:ext>
            </a:extLst>
          </p:cNvPr>
          <p:cNvSpPr txBox="1"/>
          <p:nvPr/>
        </p:nvSpPr>
        <p:spPr>
          <a:xfrm>
            <a:off x="5901968" y="3946719"/>
            <a:ext cx="1279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38A332-6E69-FFA3-25EF-70DD3283B572}"/>
              </a:ext>
            </a:extLst>
          </p:cNvPr>
          <p:cNvSpPr txBox="1"/>
          <p:nvPr/>
        </p:nvSpPr>
        <p:spPr>
          <a:xfrm>
            <a:off x="504622" y="1080213"/>
            <a:ext cx="1279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</a:t>
            </a:r>
          </a:p>
        </p:txBody>
      </p:sp>
    </p:spTree>
    <p:extLst>
      <p:ext uri="{BB962C8B-B14F-4D97-AF65-F5344CB8AC3E}">
        <p14:creationId xmlns:p14="http://schemas.microsoft.com/office/powerpoint/2010/main" val="3099109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Flow_SignoffStatus xmlns="dfbadaf6-90cf-41d3-a0ba-bbd98d259036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SharedWithUsers xmlns="fca21091-4343-4232-a795-e59481497cb5">
      <UserInfo>
        <DisplayName>Cinthya Moya</DisplayName>
        <AccountId>16</AccountId>
        <AccountType/>
      </UserInfo>
      <UserInfo>
        <DisplayName>Christina Borrello</DisplayName>
        <AccountId>29</AccountId>
        <AccountType/>
      </UserInfo>
      <UserInfo>
        <DisplayName>CLG Members</DisplayName>
        <AccountId>145</AccountId>
        <AccountType/>
      </UserInfo>
      <UserInfo>
        <DisplayName>QA Team Channel Members</DisplayName>
        <AccountId>640</AccountId>
        <AccountType/>
      </UserInfo>
      <UserInfo>
        <DisplayName>Jedah's CLO team Members</DisplayName>
        <AccountId>641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605134BB-D067-4165-B94D-7DC0AA3432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61DD97-DD7B-4679-AE5A-64519D9159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F23530-441B-4AAA-BCC6-CB45FEC82643}">
  <ds:schemaRefs>
    <ds:schemaRef ds:uri="http://schemas.microsoft.com/sharepoint/v3"/>
    <ds:schemaRef ds:uri="http://purl.org/dc/dcmitype/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fca21091-4343-4232-a795-e59481497cb5"/>
    <ds:schemaRef ds:uri="dfbadaf6-90cf-41d3-a0ba-bbd98d259036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1582</TotalTime>
  <Words>101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Katalina Sussman</dc:creator>
  <cp:lastModifiedBy>Katalina Sussman</cp:lastModifiedBy>
  <cp:revision>10</cp:revision>
  <dcterms:created xsi:type="dcterms:W3CDTF">2023-12-14T14:58:40Z</dcterms:created>
  <dcterms:modified xsi:type="dcterms:W3CDTF">2026-02-12T20:00:10Z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