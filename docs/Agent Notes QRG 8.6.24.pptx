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42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95B57-54C3-E174-992B-548F8FF127F0}" v="17" dt="2024-12-10T18:46:07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15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780"/>
    </p:cViewPr>
  </p:sorterViewPr>
  <p:notesViewPr>
    <p:cSldViewPr snapToGrid="0">
      <p:cViewPr varScale="1">
        <p:scale>
          <a:sx n="82" d="100"/>
          <a:sy n="82" d="100"/>
        </p:scale>
        <p:origin x="381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49077-2C57-4F3E-8466-69661F91664D}" type="doc">
      <dgm:prSet loTypeId="urn:microsoft.com/office/officeart/2005/8/layout/hChevron3" loCatId="process" qsTypeId="urn:microsoft.com/office/officeart/2005/8/quickstyle/simple1" qsCatId="simple" csTypeId="urn:microsoft.com/office/officeart/2005/8/colors/accent3_1" csCatId="accent3" phldr="1"/>
      <dgm:spPr/>
    </dgm:pt>
    <dgm:pt modelId="{AAB160AB-326F-4B1B-8F7E-206BC115D542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Open Clients QuickBase Page</a:t>
          </a:r>
          <a:endParaRPr lang="en-US" dirty="0"/>
        </a:p>
      </dgm:t>
    </dgm:pt>
    <dgm:pt modelId="{5274DD4D-9FBB-4242-9078-D81439EE3341}" type="parTrans" cxnId="{E9968653-99C1-4A61-9514-DAF15F193128}">
      <dgm:prSet/>
      <dgm:spPr/>
    </dgm:pt>
    <dgm:pt modelId="{5EAE6575-C5F1-453B-A66F-55E3E297E272}" type="sibTrans" cxnId="{E9968653-99C1-4A61-9514-DAF15F193128}">
      <dgm:prSet/>
      <dgm:spPr/>
    </dgm:pt>
    <dgm:pt modelId="{AFB94CCD-E56D-499D-B83F-440221D9B954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Go to </a:t>
          </a:r>
          <a:r>
            <a:rPr lang="en-US" i="1" dirty="0">
              <a:latin typeface="Calibri Light" panose="020F0302020204030204"/>
            </a:rPr>
            <a:t>comments </a:t>
          </a:r>
          <a:r>
            <a:rPr lang="en-US" dirty="0">
              <a:latin typeface="Calibri Light" panose="020F0302020204030204"/>
            </a:rPr>
            <a:t>tab</a:t>
          </a:r>
          <a:endParaRPr lang="en-US" dirty="0"/>
        </a:p>
      </dgm:t>
    </dgm:pt>
    <dgm:pt modelId="{FC60CD5D-4F8F-4CAC-BFC5-767272A338FC}" type="parTrans" cxnId="{39DAE82E-90AC-455B-B1FC-F758264A2D01}">
      <dgm:prSet/>
      <dgm:spPr/>
    </dgm:pt>
    <dgm:pt modelId="{B8495D26-A9B3-4AD8-B7C8-23976DD225FC}" type="sibTrans" cxnId="{39DAE82E-90AC-455B-B1FC-F758264A2D01}">
      <dgm:prSet/>
      <dgm:spPr/>
    </dgm:pt>
    <dgm:pt modelId="{6F02F352-5BBD-45C0-AD39-12A80056A28E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Type summary in </a:t>
          </a:r>
          <a:r>
            <a:rPr lang="en-US" i="1" dirty="0">
              <a:latin typeface="Calibri Light" panose="020F0302020204030204"/>
            </a:rPr>
            <a:t>Note </a:t>
          </a:r>
          <a:r>
            <a:rPr lang="en-US" dirty="0">
              <a:latin typeface="Calibri Light" panose="020F0302020204030204"/>
            </a:rPr>
            <a:t>field</a:t>
          </a:r>
          <a:endParaRPr lang="en-US" dirty="0"/>
        </a:p>
      </dgm:t>
    </dgm:pt>
    <dgm:pt modelId="{152A51E1-F59D-43EF-A131-E4244BB6DAB2}" type="parTrans" cxnId="{412F4223-9E52-4E8E-9B1C-5444C3D87B6D}">
      <dgm:prSet/>
      <dgm:spPr/>
    </dgm:pt>
    <dgm:pt modelId="{809D480D-A0CE-4EB6-873D-9268231AE7AA}" type="sibTrans" cxnId="{412F4223-9E52-4E8E-9B1C-5444C3D87B6D}">
      <dgm:prSet/>
      <dgm:spPr/>
    </dgm:pt>
    <dgm:pt modelId="{4E3D0F90-ECB2-4D0C-B997-A4F68C28F680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Edit</a:t>
          </a:r>
        </a:p>
      </dgm:t>
    </dgm:pt>
    <dgm:pt modelId="{6FF0A246-C497-47FB-8A81-6C31EFF6C0A1}" type="parTrans" cxnId="{A7F64765-A85A-4531-9B66-87EC951C25A0}">
      <dgm:prSet/>
      <dgm:spPr/>
    </dgm:pt>
    <dgm:pt modelId="{D0B7D4C6-2745-4126-9D3E-36490851F632}" type="sibTrans" cxnId="{A7F64765-A85A-4531-9B66-87EC951C25A0}">
      <dgm:prSet/>
      <dgm:spPr/>
    </dgm:pt>
    <dgm:pt modelId="{9081618F-4B6E-4297-BF2D-5D62670597A1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Save and Close</a:t>
          </a:r>
        </a:p>
      </dgm:t>
    </dgm:pt>
    <dgm:pt modelId="{B9C59E2F-DB7A-4573-80CA-3657E114DFC9}" type="parTrans" cxnId="{A536376A-540A-43E9-9EB3-A49365AAAD61}">
      <dgm:prSet/>
      <dgm:spPr/>
    </dgm:pt>
    <dgm:pt modelId="{4AAACFFD-E7D9-43EF-B99F-9740AAE3AC65}" type="sibTrans" cxnId="{A536376A-540A-43E9-9EB3-A49365AAAD61}">
      <dgm:prSet/>
      <dgm:spPr/>
    </dgm:pt>
    <dgm:pt modelId="{AD689D9F-A46C-4809-A233-4A764C912E0A}" type="pres">
      <dgm:prSet presAssocID="{8C549077-2C57-4F3E-8466-69661F91664D}" presName="Name0" presStyleCnt="0">
        <dgm:presLayoutVars>
          <dgm:dir/>
          <dgm:resizeHandles val="exact"/>
        </dgm:presLayoutVars>
      </dgm:prSet>
      <dgm:spPr/>
    </dgm:pt>
    <dgm:pt modelId="{CDCE3937-47DE-4BD1-86D3-B111BF03280B}" type="pres">
      <dgm:prSet presAssocID="{AAB160AB-326F-4B1B-8F7E-206BC115D542}" presName="parTxOnly" presStyleLbl="node1" presStyleIdx="0" presStyleCnt="5">
        <dgm:presLayoutVars>
          <dgm:bulletEnabled val="1"/>
        </dgm:presLayoutVars>
      </dgm:prSet>
      <dgm:spPr/>
    </dgm:pt>
    <dgm:pt modelId="{D548CDE0-DF12-429C-8B28-97F9B5DA9DC5}" type="pres">
      <dgm:prSet presAssocID="{5EAE6575-C5F1-453B-A66F-55E3E297E272}" presName="parSpace" presStyleCnt="0"/>
      <dgm:spPr/>
    </dgm:pt>
    <dgm:pt modelId="{35E27687-10A8-4480-81AD-D3F2FBA08EBF}" type="pres">
      <dgm:prSet presAssocID="{4E3D0F90-ECB2-4D0C-B997-A4F68C28F680}" presName="parTxOnly" presStyleLbl="node1" presStyleIdx="1" presStyleCnt="5">
        <dgm:presLayoutVars>
          <dgm:bulletEnabled val="1"/>
        </dgm:presLayoutVars>
      </dgm:prSet>
      <dgm:spPr/>
    </dgm:pt>
    <dgm:pt modelId="{7FC4353B-DAEE-4231-A532-FC683AE528DB}" type="pres">
      <dgm:prSet presAssocID="{D0B7D4C6-2745-4126-9D3E-36490851F632}" presName="parSpace" presStyleCnt="0"/>
      <dgm:spPr/>
    </dgm:pt>
    <dgm:pt modelId="{C104FE1C-9AF8-46CF-BDBA-D6A8B7586369}" type="pres">
      <dgm:prSet presAssocID="{AFB94CCD-E56D-499D-B83F-440221D9B954}" presName="parTxOnly" presStyleLbl="node1" presStyleIdx="2" presStyleCnt="5">
        <dgm:presLayoutVars>
          <dgm:bulletEnabled val="1"/>
        </dgm:presLayoutVars>
      </dgm:prSet>
      <dgm:spPr/>
    </dgm:pt>
    <dgm:pt modelId="{7BB744DF-173A-408C-A276-2EF06BD9ED3C}" type="pres">
      <dgm:prSet presAssocID="{B8495D26-A9B3-4AD8-B7C8-23976DD225FC}" presName="parSpace" presStyleCnt="0"/>
      <dgm:spPr/>
    </dgm:pt>
    <dgm:pt modelId="{5415CF18-B17F-4FAD-8390-889CCF098969}" type="pres">
      <dgm:prSet presAssocID="{6F02F352-5BBD-45C0-AD39-12A80056A28E}" presName="parTxOnly" presStyleLbl="node1" presStyleIdx="3" presStyleCnt="5">
        <dgm:presLayoutVars>
          <dgm:bulletEnabled val="1"/>
        </dgm:presLayoutVars>
      </dgm:prSet>
      <dgm:spPr/>
    </dgm:pt>
    <dgm:pt modelId="{691BE9C9-5BE3-4CB5-BDD3-04BF4DFD2725}" type="pres">
      <dgm:prSet presAssocID="{809D480D-A0CE-4EB6-873D-9268231AE7AA}" presName="parSpace" presStyleCnt="0"/>
      <dgm:spPr/>
    </dgm:pt>
    <dgm:pt modelId="{3971BDB4-6DFE-4528-8AD8-E6A5132509BA}" type="pres">
      <dgm:prSet presAssocID="{9081618F-4B6E-4297-BF2D-5D62670597A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412F4223-9E52-4E8E-9B1C-5444C3D87B6D}" srcId="{8C549077-2C57-4F3E-8466-69661F91664D}" destId="{6F02F352-5BBD-45C0-AD39-12A80056A28E}" srcOrd="3" destOrd="0" parTransId="{152A51E1-F59D-43EF-A131-E4244BB6DAB2}" sibTransId="{809D480D-A0CE-4EB6-873D-9268231AE7AA}"/>
    <dgm:cxn modelId="{4D420324-9A99-4A16-A708-59986034FFE0}" type="presOf" srcId="{AAB160AB-326F-4B1B-8F7E-206BC115D542}" destId="{CDCE3937-47DE-4BD1-86D3-B111BF03280B}" srcOrd="0" destOrd="0" presId="urn:microsoft.com/office/officeart/2005/8/layout/hChevron3"/>
    <dgm:cxn modelId="{39DAE82E-90AC-455B-B1FC-F758264A2D01}" srcId="{8C549077-2C57-4F3E-8466-69661F91664D}" destId="{AFB94CCD-E56D-499D-B83F-440221D9B954}" srcOrd="2" destOrd="0" parTransId="{FC60CD5D-4F8F-4CAC-BFC5-767272A338FC}" sibTransId="{B8495D26-A9B3-4AD8-B7C8-23976DD225FC}"/>
    <dgm:cxn modelId="{A7F64765-A85A-4531-9B66-87EC951C25A0}" srcId="{8C549077-2C57-4F3E-8466-69661F91664D}" destId="{4E3D0F90-ECB2-4D0C-B997-A4F68C28F680}" srcOrd="1" destOrd="0" parTransId="{6FF0A246-C497-47FB-8A81-6C31EFF6C0A1}" sibTransId="{D0B7D4C6-2745-4126-9D3E-36490851F632}"/>
    <dgm:cxn modelId="{8FDB2066-1578-4FC2-96DA-DC0CF9268E2D}" type="presOf" srcId="{4E3D0F90-ECB2-4D0C-B997-A4F68C28F680}" destId="{35E27687-10A8-4480-81AD-D3F2FBA08EBF}" srcOrd="0" destOrd="0" presId="urn:microsoft.com/office/officeart/2005/8/layout/hChevron3"/>
    <dgm:cxn modelId="{A536376A-540A-43E9-9EB3-A49365AAAD61}" srcId="{8C549077-2C57-4F3E-8466-69661F91664D}" destId="{9081618F-4B6E-4297-BF2D-5D62670597A1}" srcOrd="4" destOrd="0" parTransId="{B9C59E2F-DB7A-4573-80CA-3657E114DFC9}" sibTransId="{4AAACFFD-E7D9-43EF-B99F-9740AAE3AC65}"/>
    <dgm:cxn modelId="{E9968653-99C1-4A61-9514-DAF15F193128}" srcId="{8C549077-2C57-4F3E-8466-69661F91664D}" destId="{AAB160AB-326F-4B1B-8F7E-206BC115D542}" srcOrd="0" destOrd="0" parTransId="{5274DD4D-9FBB-4242-9078-D81439EE3341}" sibTransId="{5EAE6575-C5F1-453B-A66F-55E3E297E272}"/>
    <dgm:cxn modelId="{90341C8A-BE7A-458D-AF26-951922C6DB7C}" type="presOf" srcId="{8C549077-2C57-4F3E-8466-69661F91664D}" destId="{AD689D9F-A46C-4809-A233-4A764C912E0A}" srcOrd="0" destOrd="0" presId="urn:microsoft.com/office/officeart/2005/8/layout/hChevron3"/>
    <dgm:cxn modelId="{CB90B09B-21B9-48A2-A3BC-A0B65D48995F}" type="presOf" srcId="{AFB94CCD-E56D-499D-B83F-440221D9B954}" destId="{C104FE1C-9AF8-46CF-BDBA-D6A8B7586369}" srcOrd="0" destOrd="0" presId="urn:microsoft.com/office/officeart/2005/8/layout/hChevron3"/>
    <dgm:cxn modelId="{3E8E14DA-044F-448A-9CE2-DA4C3D38177B}" type="presOf" srcId="{6F02F352-5BBD-45C0-AD39-12A80056A28E}" destId="{5415CF18-B17F-4FAD-8390-889CCF098969}" srcOrd="0" destOrd="0" presId="urn:microsoft.com/office/officeart/2005/8/layout/hChevron3"/>
    <dgm:cxn modelId="{444B1DEF-63DD-4C69-916D-E4BADFDC0A5A}" type="presOf" srcId="{9081618F-4B6E-4297-BF2D-5D62670597A1}" destId="{3971BDB4-6DFE-4528-8AD8-E6A5132509BA}" srcOrd="0" destOrd="0" presId="urn:microsoft.com/office/officeart/2005/8/layout/hChevron3"/>
    <dgm:cxn modelId="{A662D343-F67D-43D2-B3D5-0EB0A175D4DA}" type="presParOf" srcId="{AD689D9F-A46C-4809-A233-4A764C912E0A}" destId="{CDCE3937-47DE-4BD1-86D3-B111BF03280B}" srcOrd="0" destOrd="0" presId="urn:microsoft.com/office/officeart/2005/8/layout/hChevron3"/>
    <dgm:cxn modelId="{46CF8579-8BF0-4D73-8F19-1954ED24DA5D}" type="presParOf" srcId="{AD689D9F-A46C-4809-A233-4A764C912E0A}" destId="{D548CDE0-DF12-429C-8B28-97F9B5DA9DC5}" srcOrd="1" destOrd="0" presId="urn:microsoft.com/office/officeart/2005/8/layout/hChevron3"/>
    <dgm:cxn modelId="{5A08DC1B-493D-4D43-A288-B46ED08E286D}" type="presParOf" srcId="{AD689D9F-A46C-4809-A233-4A764C912E0A}" destId="{35E27687-10A8-4480-81AD-D3F2FBA08EBF}" srcOrd="2" destOrd="0" presId="urn:microsoft.com/office/officeart/2005/8/layout/hChevron3"/>
    <dgm:cxn modelId="{4E35C5FB-EE4D-4B4D-B1BD-FE184A3B0399}" type="presParOf" srcId="{AD689D9F-A46C-4809-A233-4A764C912E0A}" destId="{7FC4353B-DAEE-4231-A532-FC683AE528DB}" srcOrd="3" destOrd="0" presId="urn:microsoft.com/office/officeart/2005/8/layout/hChevron3"/>
    <dgm:cxn modelId="{77C0FD71-6EB1-4905-A911-A3C728F2A49D}" type="presParOf" srcId="{AD689D9F-A46C-4809-A233-4A764C912E0A}" destId="{C104FE1C-9AF8-46CF-BDBA-D6A8B7586369}" srcOrd="4" destOrd="0" presId="urn:microsoft.com/office/officeart/2005/8/layout/hChevron3"/>
    <dgm:cxn modelId="{213EF84E-1871-45FA-A3A1-475E2228B8B4}" type="presParOf" srcId="{AD689D9F-A46C-4809-A233-4A764C912E0A}" destId="{7BB744DF-173A-408C-A276-2EF06BD9ED3C}" srcOrd="5" destOrd="0" presId="urn:microsoft.com/office/officeart/2005/8/layout/hChevron3"/>
    <dgm:cxn modelId="{342EE2AA-200A-4535-AB9C-79C46552D0F1}" type="presParOf" srcId="{AD689D9F-A46C-4809-A233-4A764C912E0A}" destId="{5415CF18-B17F-4FAD-8390-889CCF098969}" srcOrd="6" destOrd="0" presId="urn:microsoft.com/office/officeart/2005/8/layout/hChevron3"/>
    <dgm:cxn modelId="{A0DC88EF-C64B-4792-B13C-EAC49D6276EF}" type="presParOf" srcId="{AD689D9F-A46C-4809-A233-4A764C912E0A}" destId="{691BE9C9-5BE3-4CB5-BDD3-04BF4DFD2725}" srcOrd="7" destOrd="0" presId="urn:microsoft.com/office/officeart/2005/8/layout/hChevron3"/>
    <dgm:cxn modelId="{50127C8F-1A87-435F-8AF5-6F2159FF737A}" type="presParOf" srcId="{AD689D9F-A46C-4809-A233-4A764C912E0A}" destId="{3971BDB4-6DFE-4528-8AD8-E6A5132509BA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E3937-47DE-4BD1-86D3-B111BF03280B}">
      <dsp:nvSpPr>
        <dsp:cNvPr id="0" name=""/>
        <dsp:cNvSpPr/>
      </dsp:nvSpPr>
      <dsp:spPr>
        <a:xfrm>
          <a:off x="1090" y="619042"/>
          <a:ext cx="2126728" cy="85069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Open Clients QuickBase Page</a:t>
          </a:r>
          <a:endParaRPr lang="en-US" sz="1800" kern="1200" dirty="0"/>
        </a:p>
      </dsp:txBody>
      <dsp:txXfrm>
        <a:off x="1090" y="619042"/>
        <a:ext cx="1914055" cy="850691"/>
      </dsp:txXfrm>
    </dsp:sp>
    <dsp:sp modelId="{35E27687-10A8-4480-81AD-D3F2FBA08EBF}">
      <dsp:nvSpPr>
        <dsp:cNvPr id="0" name=""/>
        <dsp:cNvSpPr/>
      </dsp:nvSpPr>
      <dsp:spPr>
        <a:xfrm>
          <a:off x="1702473" y="619042"/>
          <a:ext cx="2126728" cy="85069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Edit</a:t>
          </a:r>
        </a:p>
      </dsp:txBody>
      <dsp:txXfrm>
        <a:off x="2127819" y="619042"/>
        <a:ext cx="1276037" cy="850691"/>
      </dsp:txXfrm>
    </dsp:sp>
    <dsp:sp modelId="{C104FE1C-9AF8-46CF-BDBA-D6A8B7586369}">
      <dsp:nvSpPr>
        <dsp:cNvPr id="0" name=""/>
        <dsp:cNvSpPr/>
      </dsp:nvSpPr>
      <dsp:spPr>
        <a:xfrm>
          <a:off x="3403855" y="619042"/>
          <a:ext cx="2126728" cy="85069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Go to </a:t>
          </a:r>
          <a:r>
            <a:rPr lang="en-US" sz="1800" i="1" kern="1200" dirty="0">
              <a:latin typeface="Calibri Light" panose="020F0302020204030204"/>
            </a:rPr>
            <a:t>comments </a:t>
          </a:r>
          <a:r>
            <a:rPr lang="en-US" sz="1800" kern="1200" dirty="0">
              <a:latin typeface="Calibri Light" panose="020F0302020204030204"/>
            </a:rPr>
            <a:t>tab</a:t>
          </a:r>
          <a:endParaRPr lang="en-US" sz="1800" kern="1200" dirty="0"/>
        </a:p>
      </dsp:txBody>
      <dsp:txXfrm>
        <a:off x="3829201" y="619042"/>
        <a:ext cx="1276037" cy="850691"/>
      </dsp:txXfrm>
    </dsp:sp>
    <dsp:sp modelId="{5415CF18-B17F-4FAD-8390-889CCF098969}">
      <dsp:nvSpPr>
        <dsp:cNvPr id="0" name=""/>
        <dsp:cNvSpPr/>
      </dsp:nvSpPr>
      <dsp:spPr>
        <a:xfrm>
          <a:off x="5105238" y="619042"/>
          <a:ext cx="2126728" cy="85069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Type summary in </a:t>
          </a:r>
          <a:r>
            <a:rPr lang="en-US" sz="1800" i="1" kern="1200" dirty="0">
              <a:latin typeface="Calibri Light" panose="020F0302020204030204"/>
            </a:rPr>
            <a:t>Note </a:t>
          </a:r>
          <a:r>
            <a:rPr lang="en-US" sz="1800" kern="1200" dirty="0">
              <a:latin typeface="Calibri Light" panose="020F0302020204030204"/>
            </a:rPr>
            <a:t>field</a:t>
          </a:r>
          <a:endParaRPr lang="en-US" sz="1800" kern="1200" dirty="0"/>
        </a:p>
      </dsp:txBody>
      <dsp:txXfrm>
        <a:off x="5530584" y="619042"/>
        <a:ext cx="1276037" cy="850691"/>
      </dsp:txXfrm>
    </dsp:sp>
    <dsp:sp modelId="{3971BDB4-6DFE-4528-8AD8-E6A5132509BA}">
      <dsp:nvSpPr>
        <dsp:cNvPr id="0" name=""/>
        <dsp:cNvSpPr/>
      </dsp:nvSpPr>
      <dsp:spPr>
        <a:xfrm>
          <a:off x="6806621" y="619042"/>
          <a:ext cx="2126728" cy="850691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 Light" panose="020F0302020204030204"/>
            </a:rPr>
            <a:t>Save and Close</a:t>
          </a:r>
        </a:p>
      </dsp:txBody>
      <dsp:txXfrm>
        <a:off x="7231967" y="619042"/>
        <a:ext cx="1276037" cy="8506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2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136524"/>
            <a:ext cx="8854631" cy="431654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Adding Comments to a Client Page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98619" y="6573952"/>
            <a:ext cx="3086100" cy="365125"/>
          </a:xfrm>
        </p:spPr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452944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4301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31D242-87F9-44C8-B257-337D731D9A24}"/>
              </a:ext>
            </a:extLst>
          </p:cNvPr>
          <p:cNvSpPr/>
          <p:nvPr/>
        </p:nvSpPr>
        <p:spPr>
          <a:xfrm>
            <a:off x="100725" y="1717802"/>
            <a:ext cx="8948645" cy="312581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Notes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Professional at all times.  Do not add negative comments about anyone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Precise and concise – include details relayed by the caller. 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 and free of emotion – factual.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Relevant to the client's situation</a:t>
            </a:r>
          </a:p>
          <a:p>
            <a:pPr algn="ctr"/>
            <a:r>
              <a:rPr lang="en-US" b="1" dirty="0"/>
              <a:t>Our notes should include Who (when applicable) what, when (if applicable), why, &amp; how</a:t>
            </a:r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Caller and form of communication (Chat, call, email, ticket)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Reason for the Call – be specific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relevant details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Resolution and contact outcome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C26EAF-316A-4C6A-B0C5-68BDCD7892DB}"/>
              </a:ext>
            </a:extLst>
          </p:cNvPr>
          <p:cNvSpPr/>
          <p:nvPr/>
        </p:nvSpPr>
        <p:spPr>
          <a:xfrm>
            <a:off x="100725" y="4979152"/>
            <a:ext cx="8948645" cy="127581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Notes should never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Personal opinions or feelings about the caller or the person/dept being referenced. 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Profanity of </a:t>
            </a:r>
            <a:r>
              <a:rPr lang="en-US" b="1" i="1" dirty="0">
                <a:solidFill>
                  <a:srgbClr val="FF0000"/>
                </a:solidFill>
              </a:rPr>
              <a:t>any</a:t>
            </a:r>
            <a:r>
              <a:rPr lang="en-US" dirty="0">
                <a:solidFill>
                  <a:srgbClr val="FF0000"/>
                </a:solidFill>
              </a:rPr>
              <a:t> kind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Irrelevant information such as "waiting for an answer to a question via teams"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cs typeface="Calibri" panose="020F0502020204030204"/>
              </a:rPr>
              <a:t>Please do not leave notes in All Caps</a:t>
            </a:r>
          </a:p>
        </p:txBody>
      </p:sp>
      <p:graphicFrame>
        <p:nvGraphicFramePr>
          <p:cNvPr id="6" name="Diagram 8">
            <a:extLst>
              <a:ext uri="{FF2B5EF4-FFF2-40B4-BE49-F238E27FC236}">
                <a16:creationId xmlns:a16="http://schemas.microsoft.com/office/drawing/2014/main" id="{DE87652B-66A6-4AD0-B408-F701DFFBC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355320"/>
              </p:ext>
            </p:extLst>
          </p:nvPr>
        </p:nvGraphicFramePr>
        <p:xfrm>
          <a:off x="121589" y="126141"/>
          <a:ext cx="8934440" cy="2088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BCE9702-6B7C-13CD-D336-8B36140DED27}"/>
              </a:ext>
            </a:extLst>
          </p:cNvPr>
          <p:cNvSpPr txBox="1"/>
          <p:nvPr/>
        </p:nvSpPr>
        <p:spPr>
          <a:xfrm>
            <a:off x="7770387" y="129683"/>
            <a:ext cx="13773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8.6.24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72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C1D25B-C9D7-4A85-9CA8-F1FE7C31EA4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3.xml><?xml version="1.0" encoding="utf-8"?>
<ds:datastoreItem xmlns:ds="http://schemas.openxmlformats.org/officeDocument/2006/customXml" ds:itemID="{EF7EF2C7-50F9-49AE-BF60-BF84AF807C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TotalTime>42478</TotalTime>
  <Words>127</Words>
  <Application>Microsoft Office PowerPoint</Application>
  <PresentationFormat>On-screen Show (4:3)</PresentationFormat>
  <Paragraphs>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Adding Comments to a Client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lastModifiedBy>Christina Borrello</cp:lastModifiedBy>
  <cp:revision>669</cp:revision>
  <cp:lastPrinted>2020-12-17T16:31:33Z</cp:lastPrinted>
  <dcterms:created xsi:type="dcterms:W3CDTF">2020-07-08T17:20:15Z</dcterms:created>
  <dcterms:modified xsi:type="dcterms:W3CDTF">2026-02-12T20:00:11Z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