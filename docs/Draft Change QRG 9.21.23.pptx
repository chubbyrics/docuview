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0"/>
  </p:notesMasterIdLst>
  <p:sldIdLst>
    <p:sldId id="1952" r:id="rId5"/>
    <p:sldId id="1956" r:id="rId6"/>
    <p:sldId id="1953" r:id="rId7"/>
    <p:sldId id="1954" r:id="rId8"/>
    <p:sldId id="1955" r:id="rId9"/>
  </p:sldIdLst>
  <p:sldSz cx="9144000" cy="6858000" type="screen4x3"/>
  <p:notesSz cx="7086600" cy="9372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7A5B8CC-3876-DBBD-2027-6F51F5282F47}" name="Heather Sellers" initials="HS" userId="S::hsellers@clearoneadvantage.com::25461d58-9233-4504-9b5c-0ad25644213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andon Homuth" initials="BH" lastIdx="1" clrIdx="0">
    <p:extLst>
      <p:ext uri="{19B8F6BF-5375-455C-9EA6-DF929625EA0E}">
        <p15:presenceInfo xmlns:p15="http://schemas.microsoft.com/office/powerpoint/2012/main" userId="S::bhomuth@finance.clearoneadvantage.com::86c609f6-c353-4116-b809-d837f34ce853" providerId="AD"/>
      </p:ext>
    </p:extLst>
  </p:cmAuthor>
  <p:cmAuthor id="2" name="Matthew Falkowski" initials="MF" lastIdx="1" clrIdx="1">
    <p:extLst>
      <p:ext uri="{19B8F6BF-5375-455C-9EA6-DF929625EA0E}">
        <p15:presenceInfo xmlns:p15="http://schemas.microsoft.com/office/powerpoint/2012/main" userId="S::mfalkowski@finance.clearoneadvantage.com::e04e5b67-bb43-4176-a3a7-5c533b516048" providerId="AD"/>
      </p:ext>
    </p:extLst>
  </p:cmAuthor>
  <p:cmAuthor id="3" name="Rick Gross" initials="RG" lastIdx="1" clrIdx="2">
    <p:extLst>
      <p:ext uri="{19B8F6BF-5375-455C-9EA6-DF929625EA0E}">
        <p15:presenceInfo xmlns:p15="http://schemas.microsoft.com/office/powerpoint/2012/main" userId="S::rgross@finance.clearoneadvantage.com::56070022-d45c-4555-8b5e-ed6b6470e0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AFB4BE"/>
    <a:srgbClr val="8C93A2"/>
    <a:srgbClr val="C41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0FBCB2-7E86-F095-E4C0-35623E98EBB0}" v="1" dt="2025-12-04T18:19:52.9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B47D8E-6CAF-4E05-82B2-84F925315642}" type="doc">
      <dgm:prSet loTypeId="urn:microsoft.com/office/officeart/2005/8/layout/list1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044DB22D-CF26-4E20-8F0F-28C63EE5E8C0}">
      <dgm:prSet phldrT="[Text]"/>
      <dgm:spPr/>
      <dgm:t>
        <a:bodyPr/>
        <a:lstStyle/>
        <a:p>
          <a:r>
            <a:rPr lang="en-US"/>
            <a:t>Confirm that drafts will process</a:t>
          </a:r>
        </a:p>
      </dgm:t>
    </dgm:pt>
    <dgm:pt modelId="{CCA6FAF9-2E69-4220-A0C5-6DE766AC51C3}" type="parTrans" cxnId="{5329ACD6-7BAF-474A-BD20-1AE373C174EB}">
      <dgm:prSet/>
      <dgm:spPr/>
      <dgm:t>
        <a:bodyPr/>
        <a:lstStyle/>
        <a:p>
          <a:endParaRPr lang="en-US"/>
        </a:p>
      </dgm:t>
    </dgm:pt>
    <dgm:pt modelId="{76A3447D-CB82-43AE-B4B9-748DA1032A83}" type="sibTrans" cxnId="{5329ACD6-7BAF-474A-BD20-1AE373C174EB}">
      <dgm:prSet/>
      <dgm:spPr/>
      <dgm:t>
        <a:bodyPr/>
        <a:lstStyle/>
        <a:p>
          <a:endParaRPr lang="en-US"/>
        </a:p>
      </dgm:t>
    </dgm:pt>
    <dgm:pt modelId="{38EDCE3B-D050-43D6-B39E-D91029250814}">
      <dgm:prSet phldrT="[Text]"/>
      <dgm:spPr/>
      <dgm:t>
        <a:bodyPr/>
        <a:lstStyle/>
        <a:p>
          <a:r>
            <a:rPr lang="en-US"/>
            <a:t>Check to see if there are any pending payments in the schedule (in green)</a:t>
          </a:r>
        </a:p>
      </dgm:t>
    </dgm:pt>
    <dgm:pt modelId="{EE1F1264-FF68-4E26-BD03-0729CC886820}" type="parTrans" cxnId="{6991A654-7648-4E35-B7B1-39233F65A949}">
      <dgm:prSet/>
      <dgm:spPr/>
      <dgm:t>
        <a:bodyPr/>
        <a:lstStyle/>
        <a:p>
          <a:endParaRPr lang="en-US"/>
        </a:p>
      </dgm:t>
    </dgm:pt>
    <dgm:pt modelId="{F5FDE992-83D8-46B2-8F8B-344464F276DB}" type="sibTrans" cxnId="{6991A654-7648-4E35-B7B1-39233F65A949}">
      <dgm:prSet/>
      <dgm:spPr/>
      <dgm:t>
        <a:bodyPr/>
        <a:lstStyle/>
        <a:p>
          <a:endParaRPr lang="en-US"/>
        </a:p>
      </dgm:t>
    </dgm:pt>
    <dgm:pt modelId="{FD4951C5-D6AF-4883-96D9-5133FF50D198}">
      <dgm:prSet phldrT="[Text]"/>
      <dgm:spPr/>
      <dgm:t>
        <a:bodyPr/>
        <a:lstStyle/>
        <a:p>
          <a:r>
            <a:rPr lang="en-US"/>
            <a:t>If yes, go to </a:t>
          </a:r>
          <a:r>
            <a:rPr lang="en-US" i="1"/>
            <a:t>Client Creditor and Simultaneous Settlement </a:t>
          </a:r>
          <a:r>
            <a:rPr lang="en-US" i="0"/>
            <a:t>tab and select the </a:t>
          </a:r>
          <a:r>
            <a:rPr lang="en-US" i="1"/>
            <a:t>Enrolled $</a:t>
          </a:r>
          <a:r>
            <a:rPr lang="en-US" i="0"/>
            <a:t> hyperlink of a different creditor (this allows only finalized payments to show and accurate calculator)</a:t>
          </a:r>
          <a:endParaRPr lang="en-US"/>
        </a:p>
      </dgm:t>
    </dgm:pt>
    <dgm:pt modelId="{CAC0BCC6-2C50-4793-80DD-2B906D213DC5}" type="parTrans" cxnId="{682D7542-DCF3-4D6F-AEE0-392B8CD8BDAD}">
      <dgm:prSet/>
      <dgm:spPr/>
      <dgm:t>
        <a:bodyPr/>
        <a:lstStyle/>
        <a:p>
          <a:endParaRPr lang="en-US"/>
        </a:p>
      </dgm:t>
    </dgm:pt>
    <dgm:pt modelId="{FF40DCE8-5454-4B17-B682-13950A921F70}" type="sibTrans" cxnId="{682D7542-DCF3-4D6F-AEE0-392B8CD8BDAD}">
      <dgm:prSet/>
      <dgm:spPr/>
      <dgm:t>
        <a:bodyPr/>
        <a:lstStyle/>
        <a:p>
          <a:endParaRPr lang="en-US"/>
        </a:p>
      </dgm:t>
    </dgm:pt>
    <dgm:pt modelId="{0B5D7F2C-11AB-4219-923B-274ABCC84098}">
      <dgm:prSet phldrT="[Text]"/>
      <dgm:spPr/>
      <dgm:t>
        <a:bodyPr/>
        <a:lstStyle/>
        <a:p>
          <a:r>
            <a:rPr lang="en-US"/>
            <a:t>If yes, continue</a:t>
          </a:r>
        </a:p>
      </dgm:t>
    </dgm:pt>
    <dgm:pt modelId="{11B779C6-9D2E-4BAC-947E-016591E101B2}" type="parTrans" cxnId="{7D17BD97-8E67-45F2-9923-C7A2680DB98D}">
      <dgm:prSet/>
      <dgm:spPr/>
      <dgm:t>
        <a:bodyPr/>
        <a:lstStyle/>
        <a:p>
          <a:endParaRPr lang="en-US"/>
        </a:p>
      </dgm:t>
    </dgm:pt>
    <dgm:pt modelId="{55669BE1-240B-4878-9233-952E87F799F4}" type="sibTrans" cxnId="{7D17BD97-8E67-45F2-9923-C7A2680DB98D}">
      <dgm:prSet/>
      <dgm:spPr/>
      <dgm:t>
        <a:bodyPr/>
        <a:lstStyle/>
        <a:p>
          <a:endParaRPr lang="en-US"/>
        </a:p>
      </dgm:t>
    </dgm:pt>
    <dgm:pt modelId="{2D013DA4-A309-4192-A2C5-7CAD121AED60}">
      <dgm:prSet phldrT="[Text]"/>
      <dgm:spPr/>
      <dgm:t>
        <a:bodyPr/>
        <a:lstStyle/>
        <a:p>
          <a:r>
            <a:rPr lang="en-US"/>
            <a:t>If no, create a new SPAA</a:t>
          </a:r>
        </a:p>
      </dgm:t>
    </dgm:pt>
    <dgm:pt modelId="{08682FB3-D85F-4199-BA8C-476A76DBCCAC}" type="parTrans" cxnId="{F8A62C19-AA77-4142-AD85-04EC0D9A13B7}">
      <dgm:prSet/>
      <dgm:spPr/>
      <dgm:t>
        <a:bodyPr/>
        <a:lstStyle/>
        <a:p>
          <a:endParaRPr lang="en-US"/>
        </a:p>
      </dgm:t>
    </dgm:pt>
    <dgm:pt modelId="{6204081F-0B32-4D90-B8A8-B841B17CFD58}" type="sibTrans" cxnId="{F8A62C19-AA77-4142-AD85-04EC0D9A13B7}">
      <dgm:prSet/>
      <dgm:spPr/>
      <dgm:t>
        <a:bodyPr/>
        <a:lstStyle/>
        <a:p>
          <a:endParaRPr lang="en-US"/>
        </a:p>
      </dgm:t>
    </dgm:pt>
    <dgm:pt modelId="{C09415B1-ED96-4932-9F0D-4F42CA251659}">
      <dgm:prSet phldrT="[Text]"/>
      <dgm:spPr/>
      <dgm:t>
        <a:bodyPr/>
        <a:lstStyle/>
        <a:p>
          <a:r>
            <a:rPr lang="en-US"/>
            <a:t>Click </a:t>
          </a:r>
          <a:r>
            <a:rPr lang="en-US" i="1"/>
            <a:t>Draft Change</a:t>
          </a:r>
          <a:r>
            <a:rPr lang="en-US" i="0"/>
            <a:t> tab</a:t>
          </a:r>
        </a:p>
      </dgm:t>
    </dgm:pt>
    <dgm:pt modelId="{207B37C4-5EEE-42A1-9B68-23A95CB0FB11}" type="parTrans" cxnId="{1A02AACE-03F7-43B6-ACC2-FD4D056D83BD}">
      <dgm:prSet/>
      <dgm:spPr/>
      <dgm:t>
        <a:bodyPr/>
        <a:lstStyle/>
        <a:p>
          <a:endParaRPr lang="en-US"/>
        </a:p>
      </dgm:t>
    </dgm:pt>
    <dgm:pt modelId="{8022296F-4B64-40E4-AC8C-0EE2C98E88CC}" type="sibTrans" cxnId="{1A02AACE-03F7-43B6-ACC2-FD4D056D83BD}">
      <dgm:prSet/>
      <dgm:spPr/>
      <dgm:t>
        <a:bodyPr/>
        <a:lstStyle/>
        <a:p>
          <a:endParaRPr lang="en-US"/>
        </a:p>
      </dgm:t>
    </dgm:pt>
    <dgm:pt modelId="{FB488D83-3AE7-44AF-8EA6-674FD33FDFF0}">
      <dgm:prSet phldrT="[Text]"/>
      <dgm:spPr/>
      <dgm:t>
        <a:bodyPr/>
        <a:lstStyle/>
        <a:p>
          <a:r>
            <a:rPr lang="en-US"/>
            <a:t>If no, continue</a:t>
          </a:r>
        </a:p>
      </dgm:t>
    </dgm:pt>
    <dgm:pt modelId="{61B0B4BE-F984-4D2A-BFC6-B53C1CC67F3F}" type="parTrans" cxnId="{8A41A10E-6A91-4DDF-B308-1ECF13903993}">
      <dgm:prSet/>
      <dgm:spPr/>
      <dgm:t>
        <a:bodyPr/>
        <a:lstStyle/>
        <a:p>
          <a:endParaRPr lang="en-US"/>
        </a:p>
      </dgm:t>
    </dgm:pt>
    <dgm:pt modelId="{6FD889C6-A881-4FC3-A1A6-BAD865C62DF7}" type="sibTrans" cxnId="{8A41A10E-6A91-4DDF-B308-1ECF13903993}">
      <dgm:prSet/>
      <dgm:spPr/>
      <dgm:t>
        <a:bodyPr/>
        <a:lstStyle/>
        <a:p>
          <a:endParaRPr lang="en-US"/>
        </a:p>
      </dgm:t>
    </dgm:pt>
    <dgm:pt modelId="{3430C31A-974A-433A-A3B7-B7588033BEB7}">
      <dgm:prSet phldrT="[Text]"/>
      <dgm:spPr/>
      <dgm:t>
        <a:bodyPr/>
        <a:lstStyle/>
        <a:p>
          <a:r>
            <a:rPr lang="en-US" i="0"/>
            <a:t>Filter drafts using debit day, debit amount, and/or draft type filters if changing multiple drafts, then click </a:t>
          </a:r>
          <a:r>
            <a:rPr lang="en-US" i="1"/>
            <a:t>refresh</a:t>
          </a:r>
          <a:endParaRPr lang="en-US" i="0"/>
        </a:p>
      </dgm:t>
    </dgm:pt>
    <dgm:pt modelId="{E629E668-C228-48C1-A71E-0E46847D0A17}" type="parTrans" cxnId="{6AEF0112-DB94-4EA4-804B-B8A290FB5074}">
      <dgm:prSet/>
      <dgm:spPr/>
      <dgm:t>
        <a:bodyPr/>
        <a:lstStyle/>
        <a:p>
          <a:endParaRPr lang="en-US"/>
        </a:p>
      </dgm:t>
    </dgm:pt>
    <dgm:pt modelId="{AA28816B-2719-4763-B4A6-963BF07757D7}" type="sibTrans" cxnId="{6AEF0112-DB94-4EA4-804B-B8A290FB5074}">
      <dgm:prSet/>
      <dgm:spPr/>
      <dgm:t>
        <a:bodyPr/>
        <a:lstStyle/>
        <a:p>
          <a:endParaRPr lang="en-US"/>
        </a:p>
      </dgm:t>
    </dgm:pt>
    <dgm:pt modelId="{27AB5376-46DB-467E-8EC5-08E46745A082}">
      <dgm:prSet phldrT="[Text]"/>
      <dgm:spPr/>
      <dgm:t>
        <a:bodyPr/>
        <a:lstStyle/>
        <a:p>
          <a:r>
            <a:rPr lang="en-US" i="0"/>
            <a:t>Select drafts that the client wants to change (if changing all, select </a:t>
          </a:r>
          <a:r>
            <a:rPr lang="en-US" i="1"/>
            <a:t>all</a:t>
          </a:r>
          <a:r>
            <a:rPr lang="en-US" i="0"/>
            <a:t>)</a:t>
          </a:r>
        </a:p>
      </dgm:t>
    </dgm:pt>
    <dgm:pt modelId="{EF8B77DA-467C-453B-AF65-8D6964E1A37D}" type="parTrans" cxnId="{0C9C2EE4-502F-4B9E-814C-6BB8B2463E91}">
      <dgm:prSet/>
      <dgm:spPr/>
      <dgm:t>
        <a:bodyPr/>
        <a:lstStyle/>
        <a:p>
          <a:endParaRPr lang="en-US"/>
        </a:p>
      </dgm:t>
    </dgm:pt>
    <dgm:pt modelId="{F7712E38-DB16-412D-B056-9720CC31A607}" type="sibTrans" cxnId="{0C9C2EE4-502F-4B9E-814C-6BB8B2463E91}">
      <dgm:prSet/>
      <dgm:spPr/>
      <dgm:t>
        <a:bodyPr/>
        <a:lstStyle/>
        <a:p>
          <a:endParaRPr lang="en-US"/>
        </a:p>
      </dgm:t>
    </dgm:pt>
    <dgm:pt modelId="{9376373A-1AB1-4AE5-83AB-01F8B9726C18}" type="pres">
      <dgm:prSet presAssocID="{27B47D8E-6CAF-4E05-82B2-84F925315642}" presName="linear" presStyleCnt="0">
        <dgm:presLayoutVars>
          <dgm:dir/>
          <dgm:animLvl val="lvl"/>
          <dgm:resizeHandles val="exact"/>
        </dgm:presLayoutVars>
      </dgm:prSet>
      <dgm:spPr/>
    </dgm:pt>
    <dgm:pt modelId="{06709316-DE8D-4A0C-921A-1ADB74A4E36F}" type="pres">
      <dgm:prSet presAssocID="{044DB22D-CF26-4E20-8F0F-28C63EE5E8C0}" presName="parentLin" presStyleCnt="0"/>
      <dgm:spPr/>
    </dgm:pt>
    <dgm:pt modelId="{AEAF8816-9AD2-4F04-9AE3-40B0F1A87A83}" type="pres">
      <dgm:prSet presAssocID="{044DB22D-CF26-4E20-8F0F-28C63EE5E8C0}" presName="parentLeftMargin" presStyleLbl="node1" presStyleIdx="0" presStyleCnt="3"/>
      <dgm:spPr/>
    </dgm:pt>
    <dgm:pt modelId="{950798E0-E25D-47AA-A05B-DF080790821B}" type="pres">
      <dgm:prSet presAssocID="{044DB22D-CF26-4E20-8F0F-28C63EE5E8C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6EBCCE2-7190-475B-8E07-C037B8F76BF0}" type="pres">
      <dgm:prSet presAssocID="{044DB22D-CF26-4E20-8F0F-28C63EE5E8C0}" presName="negativeSpace" presStyleCnt="0"/>
      <dgm:spPr/>
    </dgm:pt>
    <dgm:pt modelId="{680CA31B-58B8-4540-B9A6-A77EB62B1E00}" type="pres">
      <dgm:prSet presAssocID="{044DB22D-CF26-4E20-8F0F-28C63EE5E8C0}" presName="childText" presStyleLbl="conFgAcc1" presStyleIdx="0" presStyleCnt="3">
        <dgm:presLayoutVars>
          <dgm:bulletEnabled val="1"/>
        </dgm:presLayoutVars>
      </dgm:prSet>
      <dgm:spPr/>
    </dgm:pt>
    <dgm:pt modelId="{DBE22675-49F9-49AD-8426-9FC1E9ED8B90}" type="pres">
      <dgm:prSet presAssocID="{76A3447D-CB82-43AE-B4B9-748DA1032A83}" presName="spaceBetweenRectangles" presStyleCnt="0"/>
      <dgm:spPr/>
    </dgm:pt>
    <dgm:pt modelId="{A3AE2B06-B6C9-4185-A18C-5661F93E40F1}" type="pres">
      <dgm:prSet presAssocID="{38EDCE3B-D050-43D6-B39E-D91029250814}" presName="parentLin" presStyleCnt="0"/>
      <dgm:spPr/>
    </dgm:pt>
    <dgm:pt modelId="{CD1D5883-5567-4227-92AB-F3E72E505044}" type="pres">
      <dgm:prSet presAssocID="{38EDCE3B-D050-43D6-B39E-D91029250814}" presName="parentLeftMargin" presStyleLbl="node1" presStyleIdx="0" presStyleCnt="3"/>
      <dgm:spPr/>
    </dgm:pt>
    <dgm:pt modelId="{AC924AF4-2DA6-48AF-8E5C-80C228172A09}" type="pres">
      <dgm:prSet presAssocID="{38EDCE3B-D050-43D6-B39E-D9102925081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1126F1B-5CF9-4DEE-B756-1937C97A912F}" type="pres">
      <dgm:prSet presAssocID="{38EDCE3B-D050-43D6-B39E-D91029250814}" presName="negativeSpace" presStyleCnt="0"/>
      <dgm:spPr/>
    </dgm:pt>
    <dgm:pt modelId="{01026024-425C-4202-9D8F-5BE712693E16}" type="pres">
      <dgm:prSet presAssocID="{38EDCE3B-D050-43D6-B39E-D91029250814}" presName="childText" presStyleLbl="conFgAcc1" presStyleIdx="1" presStyleCnt="3">
        <dgm:presLayoutVars>
          <dgm:bulletEnabled val="1"/>
        </dgm:presLayoutVars>
      </dgm:prSet>
      <dgm:spPr/>
    </dgm:pt>
    <dgm:pt modelId="{41B70ED9-B164-4D00-A2EE-A7B32CF9BDCB}" type="pres">
      <dgm:prSet presAssocID="{F5FDE992-83D8-46B2-8F8B-344464F276DB}" presName="spaceBetweenRectangles" presStyleCnt="0"/>
      <dgm:spPr/>
    </dgm:pt>
    <dgm:pt modelId="{F8DDC5E8-2D4E-4F41-905A-B21B58B6606D}" type="pres">
      <dgm:prSet presAssocID="{C09415B1-ED96-4932-9F0D-4F42CA251659}" presName="parentLin" presStyleCnt="0"/>
      <dgm:spPr/>
    </dgm:pt>
    <dgm:pt modelId="{1D54C149-A090-4433-8EC6-9CF352F1228C}" type="pres">
      <dgm:prSet presAssocID="{C09415B1-ED96-4932-9F0D-4F42CA251659}" presName="parentLeftMargin" presStyleLbl="node1" presStyleIdx="1" presStyleCnt="3"/>
      <dgm:spPr/>
    </dgm:pt>
    <dgm:pt modelId="{A31BAB7E-2B6D-42C9-BEF9-5D4165DDEF30}" type="pres">
      <dgm:prSet presAssocID="{C09415B1-ED96-4932-9F0D-4F42CA25165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D2B5B67-B94D-4E53-96BD-E3D27163A3F3}" type="pres">
      <dgm:prSet presAssocID="{C09415B1-ED96-4932-9F0D-4F42CA251659}" presName="negativeSpace" presStyleCnt="0"/>
      <dgm:spPr/>
    </dgm:pt>
    <dgm:pt modelId="{0C01EB96-9B8C-466E-853D-E3AEED42E9F2}" type="pres">
      <dgm:prSet presAssocID="{C09415B1-ED96-4932-9F0D-4F42CA251659}" presName="childText" presStyleLbl="conFgAcc1" presStyleIdx="2" presStyleCnt="3" custScaleY="205251">
        <dgm:presLayoutVars>
          <dgm:bulletEnabled val="1"/>
        </dgm:presLayoutVars>
      </dgm:prSet>
      <dgm:spPr/>
    </dgm:pt>
  </dgm:ptLst>
  <dgm:cxnLst>
    <dgm:cxn modelId="{DB1DDC0A-BD59-4B15-A485-8158BEB6DC72}" type="presOf" srcId="{27B47D8E-6CAF-4E05-82B2-84F925315642}" destId="{9376373A-1AB1-4AE5-83AB-01F8B9726C18}" srcOrd="0" destOrd="0" presId="urn:microsoft.com/office/officeart/2005/8/layout/list1"/>
    <dgm:cxn modelId="{8A41A10E-6A91-4DDF-B308-1ECF13903993}" srcId="{38EDCE3B-D050-43D6-B39E-D91029250814}" destId="{FB488D83-3AE7-44AF-8EA6-674FD33FDFF0}" srcOrd="1" destOrd="0" parTransId="{61B0B4BE-F984-4D2A-BFC6-B53C1CC67F3F}" sibTransId="{6FD889C6-A881-4FC3-A1A6-BAD865C62DF7}"/>
    <dgm:cxn modelId="{6AEF0112-DB94-4EA4-804B-B8A290FB5074}" srcId="{C09415B1-ED96-4932-9F0D-4F42CA251659}" destId="{3430C31A-974A-433A-A3B7-B7588033BEB7}" srcOrd="0" destOrd="0" parTransId="{E629E668-C228-48C1-A71E-0E46847D0A17}" sibTransId="{AA28816B-2719-4763-B4A6-963BF07757D7}"/>
    <dgm:cxn modelId="{F8A62C19-AA77-4142-AD85-04EC0D9A13B7}" srcId="{044DB22D-CF26-4E20-8F0F-28C63EE5E8C0}" destId="{2D013DA4-A309-4192-A2C5-7CAD121AED60}" srcOrd="1" destOrd="0" parTransId="{08682FB3-D85F-4199-BA8C-476A76DBCCAC}" sibTransId="{6204081F-0B32-4D90-B8A8-B841B17CFD58}"/>
    <dgm:cxn modelId="{29C31240-A91D-448C-9889-E3F630639763}" type="presOf" srcId="{0B5D7F2C-11AB-4219-923B-274ABCC84098}" destId="{680CA31B-58B8-4540-B9A6-A77EB62B1E00}" srcOrd="0" destOrd="0" presId="urn:microsoft.com/office/officeart/2005/8/layout/list1"/>
    <dgm:cxn modelId="{650C5D40-97DF-432D-B681-4FE94C84F788}" type="presOf" srcId="{FB488D83-3AE7-44AF-8EA6-674FD33FDFF0}" destId="{01026024-425C-4202-9D8F-5BE712693E16}" srcOrd="0" destOrd="1" presId="urn:microsoft.com/office/officeart/2005/8/layout/list1"/>
    <dgm:cxn modelId="{682D7542-DCF3-4D6F-AEE0-392B8CD8BDAD}" srcId="{38EDCE3B-D050-43D6-B39E-D91029250814}" destId="{FD4951C5-D6AF-4883-96D9-5133FF50D198}" srcOrd="0" destOrd="0" parTransId="{CAC0BCC6-2C50-4793-80DD-2B906D213DC5}" sibTransId="{FF40DCE8-5454-4B17-B682-13950A921F70}"/>
    <dgm:cxn modelId="{4CA2ED42-C50D-4359-B16A-58C4954A664C}" type="presOf" srcId="{38EDCE3B-D050-43D6-B39E-D91029250814}" destId="{CD1D5883-5567-4227-92AB-F3E72E505044}" srcOrd="0" destOrd="0" presId="urn:microsoft.com/office/officeart/2005/8/layout/list1"/>
    <dgm:cxn modelId="{F238BB43-F0D4-42C4-B550-DA6CDD9E8A9F}" type="presOf" srcId="{044DB22D-CF26-4E20-8F0F-28C63EE5E8C0}" destId="{AEAF8816-9AD2-4F04-9AE3-40B0F1A87A83}" srcOrd="0" destOrd="0" presId="urn:microsoft.com/office/officeart/2005/8/layout/list1"/>
    <dgm:cxn modelId="{6991A654-7648-4E35-B7B1-39233F65A949}" srcId="{27B47D8E-6CAF-4E05-82B2-84F925315642}" destId="{38EDCE3B-D050-43D6-B39E-D91029250814}" srcOrd="1" destOrd="0" parTransId="{EE1F1264-FF68-4E26-BD03-0729CC886820}" sibTransId="{F5FDE992-83D8-46B2-8F8B-344464F276DB}"/>
    <dgm:cxn modelId="{7D17BD97-8E67-45F2-9923-C7A2680DB98D}" srcId="{044DB22D-CF26-4E20-8F0F-28C63EE5E8C0}" destId="{0B5D7F2C-11AB-4219-923B-274ABCC84098}" srcOrd="0" destOrd="0" parTransId="{11B779C6-9D2E-4BAC-947E-016591E101B2}" sibTransId="{55669BE1-240B-4878-9233-952E87F799F4}"/>
    <dgm:cxn modelId="{ACA8D4A9-A54B-44E5-8040-AF719F899940}" type="presOf" srcId="{C09415B1-ED96-4932-9F0D-4F42CA251659}" destId="{A31BAB7E-2B6D-42C9-BEF9-5D4165DDEF30}" srcOrd="1" destOrd="0" presId="urn:microsoft.com/office/officeart/2005/8/layout/list1"/>
    <dgm:cxn modelId="{8EEBA3B4-B557-41DF-BC99-43154C581F5A}" type="presOf" srcId="{FD4951C5-D6AF-4883-96D9-5133FF50D198}" destId="{01026024-425C-4202-9D8F-5BE712693E16}" srcOrd="0" destOrd="0" presId="urn:microsoft.com/office/officeart/2005/8/layout/list1"/>
    <dgm:cxn modelId="{93673DBD-A8D5-4408-95F5-BF136C3B4853}" type="presOf" srcId="{27AB5376-46DB-467E-8EC5-08E46745A082}" destId="{0C01EB96-9B8C-466E-853D-E3AEED42E9F2}" srcOrd="0" destOrd="1" presId="urn:microsoft.com/office/officeart/2005/8/layout/list1"/>
    <dgm:cxn modelId="{1A02AACE-03F7-43B6-ACC2-FD4D056D83BD}" srcId="{27B47D8E-6CAF-4E05-82B2-84F925315642}" destId="{C09415B1-ED96-4932-9F0D-4F42CA251659}" srcOrd="2" destOrd="0" parTransId="{207B37C4-5EEE-42A1-9B68-23A95CB0FB11}" sibTransId="{8022296F-4B64-40E4-AC8C-0EE2C98E88CC}"/>
    <dgm:cxn modelId="{5329ACD6-7BAF-474A-BD20-1AE373C174EB}" srcId="{27B47D8E-6CAF-4E05-82B2-84F925315642}" destId="{044DB22D-CF26-4E20-8F0F-28C63EE5E8C0}" srcOrd="0" destOrd="0" parTransId="{CCA6FAF9-2E69-4220-A0C5-6DE766AC51C3}" sibTransId="{76A3447D-CB82-43AE-B4B9-748DA1032A83}"/>
    <dgm:cxn modelId="{721E62D7-CEF3-4728-A3E6-A3D5F130A4C6}" type="presOf" srcId="{3430C31A-974A-433A-A3B7-B7588033BEB7}" destId="{0C01EB96-9B8C-466E-853D-E3AEED42E9F2}" srcOrd="0" destOrd="0" presId="urn:microsoft.com/office/officeart/2005/8/layout/list1"/>
    <dgm:cxn modelId="{0C9C2EE4-502F-4B9E-814C-6BB8B2463E91}" srcId="{C09415B1-ED96-4932-9F0D-4F42CA251659}" destId="{27AB5376-46DB-467E-8EC5-08E46745A082}" srcOrd="1" destOrd="0" parTransId="{EF8B77DA-467C-453B-AF65-8D6964E1A37D}" sibTransId="{F7712E38-DB16-412D-B056-9720CC31A607}"/>
    <dgm:cxn modelId="{5D29C7EA-06B6-4C9C-8932-A020182FB850}" type="presOf" srcId="{2D013DA4-A309-4192-A2C5-7CAD121AED60}" destId="{680CA31B-58B8-4540-B9A6-A77EB62B1E00}" srcOrd="0" destOrd="1" presId="urn:microsoft.com/office/officeart/2005/8/layout/list1"/>
    <dgm:cxn modelId="{59B534ED-5767-4E84-B5EC-8A0B14ACDF88}" type="presOf" srcId="{C09415B1-ED96-4932-9F0D-4F42CA251659}" destId="{1D54C149-A090-4433-8EC6-9CF352F1228C}" srcOrd="0" destOrd="0" presId="urn:microsoft.com/office/officeart/2005/8/layout/list1"/>
    <dgm:cxn modelId="{B005D4F5-5B48-4FC5-BB0C-6666082C2855}" type="presOf" srcId="{38EDCE3B-D050-43D6-B39E-D91029250814}" destId="{AC924AF4-2DA6-48AF-8E5C-80C228172A09}" srcOrd="1" destOrd="0" presId="urn:microsoft.com/office/officeart/2005/8/layout/list1"/>
    <dgm:cxn modelId="{8E625FF8-7AFE-4159-B748-8457990DF7AB}" type="presOf" srcId="{044DB22D-CF26-4E20-8F0F-28C63EE5E8C0}" destId="{950798E0-E25D-47AA-A05B-DF080790821B}" srcOrd="1" destOrd="0" presId="urn:microsoft.com/office/officeart/2005/8/layout/list1"/>
    <dgm:cxn modelId="{38465998-DC96-4E23-84DB-63A5428F72A9}" type="presParOf" srcId="{9376373A-1AB1-4AE5-83AB-01F8B9726C18}" destId="{06709316-DE8D-4A0C-921A-1ADB74A4E36F}" srcOrd="0" destOrd="0" presId="urn:microsoft.com/office/officeart/2005/8/layout/list1"/>
    <dgm:cxn modelId="{2255F1A2-267C-46DF-AAF2-CCB3E8DD68D2}" type="presParOf" srcId="{06709316-DE8D-4A0C-921A-1ADB74A4E36F}" destId="{AEAF8816-9AD2-4F04-9AE3-40B0F1A87A83}" srcOrd="0" destOrd="0" presId="urn:microsoft.com/office/officeart/2005/8/layout/list1"/>
    <dgm:cxn modelId="{777CB2BA-465B-4D86-9053-696594BB51CF}" type="presParOf" srcId="{06709316-DE8D-4A0C-921A-1ADB74A4E36F}" destId="{950798E0-E25D-47AA-A05B-DF080790821B}" srcOrd="1" destOrd="0" presId="urn:microsoft.com/office/officeart/2005/8/layout/list1"/>
    <dgm:cxn modelId="{7A459918-8251-42ED-B6BC-BB25814715C4}" type="presParOf" srcId="{9376373A-1AB1-4AE5-83AB-01F8B9726C18}" destId="{76EBCCE2-7190-475B-8E07-C037B8F76BF0}" srcOrd="1" destOrd="0" presId="urn:microsoft.com/office/officeart/2005/8/layout/list1"/>
    <dgm:cxn modelId="{EBD472E9-A450-41AB-B61D-4752D2BA7642}" type="presParOf" srcId="{9376373A-1AB1-4AE5-83AB-01F8B9726C18}" destId="{680CA31B-58B8-4540-B9A6-A77EB62B1E00}" srcOrd="2" destOrd="0" presId="urn:microsoft.com/office/officeart/2005/8/layout/list1"/>
    <dgm:cxn modelId="{C7E4CF9C-6340-4328-88B6-08F19743ED6A}" type="presParOf" srcId="{9376373A-1AB1-4AE5-83AB-01F8B9726C18}" destId="{DBE22675-49F9-49AD-8426-9FC1E9ED8B90}" srcOrd="3" destOrd="0" presId="urn:microsoft.com/office/officeart/2005/8/layout/list1"/>
    <dgm:cxn modelId="{FE8A7CD5-9550-4661-BA7C-40D9AE2ED070}" type="presParOf" srcId="{9376373A-1AB1-4AE5-83AB-01F8B9726C18}" destId="{A3AE2B06-B6C9-4185-A18C-5661F93E40F1}" srcOrd="4" destOrd="0" presId="urn:microsoft.com/office/officeart/2005/8/layout/list1"/>
    <dgm:cxn modelId="{EA3A979E-D088-47B8-98DC-00A3FBD6A0B9}" type="presParOf" srcId="{A3AE2B06-B6C9-4185-A18C-5661F93E40F1}" destId="{CD1D5883-5567-4227-92AB-F3E72E505044}" srcOrd="0" destOrd="0" presId="urn:microsoft.com/office/officeart/2005/8/layout/list1"/>
    <dgm:cxn modelId="{D398689E-C27D-44B3-BF66-A5B7B96B69DE}" type="presParOf" srcId="{A3AE2B06-B6C9-4185-A18C-5661F93E40F1}" destId="{AC924AF4-2DA6-48AF-8E5C-80C228172A09}" srcOrd="1" destOrd="0" presId="urn:microsoft.com/office/officeart/2005/8/layout/list1"/>
    <dgm:cxn modelId="{16636E7B-E84A-4A6B-9D5C-09617338DC8A}" type="presParOf" srcId="{9376373A-1AB1-4AE5-83AB-01F8B9726C18}" destId="{51126F1B-5CF9-4DEE-B756-1937C97A912F}" srcOrd="5" destOrd="0" presId="urn:microsoft.com/office/officeart/2005/8/layout/list1"/>
    <dgm:cxn modelId="{AC3ECE7F-AA38-4850-9F6D-9E2B6D6CFDB0}" type="presParOf" srcId="{9376373A-1AB1-4AE5-83AB-01F8B9726C18}" destId="{01026024-425C-4202-9D8F-5BE712693E16}" srcOrd="6" destOrd="0" presId="urn:microsoft.com/office/officeart/2005/8/layout/list1"/>
    <dgm:cxn modelId="{418E3EE1-FF9F-44AE-B2BB-6BA7093AB419}" type="presParOf" srcId="{9376373A-1AB1-4AE5-83AB-01F8B9726C18}" destId="{41B70ED9-B164-4D00-A2EE-A7B32CF9BDCB}" srcOrd="7" destOrd="0" presId="urn:microsoft.com/office/officeart/2005/8/layout/list1"/>
    <dgm:cxn modelId="{7539582C-3CEA-4D55-A9C2-41CC8F905D6C}" type="presParOf" srcId="{9376373A-1AB1-4AE5-83AB-01F8B9726C18}" destId="{F8DDC5E8-2D4E-4F41-905A-B21B58B6606D}" srcOrd="8" destOrd="0" presId="urn:microsoft.com/office/officeart/2005/8/layout/list1"/>
    <dgm:cxn modelId="{5037EBDD-697A-4D06-9955-C8194FB2CAE3}" type="presParOf" srcId="{F8DDC5E8-2D4E-4F41-905A-B21B58B6606D}" destId="{1D54C149-A090-4433-8EC6-9CF352F1228C}" srcOrd="0" destOrd="0" presId="urn:microsoft.com/office/officeart/2005/8/layout/list1"/>
    <dgm:cxn modelId="{919F58ED-6D03-4F8D-8EBC-0E9013C43905}" type="presParOf" srcId="{F8DDC5E8-2D4E-4F41-905A-B21B58B6606D}" destId="{A31BAB7E-2B6D-42C9-BEF9-5D4165DDEF30}" srcOrd="1" destOrd="0" presId="urn:microsoft.com/office/officeart/2005/8/layout/list1"/>
    <dgm:cxn modelId="{B0E52DB2-89F4-4AB9-B486-0721C89D4329}" type="presParOf" srcId="{9376373A-1AB1-4AE5-83AB-01F8B9726C18}" destId="{8D2B5B67-B94D-4E53-96BD-E3D27163A3F3}" srcOrd="9" destOrd="0" presId="urn:microsoft.com/office/officeart/2005/8/layout/list1"/>
    <dgm:cxn modelId="{0CEDA917-05D3-4885-878B-25E615369947}" type="presParOf" srcId="{9376373A-1AB1-4AE5-83AB-01F8B9726C18}" destId="{0C01EB96-9B8C-466E-853D-E3AEED42E9F2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891C75-3490-400B-8F0E-A4725355A7A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52CE46-477B-4F23-8A5A-E2FF125AEA75}">
      <dgm:prSet phldrT="[Text]" phldr="0"/>
      <dgm:spPr/>
      <dgm:t>
        <a:bodyPr/>
        <a:lstStyle/>
        <a:p>
          <a:r>
            <a:rPr lang="en-US">
              <a:solidFill>
                <a:srgbClr val="000000"/>
              </a:solidFill>
              <a:latin typeface="Arial"/>
              <a:cs typeface="Arial"/>
            </a:rPr>
            <a:t>All drafts in the schedule are needed, so instead of skipping a draft always, at minimum, move to end of program and advise client the reason. </a:t>
          </a:r>
          <a:endParaRPr lang="en-US"/>
        </a:p>
      </dgm:t>
    </dgm:pt>
    <dgm:pt modelId="{F4CA17F0-405F-4F66-BDD2-47BFA285A576}" type="parTrans" cxnId="{0A9E6CB3-AB67-403D-B170-331E9741A84E}">
      <dgm:prSet/>
      <dgm:spPr/>
      <dgm:t>
        <a:bodyPr/>
        <a:lstStyle/>
        <a:p>
          <a:endParaRPr lang="en-US"/>
        </a:p>
      </dgm:t>
    </dgm:pt>
    <dgm:pt modelId="{3B2E7C6F-8B9F-46BE-A43A-393DCE9B1296}" type="sibTrans" cxnId="{0A9E6CB3-AB67-403D-B170-331E9741A84E}">
      <dgm:prSet/>
      <dgm:spPr/>
      <dgm:t>
        <a:bodyPr/>
        <a:lstStyle/>
        <a:p>
          <a:endParaRPr lang="en-US"/>
        </a:p>
      </dgm:t>
    </dgm:pt>
    <dgm:pt modelId="{C464F8D7-F401-49F8-B7DA-96DA362EF26C}">
      <dgm:prSet phldr="0"/>
      <dgm:spPr/>
      <dgm:t>
        <a:bodyPr/>
        <a:lstStyle/>
        <a:p>
          <a:r>
            <a:rPr lang="en-US">
              <a:solidFill>
                <a:srgbClr val="000000"/>
              </a:solidFill>
              <a:latin typeface="Arial"/>
              <a:cs typeface="Arial"/>
            </a:rPr>
            <a:t>Educate client on the importance of keeping drafting in place and encourage to do so.  </a:t>
          </a:r>
        </a:p>
      </dgm:t>
    </dgm:pt>
    <dgm:pt modelId="{DAE2B53F-80DD-4511-A864-3A0F09C43B32}" type="parTrans" cxnId="{721851BF-2FFD-46C9-B7F0-E802B61DBCAB}">
      <dgm:prSet/>
      <dgm:spPr/>
    </dgm:pt>
    <dgm:pt modelId="{0E3EA14C-7292-4D0E-B495-6085EB7C1F7F}" type="sibTrans" cxnId="{721851BF-2FFD-46C9-B7F0-E802B61DBCAB}">
      <dgm:prSet/>
      <dgm:spPr/>
      <dgm:t>
        <a:bodyPr/>
        <a:lstStyle/>
        <a:p>
          <a:endParaRPr lang="en-US"/>
        </a:p>
      </dgm:t>
    </dgm:pt>
    <dgm:pt modelId="{DDFB94B0-3978-4331-9807-166B3328E5B7}">
      <dgm:prSet phldr="0"/>
      <dgm:spPr/>
      <dgm:t>
        <a:bodyPr/>
        <a:lstStyle/>
        <a:p>
          <a:r>
            <a:rPr lang="en-US">
              <a:solidFill>
                <a:srgbClr val="000000"/>
              </a:solidFill>
              <a:latin typeface="Arial"/>
              <a:cs typeface="Arial"/>
            </a:rPr>
            <a:t>If client is unable to do full draft, use discover questions to determine how much they can draft and offer to split the draft. </a:t>
          </a:r>
        </a:p>
      </dgm:t>
    </dgm:pt>
    <dgm:pt modelId="{65585007-9BF2-465F-B923-B5152CD3B4EA}" type="parTrans" cxnId="{3A067798-5292-48E2-856D-C2F3DAABFC55}">
      <dgm:prSet/>
      <dgm:spPr/>
    </dgm:pt>
    <dgm:pt modelId="{87DAFFD3-43A8-40F0-BCD5-C5B30135F704}" type="sibTrans" cxnId="{3A067798-5292-48E2-856D-C2F3DAABFC55}">
      <dgm:prSet/>
      <dgm:spPr/>
      <dgm:t>
        <a:bodyPr/>
        <a:lstStyle/>
        <a:p>
          <a:endParaRPr lang="en-US"/>
        </a:p>
      </dgm:t>
    </dgm:pt>
    <dgm:pt modelId="{9B7B9823-3905-4A56-9235-38BA5EA64C03}">
      <dgm:prSet phldr="0"/>
      <dgm:spPr/>
      <dgm:t>
        <a:bodyPr/>
        <a:lstStyle/>
        <a:p>
          <a:r>
            <a:rPr lang="en-US">
              <a:solidFill>
                <a:srgbClr val="000000"/>
              </a:solidFill>
              <a:latin typeface="Arial"/>
              <a:cs typeface="Arial"/>
            </a:rPr>
            <a:t>Always encourage client to make what the minimum amount would be for payments, BLP charge, and/or fees owed. </a:t>
          </a:r>
        </a:p>
      </dgm:t>
    </dgm:pt>
    <dgm:pt modelId="{0EB77B89-C05E-4A9E-BB3E-1E0F7EC7870F}" type="parTrans" cxnId="{5A9FA4DC-460A-4E1A-8346-914D7920E048}">
      <dgm:prSet/>
      <dgm:spPr/>
    </dgm:pt>
    <dgm:pt modelId="{2BD19917-D0D0-422C-A8EF-EB4506C26EA7}" type="sibTrans" cxnId="{5A9FA4DC-460A-4E1A-8346-914D7920E048}">
      <dgm:prSet/>
      <dgm:spPr/>
    </dgm:pt>
    <dgm:pt modelId="{7C09F6B0-DA92-4C8E-A846-7F6B753F24DD}">
      <dgm:prSet phldr="0"/>
      <dgm:spPr/>
      <dgm:t>
        <a:bodyPr/>
        <a:lstStyle/>
        <a:p>
          <a:r>
            <a:rPr lang="en-US">
              <a:solidFill>
                <a:srgbClr val="000000"/>
              </a:solidFill>
              <a:latin typeface="Arial"/>
              <a:cs typeface="Arial"/>
            </a:rPr>
            <a:t>If client cannot do any amount at this time, use discover questions to determine when the client can draft and move to that date. </a:t>
          </a:r>
        </a:p>
      </dgm:t>
    </dgm:pt>
    <dgm:pt modelId="{47469A6F-B069-4D44-B6A8-314469884674}" type="parTrans" cxnId="{9B5AECC7-8DA6-4C0C-8CB0-377728AF9EFF}">
      <dgm:prSet/>
      <dgm:spPr/>
    </dgm:pt>
    <dgm:pt modelId="{0825B8B5-AAC1-4BEA-9D74-E85749D5C533}" type="sibTrans" cxnId="{9B5AECC7-8DA6-4C0C-8CB0-377728AF9EFF}">
      <dgm:prSet/>
      <dgm:spPr/>
      <dgm:t>
        <a:bodyPr/>
        <a:lstStyle/>
        <a:p>
          <a:endParaRPr lang="en-US"/>
        </a:p>
      </dgm:t>
    </dgm:pt>
    <dgm:pt modelId="{0F3FAE28-7747-4C6A-8BA4-8D800821BAD0}">
      <dgm:prSet phldr="0"/>
      <dgm:spPr/>
      <dgm:t>
        <a:bodyPr/>
        <a:lstStyle/>
        <a:p>
          <a:r>
            <a:rPr lang="en-US">
              <a:solidFill>
                <a:srgbClr val="000000"/>
              </a:solidFill>
              <a:latin typeface="Arial"/>
              <a:cs typeface="Arial"/>
            </a:rPr>
            <a:t>Always attempt to keep draft as close to original draft date as possible. </a:t>
          </a:r>
        </a:p>
      </dgm:t>
    </dgm:pt>
    <dgm:pt modelId="{D266B095-C1E7-4D20-A251-46A6E9EDE654}" type="parTrans" cxnId="{58214CF3-EC87-4729-8249-6A65B3DB358E}">
      <dgm:prSet/>
      <dgm:spPr/>
    </dgm:pt>
    <dgm:pt modelId="{FFA727F1-EC7A-45E6-8132-793B7FFDF098}" type="sibTrans" cxnId="{58214CF3-EC87-4729-8249-6A65B3DB358E}">
      <dgm:prSet/>
      <dgm:spPr/>
    </dgm:pt>
    <dgm:pt modelId="{D4DF9E0E-C250-4592-B78F-F0CBF5FDC8B8}">
      <dgm:prSet phldr="0"/>
      <dgm:spPr/>
      <dgm:t>
        <a:bodyPr/>
        <a:lstStyle/>
        <a:p>
          <a:r>
            <a:rPr lang="en-US">
              <a:solidFill>
                <a:srgbClr val="000000"/>
              </a:solidFill>
              <a:latin typeface="Arial"/>
              <a:cs typeface="Arial"/>
            </a:rPr>
            <a:t>If client is unable to commit to any amount and date, move draft to end of program.</a:t>
          </a:r>
        </a:p>
      </dgm:t>
    </dgm:pt>
    <dgm:pt modelId="{51E28C6A-4C34-44B0-A215-08BD54091ACD}" type="parTrans" cxnId="{E81612EB-CF04-42C8-9997-950833BCB8D9}">
      <dgm:prSet/>
      <dgm:spPr/>
    </dgm:pt>
    <dgm:pt modelId="{E4DEDF6F-3955-40ED-83F0-8582094EFFF4}" type="sibTrans" cxnId="{E81612EB-CF04-42C8-9997-950833BCB8D9}">
      <dgm:prSet/>
      <dgm:spPr/>
      <dgm:t>
        <a:bodyPr/>
        <a:lstStyle/>
        <a:p>
          <a:endParaRPr lang="en-US"/>
        </a:p>
      </dgm:t>
    </dgm:pt>
    <dgm:pt modelId="{AF0A2103-DD52-4A73-AB0B-BCF2A0527079}" type="pres">
      <dgm:prSet presAssocID="{A2891C75-3490-400B-8F0E-A4725355A7A3}" presName="linear" presStyleCnt="0">
        <dgm:presLayoutVars>
          <dgm:animLvl val="lvl"/>
          <dgm:resizeHandles val="exact"/>
        </dgm:presLayoutVars>
      </dgm:prSet>
      <dgm:spPr/>
    </dgm:pt>
    <dgm:pt modelId="{ADA79CFF-10A9-4357-AD67-C70D5FF6CB1C}" type="pres">
      <dgm:prSet presAssocID="{C464F8D7-F401-49F8-B7DA-96DA362EF26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C9A76CC-D400-4D8E-8E52-3A495CF103B4}" type="pres">
      <dgm:prSet presAssocID="{0E3EA14C-7292-4D0E-B495-6085EB7C1F7F}" presName="spacer" presStyleCnt="0"/>
      <dgm:spPr/>
    </dgm:pt>
    <dgm:pt modelId="{F87D2931-BC23-46A0-BC30-ED5C392D876C}" type="pres">
      <dgm:prSet presAssocID="{DDFB94B0-3978-4331-9807-166B3328E5B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B654526-6698-450C-BCE1-77D785335BB6}" type="pres">
      <dgm:prSet presAssocID="{DDFB94B0-3978-4331-9807-166B3328E5B7}" presName="childText" presStyleLbl="revTx" presStyleIdx="0" presStyleCnt="2">
        <dgm:presLayoutVars>
          <dgm:bulletEnabled val="1"/>
        </dgm:presLayoutVars>
      </dgm:prSet>
      <dgm:spPr/>
    </dgm:pt>
    <dgm:pt modelId="{DD6734A1-129A-4AC1-9F25-A41465F8D172}" type="pres">
      <dgm:prSet presAssocID="{7C09F6B0-DA92-4C8E-A846-7F6B753F24D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CA4BDFE-D639-4226-81EF-224B1D9B7133}" type="pres">
      <dgm:prSet presAssocID="{7C09F6B0-DA92-4C8E-A846-7F6B753F24DD}" presName="childText" presStyleLbl="revTx" presStyleIdx="1" presStyleCnt="2">
        <dgm:presLayoutVars>
          <dgm:bulletEnabled val="1"/>
        </dgm:presLayoutVars>
      </dgm:prSet>
      <dgm:spPr/>
    </dgm:pt>
    <dgm:pt modelId="{FB26B0BD-7ABA-4B91-97B9-5D0B4AAB03AA}" type="pres">
      <dgm:prSet presAssocID="{D4DF9E0E-C250-4592-B78F-F0CBF5FDC8B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E94316B-7ED8-4D2B-9BE6-890E4BA64112}" type="pres">
      <dgm:prSet presAssocID="{E4DEDF6F-3955-40ED-83F0-8582094EFFF4}" presName="spacer" presStyleCnt="0"/>
      <dgm:spPr/>
    </dgm:pt>
    <dgm:pt modelId="{92F98432-E08E-45FE-A61E-0772AB0C87A2}" type="pres">
      <dgm:prSet presAssocID="{A352CE46-477B-4F23-8A5A-E2FF125AEA7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8C62A00-D452-424A-8EFD-1BE082946508}" type="presOf" srcId="{A2891C75-3490-400B-8F0E-A4725355A7A3}" destId="{AF0A2103-DD52-4A73-AB0B-BCF2A0527079}" srcOrd="0" destOrd="0" presId="urn:microsoft.com/office/officeart/2005/8/layout/vList2"/>
    <dgm:cxn modelId="{999A3B07-E21E-45BC-85D1-E458369E320B}" type="presOf" srcId="{7C09F6B0-DA92-4C8E-A846-7F6B753F24DD}" destId="{DD6734A1-129A-4AC1-9F25-A41465F8D172}" srcOrd="0" destOrd="0" presId="urn:microsoft.com/office/officeart/2005/8/layout/vList2"/>
    <dgm:cxn modelId="{7B7B0322-5DEC-4613-ACE7-786228937A87}" type="presOf" srcId="{DDFB94B0-3978-4331-9807-166B3328E5B7}" destId="{F87D2931-BC23-46A0-BC30-ED5C392D876C}" srcOrd="0" destOrd="0" presId="urn:microsoft.com/office/officeart/2005/8/layout/vList2"/>
    <dgm:cxn modelId="{75B6004D-D564-4217-A23C-8CC31AAA1F8E}" type="presOf" srcId="{A352CE46-477B-4F23-8A5A-E2FF125AEA75}" destId="{92F98432-E08E-45FE-A61E-0772AB0C87A2}" srcOrd="0" destOrd="0" presId="urn:microsoft.com/office/officeart/2005/8/layout/vList2"/>
    <dgm:cxn modelId="{1CBAD353-8B16-48A8-BE66-0E24A85B53E9}" type="presOf" srcId="{9B7B9823-3905-4A56-9235-38BA5EA64C03}" destId="{AB654526-6698-450C-BCE1-77D785335BB6}" srcOrd="0" destOrd="0" presId="urn:microsoft.com/office/officeart/2005/8/layout/vList2"/>
    <dgm:cxn modelId="{520F4098-C322-4C16-9057-E38060DB8169}" type="presOf" srcId="{C464F8D7-F401-49F8-B7DA-96DA362EF26C}" destId="{ADA79CFF-10A9-4357-AD67-C70D5FF6CB1C}" srcOrd="0" destOrd="0" presId="urn:microsoft.com/office/officeart/2005/8/layout/vList2"/>
    <dgm:cxn modelId="{3A067798-5292-48E2-856D-C2F3DAABFC55}" srcId="{A2891C75-3490-400B-8F0E-A4725355A7A3}" destId="{DDFB94B0-3978-4331-9807-166B3328E5B7}" srcOrd="1" destOrd="0" parTransId="{65585007-9BF2-465F-B923-B5152CD3B4EA}" sibTransId="{87DAFFD3-43A8-40F0-BCD5-C5B30135F704}"/>
    <dgm:cxn modelId="{8D6D5EA0-0638-48CA-8A11-AEC746E23FDE}" type="presOf" srcId="{0F3FAE28-7747-4C6A-8BA4-8D800821BAD0}" destId="{CCA4BDFE-D639-4226-81EF-224B1D9B7133}" srcOrd="0" destOrd="0" presId="urn:microsoft.com/office/officeart/2005/8/layout/vList2"/>
    <dgm:cxn modelId="{148E70B1-62B0-4B3F-B854-8E8BFB766EAD}" type="presOf" srcId="{D4DF9E0E-C250-4592-B78F-F0CBF5FDC8B8}" destId="{FB26B0BD-7ABA-4B91-97B9-5D0B4AAB03AA}" srcOrd="0" destOrd="0" presId="urn:microsoft.com/office/officeart/2005/8/layout/vList2"/>
    <dgm:cxn modelId="{0A9E6CB3-AB67-403D-B170-331E9741A84E}" srcId="{A2891C75-3490-400B-8F0E-A4725355A7A3}" destId="{A352CE46-477B-4F23-8A5A-E2FF125AEA75}" srcOrd="4" destOrd="0" parTransId="{F4CA17F0-405F-4F66-BDD2-47BFA285A576}" sibTransId="{3B2E7C6F-8B9F-46BE-A43A-393DCE9B1296}"/>
    <dgm:cxn modelId="{721851BF-2FFD-46C9-B7F0-E802B61DBCAB}" srcId="{A2891C75-3490-400B-8F0E-A4725355A7A3}" destId="{C464F8D7-F401-49F8-B7DA-96DA362EF26C}" srcOrd="0" destOrd="0" parTransId="{DAE2B53F-80DD-4511-A864-3A0F09C43B32}" sibTransId="{0E3EA14C-7292-4D0E-B495-6085EB7C1F7F}"/>
    <dgm:cxn modelId="{9B5AECC7-8DA6-4C0C-8CB0-377728AF9EFF}" srcId="{A2891C75-3490-400B-8F0E-A4725355A7A3}" destId="{7C09F6B0-DA92-4C8E-A846-7F6B753F24DD}" srcOrd="2" destOrd="0" parTransId="{47469A6F-B069-4D44-B6A8-314469884674}" sibTransId="{0825B8B5-AAC1-4BEA-9D74-E85749D5C533}"/>
    <dgm:cxn modelId="{5A9FA4DC-460A-4E1A-8346-914D7920E048}" srcId="{DDFB94B0-3978-4331-9807-166B3328E5B7}" destId="{9B7B9823-3905-4A56-9235-38BA5EA64C03}" srcOrd="0" destOrd="0" parTransId="{0EB77B89-C05E-4A9E-BB3E-1E0F7EC7870F}" sibTransId="{2BD19917-D0D0-422C-A8EF-EB4506C26EA7}"/>
    <dgm:cxn modelId="{E81612EB-CF04-42C8-9997-950833BCB8D9}" srcId="{A2891C75-3490-400B-8F0E-A4725355A7A3}" destId="{D4DF9E0E-C250-4592-B78F-F0CBF5FDC8B8}" srcOrd="3" destOrd="0" parTransId="{51E28C6A-4C34-44B0-A215-08BD54091ACD}" sibTransId="{E4DEDF6F-3955-40ED-83F0-8582094EFFF4}"/>
    <dgm:cxn modelId="{58214CF3-EC87-4729-8249-6A65B3DB358E}" srcId="{7C09F6B0-DA92-4C8E-A846-7F6B753F24DD}" destId="{0F3FAE28-7747-4C6A-8BA4-8D800821BAD0}" srcOrd="0" destOrd="0" parTransId="{D266B095-C1E7-4D20-A251-46A6E9EDE654}" sibTransId="{FFA727F1-EC7A-45E6-8132-793B7FFDF098}"/>
    <dgm:cxn modelId="{798C9E28-B99D-4111-B6F4-F574DF7E1C13}" type="presParOf" srcId="{AF0A2103-DD52-4A73-AB0B-BCF2A0527079}" destId="{ADA79CFF-10A9-4357-AD67-C70D5FF6CB1C}" srcOrd="0" destOrd="0" presId="urn:microsoft.com/office/officeart/2005/8/layout/vList2"/>
    <dgm:cxn modelId="{3E063A0B-7B31-4C40-94B8-BA9B1AF36951}" type="presParOf" srcId="{AF0A2103-DD52-4A73-AB0B-BCF2A0527079}" destId="{CC9A76CC-D400-4D8E-8E52-3A495CF103B4}" srcOrd="1" destOrd="0" presId="urn:microsoft.com/office/officeart/2005/8/layout/vList2"/>
    <dgm:cxn modelId="{B7C6C2AF-AF1D-45EC-BB5A-360811D028F8}" type="presParOf" srcId="{AF0A2103-DD52-4A73-AB0B-BCF2A0527079}" destId="{F87D2931-BC23-46A0-BC30-ED5C392D876C}" srcOrd="2" destOrd="0" presId="urn:microsoft.com/office/officeart/2005/8/layout/vList2"/>
    <dgm:cxn modelId="{05821D36-FC06-4E7D-87CA-F2F116C2C84C}" type="presParOf" srcId="{AF0A2103-DD52-4A73-AB0B-BCF2A0527079}" destId="{AB654526-6698-450C-BCE1-77D785335BB6}" srcOrd="3" destOrd="0" presId="urn:microsoft.com/office/officeart/2005/8/layout/vList2"/>
    <dgm:cxn modelId="{33D1718A-478B-46A1-A195-8A365745DE70}" type="presParOf" srcId="{AF0A2103-DD52-4A73-AB0B-BCF2A0527079}" destId="{DD6734A1-129A-4AC1-9F25-A41465F8D172}" srcOrd="4" destOrd="0" presId="urn:microsoft.com/office/officeart/2005/8/layout/vList2"/>
    <dgm:cxn modelId="{59C4986D-B0BE-4B15-B4ED-6C441250AD9A}" type="presParOf" srcId="{AF0A2103-DD52-4A73-AB0B-BCF2A0527079}" destId="{CCA4BDFE-D639-4226-81EF-224B1D9B7133}" srcOrd="5" destOrd="0" presId="urn:microsoft.com/office/officeart/2005/8/layout/vList2"/>
    <dgm:cxn modelId="{C260FFFE-C9F7-4454-8986-4777718FDFDA}" type="presParOf" srcId="{AF0A2103-DD52-4A73-AB0B-BCF2A0527079}" destId="{FB26B0BD-7ABA-4B91-97B9-5D0B4AAB03AA}" srcOrd="6" destOrd="0" presId="urn:microsoft.com/office/officeart/2005/8/layout/vList2"/>
    <dgm:cxn modelId="{3525053A-3EF4-4B31-8D9E-DE12EB271454}" type="presParOf" srcId="{AF0A2103-DD52-4A73-AB0B-BCF2A0527079}" destId="{DE94316B-7ED8-4D2B-9BE6-890E4BA64112}" srcOrd="7" destOrd="0" presId="urn:microsoft.com/office/officeart/2005/8/layout/vList2"/>
    <dgm:cxn modelId="{832FA8B3-0126-42F3-88D5-9BA0A434CFD8}" type="presParOf" srcId="{AF0A2103-DD52-4A73-AB0B-BCF2A0527079}" destId="{92F98432-E08E-45FE-A61E-0772AB0C87A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7B47D8E-6CAF-4E05-82B2-84F925315642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044DB22D-CF26-4E20-8F0F-28C63EE5E8C0}">
      <dgm:prSet phldrT="[Text]"/>
      <dgm:spPr/>
      <dgm:t>
        <a:bodyPr/>
        <a:lstStyle/>
        <a:p>
          <a:r>
            <a:rPr lang="en-US"/>
            <a:t>1. Click the </a:t>
          </a:r>
          <a:r>
            <a:rPr lang="en-US" i="1"/>
            <a:t>Split drafts </a:t>
          </a:r>
          <a:r>
            <a:rPr lang="en-US"/>
            <a:t>button</a:t>
          </a:r>
        </a:p>
        <a:p>
          <a:r>
            <a:rPr lang="en-US"/>
            <a:t>2. Select the draft(s) you are looking to split</a:t>
          </a:r>
        </a:p>
        <a:p>
          <a:r>
            <a:rPr lang="en-US"/>
            <a:t>3. Fill out the table with the first and second draft day and the amounts for each.</a:t>
          </a:r>
        </a:p>
        <a:p>
          <a:r>
            <a:rPr lang="en-US"/>
            <a:t>4. Click </a:t>
          </a:r>
          <a:r>
            <a:rPr lang="en-US" i="1"/>
            <a:t>Split</a:t>
          </a:r>
        </a:p>
      </dgm:t>
    </dgm:pt>
    <dgm:pt modelId="{CCA6FAF9-2E69-4220-A0C5-6DE766AC51C3}" type="parTrans" cxnId="{5329ACD6-7BAF-474A-BD20-1AE373C174EB}">
      <dgm:prSet/>
      <dgm:spPr/>
      <dgm:t>
        <a:bodyPr/>
        <a:lstStyle/>
        <a:p>
          <a:endParaRPr lang="en-US"/>
        </a:p>
      </dgm:t>
    </dgm:pt>
    <dgm:pt modelId="{76A3447D-CB82-43AE-B4B9-748DA1032A83}" type="sibTrans" cxnId="{5329ACD6-7BAF-474A-BD20-1AE373C174EB}">
      <dgm:prSet phldrT="1"/>
      <dgm:spPr/>
      <dgm:t>
        <a:bodyPr/>
        <a:lstStyle/>
        <a:p>
          <a:r>
            <a:rPr lang="en-US"/>
            <a:t>Split Draft</a:t>
          </a:r>
        </a:p>
      </dgm:t>
    </dgm:pt>
    <dgm:pt modelId="{38EDCE3B-D050-43D6-B39E-D91029250814}">
      <dgm:prSet phldrT="[Text]"/>
      <dgm:spPr/>
      <dgm:t>
        <a:bodyPr/>
        <a:lstStyle/>
        <a:p>
          <a:r>
            <a:rPr lang="en-US"/>
            <a:t>1. Select the draft(s) that your client is wishing to move to a new date</a:t>
          </a:r>
        </a:p>
        <a:p>
          <a:r>
            <a:rPr lang="en-US"/>
            <a:t>2. Type in the day that the client wishes for the draft(s) to come out on in the </a:t>
          </a:r>
          <a:r>
            <a:rPr lang="en-US" i="1"/>
            <a:t>Debit Day</a:t>
          </a:r>
          <a:r>
            <a:rPr lang="en-US" i="0"/>
            <a:t> field</a:t>
          </a:r>
        </a:p>
        <a:p>
          <a:r>
            <a:rPr lang="en-US" i="0"/>
            <a:t>3. Select </a:t>
          </a:r>
          <a:r>
            <a:rPr lang="en-US" i="1"/>
            <a:t>Change Reason</a:t>
          </a:r>
          <a:r>
            <a:rPr lang="en-US" i="0"/>
            <a:t> from drop down</a:t>
          </a:r>
        </a:p>
        <a:p>
          <a:r>
            <a:rPr lang="en-US"/>
            <a:t>4. Click </a:t>
          </a:r>
          <a:r>
            <a:rPr lang="en-US" i="1"/>
            <a:t>update</a:t>
          </a:r>
          <a:r>
            <a:rPr lang="en-US"/>
            <a:t> hyperlink</a:t>
          </a:r>
        </a:p>
      </dgm:t>
    </dgm:pt>
    <dgm:pt modelId="{EE1F1264-FF68-4E26-BD03-0729CC886820}" type="parTrans" cxnId="{6991A654-7648-4E35-B7B1-39233F65A949}">
      <dgm:prSet/>
      <dgm:spPr/>
      <dgm:t>
        <a:bodyPr/>
        <a:lstStyle/>
        <a:p>
          <a:endParaRPr lang="en-US"/>
        </a:p>
      </dgm:t>
    </dgm:pt>
    <dgm:pt modelId="{F5FDE992-83D8-46B2-8F8B-344464F276DB}" type="sibTrans" cxnId="{6991A654-7648-4E35-B7B1-39233F65A949}">
      <dgm:prSet phldrT="2"/>
      <dgm:spPr/>
      <dgm:t>
        <a:bodyPr/>
        <a:lstStyle/>
        <a:p>
          <a:r>
            <a:rPr lang="en-US"/>
            <a:t>Move drafts to a new date</a:t>
          </a:r>
        </a:p>
      </dgm:t>
    </dgm:pt>
    <dgm:pt modelId="{C09415B1-ED96-4932-9F0D-4F42CA251659}">
      <dgm:prSet phldrT="[Text]"/>
      <dgm:spPr/>
      <dgm:t>
        <a:bodyPr/>
        <a:lstStyle/>
        <a:p>
          <a:r>
            <a:rPr lang="en-US"/>
            <a:t>1. Select the draft(s) that your client is wishing to move to a new date</a:t>
          </a:r>
        </a:p>
        <a:p>
          <a:r>
            <a:rPr lang="en-US"/>
            <a:t>2. Type in the number of days the client wishes for the draft(s) to pushed out in the </a:t>
          </a:r>
          <a:r>
            <a:rPr lang="en-US" i="1"/>
            <a:t>Update Debit Day X Days </a:t>
          </a:r>
          <a:r>
            <a:rPr lang="en-US" i="0"/>
            <a:t>field</a:t>
          </a:r>
        </a:p>
        <a:p>
          <a:r>
            <a:rPr lang="en-US" i="0"/>
            <a:t>3. Select </a:t>
          </a:r>
          <a:r>
            <a:rPr lang="en-US" i="1"/>
            <a:t>Change Reason</a:t>
          </a:r>
          <a:r>
            <a:rPr lang="en-US" i="0"/>
            <a:t> from drop down</a:t>
          </a:r>
        </a:p>
        <a:p>
          <a:r>
            <a:rPr lang="en-US"/>
            <a:t>4. Click </a:t>
          </a:r>
          <a:r>
            <a:rPr lang="en-US" i="1"/>
            <a:t>update</a:t>
          </a:r>
          <a:r>
            <a:rPr lang="en-US"/>
            <a:t> hyperlink</a:t>
          </a:r>
        </a:p>
      </dgm:t>
    </dgm:pt>
    <dgm:pt modelId="{207B37C4-5EEE-42A1-9B68-23A95CB0FB11}" type="parTrans" cxnId="{1A02AACE-03F7-43B6-ACC2-FD4D056D83BD}">
      <dgm:prSet/>
      <dgm:spPr/>
      <dgm:t>
        <a:bodyPr/>
        <a:lstStyle/>
        <a:p>
          <a:endParaRPr lang="en-US"/>
        </a:p>
      </dgm:t>
    </dgm:pt>
    <dgm:pt modelId="{8022296F-4B64-40E4-AC8C-0EE2C98E88CC}" type="sibTrans" cxnId="{1A02AACE-03F7-43B6-ACC2-FD4D056D83BD}">
      <dgm:prSet phldrT="3"/>
      <dgm:spPr/>
      <dgm:t>
        <a:bodyPr/>
        <a:lstStyle/>
        <a:p>
          <a:r>
            <a:rPr lang="en-US"/>
            <a:t>Move drafts by a specific number of days </a:t>
          </a:r>
        </a:p>
      </dgm:t>
    </dgm:pt>
    <dgm:pt modelId="{8A4BC08D-2098-444D-85B8-D35B5EEBE81C}">
      <dgm:prSet/>
      <dgm:spPr/>
      <dgm:t>
        <a:bodyPr/>
        <a:lstStyle/>
        <a:p>
          <a:endParaRPr lang="en-US"/>
        </a:p>
      </dgm:t>
    </dgm:pt>
    <dgm:pt modelId="{01937038-A091-40C0-91AA-6015D18F2D80}" type="parTrans" cxnId="{BF8108AB-ED83-4310-95EA-12A5B6BB8A0A}">
      <dgm:prSet/>
      <dgm:spPr/>
      <dgm:t>
        <a:bodyPr/>
        <a:lstStyle/>
        <a:p>
          <a:endParaRPr lang="en-US"/>
        </a:p>
      </dgm:t>
    </dgm:pt>
    <dgm:pt modelId="{0EDA4A39-0768-4710-B8B7-2292D7A3DAE0}" type="sibTrans" cxnId="{BF8108AB-ED83-4310-95EA-12A5B6BB8A0A}">
      <dgm:prSet/>
      <dgm:spPr/>
      <dgm:t>
        <a:bodyPr/>
        <a:lstStyle/>
        <a:p>
          <a:endParaRPr lang="en-US"/>
        </a:p>
      </dgm:t>
    </dgm:pt>
    <dgm:pt modelId="{A3C74DA6-857D-4288-8127-A2AD2A0D305C}">
      <dgm:prSet/>
      <dgm:spPr/>
      <dgm:t>
        <a:bodyPr/>
        <a:lstStyle/>
        <a:p>
          <a:r>
            <a:rPr lang="en-US"/>
            <a:t>note that the total of the split draft must equal the original draft amount</a:t>
          </a:r>
        </a:p>
      </dgm:t>
    </dgm:pt>
    <dgm:pt modelId="{56025758-E41A-402C-8444-45DE698798FF}" type="parTrans" cxnId="{CF2A4B93-8929-49F2-BCBF-8E522779DD4E}">
      <dgm:prSet/>
      <dgm:spPr/>
      <dgm:t>
        <a:bodyPr/>
        <a:lstStyle/>
        <a:p>
          <a:endParaRPr lang="en-US"/>
        </a:p>
      </dgm:t>
    </dgm:pt>
    <dgm:pt modelId="{6FB5B7C5-D52E-40AF-B7DB-6EAAA1130DEC}" type="sibTrans" cxnId="{CF2A4B93-8929-49F2-BCBF-8E522779DD4E}">
      <dgm:prSet/>
      <dgm:spPr/>
      <dgm:t>
        <a:bodyPr/>
        <a:lstStyle/>
        <a:p>
          <a:endParaRPr lang="en-US"/>
        </a:p>
      </dgm:t>
    </dgm:pt>
    <dgm:pt modelId="{4B004777-3C79-4AFC-9BE2-932C077133C0}">
      <dgm:prSet/>
      <dgm:spPr/>
      <dgm:t>
        <a:bodyPr/>
        <a:lstStyle/>
        <a:p>
          <a:r>
            <a:rPr lang="en-US"/>
            <a:t>Used if client wishes to push date out by 5 days (or x number of days)</a:t>
          </a:r>
        </a:p>
      </dgm:t>
    </dgm:pt>
    <dgm:pt modelId="{CF877F86-802C-4518-A4DF-A5C27CF4DF6C}" type="parTrans" cxnId="{CFE75455-456E-408D-9D37-4F9063A16179}">
      <dgm:prSet/>
      <dgm:spPr/>
      <dgm:t>
        <a:bodyPr/>
        <a:lstStyle/>
        <a:p>
          <a:endParaRPr lang="en-US"/>
        </a:p>
      </dgm:t>
    </dgm:pt>
    <dgm:pt modelId="{4D8DDF17-8D93-4982-9AD2-8578FE3A73D2}" type="sibTrans" cxnId="{CFE75455-456E-408D-9D37-4F9063A16179}">
      <dgm:prSet/>
      <dgm:spPr/>
      <dgm:t>
        <a:bodyPr/>
        <a:lstStyle/>
        <a:p>
          <a:endParaRPr lang="en-US"/>
        </a:p>
      </dgm:t>
    </dgm:pt>
    <dgm:pt modelId="{7A799573-A421-45CF-B5A6-125850624A07}" type="pres">
      <dgm:prSet presAssocID="{27B47D8E-6CAF-4E05-82B2-84F925315642}" presName="linearFlow" presStyleCnt="0">
        <dgm:presLayoutVars>
          <dgm:dir/>
          <dgm:animLvl val="lvl"/>
          <dgm:resizeHandles val="exact"/>
        </dgm:presLayoutVars>
      </dgm:prSet>
      <dgm:spPr/>
    </dgm:pt>
    <dgm:pt modelId="{965F1A9B-0AFC-4A6A-867B-42BF9D15EA64}" type="pres">
      <dgm:prSet presAssocID="{044DB22D-CF26-4E20-8F0F-28C63EE5E8C0}" presName="compositeNode" presStyleCnt="0"/>
      <dgm:spPr/>
    </dgm:pt>
    <dgm:pt modelId="{71118B95-F733-49BB-9A70-D76F2A8EDB04}" type="pres">
      <dgm:prSet presAssocID="{044DB22D-CF26-4E20-8F0F-28C63EE5E8C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C040046-0665-4DA4-89BE-B5DF762588DA}" type="pres">
      <dgm:prSet presAssocID="{044DB22D-CF26-4E20-8F0F-28C63EE5E8C0}" presName="parSh" presStyleCnt="0"/>
      <dgm:spPr/>
    </dgm:pt>
    <dgm:pt modelId="{AC21CA87-CED7-45AF-8EC6-1FFD4D2B1482}" type="pres">
      <dgm:prSet presAssocID="{044DB22D-CF26-4E20-8F0F-28C63EE5E8C0}" presName="lineNode" presStyleLbl="alignAccFollowNode1" presStyleIdx="0" presStyleCnt="9"/>
      <dgm:spPr/>
    </dgm:pt>
    <dgm:pt modelId="{74B32876-1685-4DA5-8017-15B4BAF2DA86}" type="pres">
      <dgm:prSet presAssocID="{044DB22D-CF26-4E20-8F0F-28C63EE5E8C0}" presName="lineArrowNode" presStyleLbl="alignAccFollowNode1" presStyleIdx="1" presStyleCnt="9"/>
      <dgm:spPr/>
    </dgm:pt>
    <dgm:pt modelId="{A3AD9484-998A-41DC-84B1-724AA9280C50}" type="pres">
      <dgm:prSet presAssocID="{76A3447D-CB82-43AE-B4B9-748DA1032A83}" presName="sibTransNodeCircle" presStyleLbl="alignNode1" presStyleIdx="0" presStyleCnt="3">
        <dgm:presLayoutVars>
          <dgm:chMax val="0"/>
          <dgm:bulletEnabled/>
        </dgm:presLayoutVars>
      </dgm:prSet>
      <dgm:spPr/>
    </dgm:pt>
    <dgm:pt modelId="{41BA783A-14CA-4972-B28D-1618CC1EC866}" type="pres">
      <dgm:prSet presAssocID="{76A3447D-CB82-43AE-B4B9-748DA1032A83}" presName="spacerBetweenCircleAndCallout" presStyleCnt="0">
        <dgm:presLayoutVars/>
      </dgm:prSet>
      <dgm:spPr/>
    </dgm:pt>
    <dgm:pt modelId="{F03C9350-0044-4FA9-8539-B212ED1E0E96}" type="pres">
      <dgm:prSet presAssocID="{044DB22D-CF26-4E20-8F0F-28C63EE5E8C0}" presName="nodeText" presStyleLbl="alignAccFollowNode1" presStyleIdx="2" presStyleCnt="9">
        <dgm:presLayoutVars>
          <dgm:bulletEnabled val="1"/>
        </dgm:presLayoutVars>
      </dgm:prSet>
      <dgm:spPr/>
    </dgm:pt>
    <dgm:pt modelId="{85A16EB3-5507-47E4-A152-616B5B478E4F}" type="pres">
      <dgm:prSet presAssocID="{76A3447D-CB82-43AE-B4B9-748DA1032A83}" presName="sibTransComposite" presStyleCnt="0"/>
      <dgm:spPr/>
    </dgm:pt>
    <dgm:pt modelId="{FA4F2851-E6CB-4652-8C6C-75D9454A8888}" type="pres">
      <dgm:prSet presAssocID="{38EDCE3B-D050-43D6-B39E-D91029250814}" presName="compositeNode" presStyleCnt="0"/>
      <dgm:spPr/>
    </dgm:pt>
    <dgm:pt modelId="{60E7E76B-7093-41C6-868C-F6B35DF38F29}" type="pres">
      <dgm:prSet presAssocID="{38EDCE3B-D050-43D6-B39E-D91029250814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4656A61-9E5A-466B-A8F4-BDB7C2BBC6CE}" type="pres">
      <dgm:prSet presAssocID="{38EDCE3B-D050-43D6-B39E-D91029250814}" presName="parSh" presStyleCnt="0"/>
      <dgm:spPr/>
    </dgm:pt>
    <dgm:pt modelId="{E111B301-553E-4E76-862D-37CA5D3F01AD}" type="pres">
      <dgm:prSet presAssocID="{38EDCE3B-D050-43D6-B39E-D91029250814}" presName="lineNode" presStyleLbl="alignAccFollowNode1" presStyleIdx="3" presStyleCnt="9"/>
      <dgm:spPr/>
    </dgm:pt>
    <dgm:pt modelId="{A0C936DF-B13A-4331-B249-F424CD7A3AB9}" type="pres">
      <dgm:prSet presAssocID="{38EDCE3B-D050-43D6-B39E-D91029250814}" presName="lineArrowNode" presStyleLbl="alignAccFollowNode1" presStyleIdx="4" presStyleCnt="9"/>
      <dgm:spPr/>
    </dgm:pt>
    <dgm:pt modelId="{2C5F1402-AF98-4EF6-BBDB-E680A7B90643}" type="pres">
      <dgm:prSet presAssocID="{F5FDE992-83D8-46B2-8F8B-344464F276DB}" presName="sibTransNodeCircle" presStyleLbl="alignNode1" presStyleIdx="1" presStyleCnt="3">
        <dgm:presLayoutVars>
          <dgm:chMax val="0"/>
          <dgm:bulletEnabled/>
        </dgm:presLayoutVars>
      </dgm:prSet>
      <dgm:spPr/>
    </dgm:pt>
    <dgm:pt modelId="{8887924C-AF40-40C2-936B-13C335FFDB5E}" type="pres">
      <dgm:prSet presAssocID="{F5FDE992-83D8-46B2-8F8B-344464F276DB}" presName="spacerBetweenCircleAndCallout" presStyleCnt="0">
        <dgm:presLayoutVars/>
      </dgm:prSet>
      <dgm:spPr/>
    </dgm:pt>
    <dgm:pt modelId="{5AF23A09-A3EE-4A1B-B0C1-D3549F03B627}" type="pres">
      <dgm:prSet presAssocID="{38EDCE3B-D050-43D6-B39E-D91029250814}" presName="nodeText" presStyleLbl="alignAccFollowNode1" presStyleIdx="5" presStyleCnt="9">
        <dgm:presLayoutVars>
          <dgm:bulletEnabled val="1"/>
        </dgm:presLayoutVars>
      </dgm:prSet>
      <dgm:spPr/>
    </dgm:pt>
    <dgm:pt modelId="{EA7D1F98-B9A5-4983-9E40-A9E4ED88A817}" type="pres">
      <dgm:prSet presAssocID="{F5FDE992-83D8-46B2-8F8B-344464F276DB}" presName="sibTransComposite" presStyleCnt="0"/>
      <dgm:spPr/>
    </dgm:pt>
    <dgm:pt modelId="{E0C53C88-1087-43DB-90C0-4964BD55CFA5}" type="pres">
      <dgm:prSet presAssocID="{C09415B1-ED96-4932-9F0D-4F42CA251659}" presName="compositeNode" presStyleCnt="0"/>
      <dgm:spPr/>
    </dgm:pt>
    <dgm:pt modelId="{23AE0D0C-68DF-4545-A815-4A4AC3E53B13}" type="pres">
      <dgm:prSet presAssocID="{C09415B1-ED96-4932-9F0D-4F42CA251659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08D2C2CB-B7A3-44C4-9C00-F903A23D79F5}" type="pres">
      <dgm:prSet presAssocID="{C09415B1-ED96-4932-9F0D-4F42CA251659}" presName="parSh" presStyleCnt="0"/>
      <dgm:spPr/>
    </dgm:pt>
    <dgm:pt modelId="{4F36BF54-BEBF-46EC-AFDD-475D3EF8EF8C}" type="pres">
      <dgm:prSet presAssocID="{C09415B1-ED96-4932-9F0D-4F42CA251659}" presName="lineNode" presStyleLbl="alignAccFollowNode1" presStyleIdx="6" presStyleCnt="9"/>
      <dgm:spPr/>
    </dgm:pt>
    <dgm:pt modelId="{EA6E99DA-0A89-46F3-9DA1-97CFA6A55050}" type="pres">
      <dgm:prSet presAssocID="{C09415B1-ED96-4932-9F0D-4F42CA251659}" presName="lineArrowNode" presStyleLbl="alignAccFollowNode1" presStyleIdx="7" presStyleCnt="9"/>
      <dgm:spPr/>
    </dgm:pt>
    <dgm:pt modelId="{CB6AA0BE-CC75-4791-8099-59EDCF6BBDA9}" type="pres">
      <dgm:prSet presAssocID="{8022296F-4B64-40E4-AC8C-0EE2C98E88CC}" presName="sibTransNodeCircle" presStyleLbl="alignNode1" presStyleIdx="2" presStyleCnt="3">
        <dgm:presLayoutVars>
          <dgm:chMax val="0"/>
          <dgm:bulletEnabled/>
        </dgm:presLayoutVars>
      </dgm:prSet>
      <dgm:spPr/>
    </dgm:pt>
    <dgm:pt modelId="{15872FA8-2491-4B56-BAF4-157FAA71A69F}" type="pres">
      <dgm:prSet presAssocID="{8022296F-4B64-40E4-AC8C-0EE2C98E88CC}" presName="spacerBetweenCircleAndCallout" presStyleCnt="0">
        <dgm:presLayoutVars/>
      </dgm:prSet>
      <dgm:spPr/>
    </dgm:pt>
    <dgm:pt modelId="{36503E63-88A7-45F2-824F-16D10F88FC73}" type="pres">
      <dgm:prSet presAssocID="{C09415B1-ED96-4932-9F0D-4F42CA251659}" presName="nodeText" presStyleLbl="alignAccFollowNode1" presStyleIdx="8" presStyleCnt="9">
        <dgm:presLayoutVars>
          <dgm:bulletEnabled val="1"/>
        </dgm:presLayoutVars>
      </dgm:prSet>
      <dgm:spPr/>
    </dgm:pt>
  </dgm:ptLst>
  <dgm:cxnLst>
    <dgm:cxn modelId="{AB31740C-D41E-40C4-A2D5-BDC18BE185F9}" type="presOf" srcId="{38EDCE3B-D050-43D6-B39E-D91029250814}" destId="{5AF23A09-A3EE-4A1B-B0C1-D3549F03B627}" srcOrd="0" destOrd="0" presId="urn:microsoft.com/office/officeart/2016/7/layout/LinearArrowProcessNumbered"/>
    <dgm:cxn modelId="{2707A019-28A1-46AB-8188-577463881B7A}" type="presOf" srcId="{F5FDE992-83D8-46B2-8F8B-344464F276DB}" destId="{2C5F1402-AF98-4EF6-BBDB-E680A7B90643}" srcOrd="0" destOrd="0" presId="urn:microsoft.com/office/officeart/2016/7/layout/LinearArrowProcessNumbered"/>
    <dgm:cxn modelId="{347F881D-772D-4DEC-8BAC-65B9A3A8AA0B}" type="presOf" srcId="{C09415B1-ED96-4932-9F0D-4F42CA251659}" destId="{36503E63-88A7-45F2-824F-16D10F88FC73}" srcOrd="0" destOrd="0" presId="urn:microsoft.com/office/officeart/2016/7/layout/LinearArrowProcessNumbered"/>
    <dgm:cxn modelId="{13157836-A38B-4C0D-8205-9F430FCD81F1}" type="presOf" srcId="{A3C74DA6-857D-4288-8127-A2AD2A0D305C}" destId="{F03C9350-0044-4FA9-8539-B212ED1E0E96}" srcOrd="0" destOrd="1" presId="urn:microsoft.com/office/officeart/2016/7/layout/LinearArrowProcessNumbered"/>
    <dgm:cxn modelId="{6991A654-7648-4E35-B7B1-39233F65A949}" srcId="{27B47D8E-6CAF-4E05-82B2-84F925315642}" destId="{38EDCE3B-D050-43D6-B39E-D91029250814}" srcOrd="1" destOrd="0" parTransId="{EE1F1264-FF68-4E26-BD03-0729CC886820}" sibTransId="{F5FDE992-83D8-46B2-8F8B-344464F276DB}"/>
    <dgm:cxn modelId="{CFE75455-456E-408D-9D37-4F9063A16179}" srcId="{C09415B1-ED96-4932-9F0D-4F42CA251659}" destId="{4B004777-3C79-4AFC-9BE2-932C077133C0}" srcOrd="0" destOrd="0" parTransId="{CF877F86-802C-4518-A4DF-A5C27CF4DF6C}" sibTransId="{4D8DDF17-8D93-4982-9AD2-8578FE3A73D2}"/>
    <dgm:cxn modelId="{1239B758-6CAE-4B38-9564-7778C4D2CD6D}" type="presOf" srcId="{8A4BC08D-2098-444D-85B8-D35B5EEBE81C}" destId="{F03C9350-0044-4FA9-8539-B212ED1E0E96}" srcOrd="0" destOrd="2" presId="urn:microsoft.com/office/officeart/2016/7/layout/LinearArrowProcessNumbered"/>
    <dgm:cxn modelId="{CF2A4B93-8929-49F2-BCBF-8E522779DD4E}" srcId="{044DB22D-CF26-4E20-8F0F-28C63EE5E8C0}" destId="{A3C74DA6-857D-4288-8127-A2AD2A0D305C}" srcOrd="0" destOrd="0" parTransId="{56025758-E41A-402C-8444-45DE698798FF}" sibTransId="{6FB5B7C5-D52E-40AF-B7DB-6EAAA1130DEC}"/>
    <dgm:cxn modelId="{89BCCA93-64EE-416D-96FD-09DF06C9FBAF}" type="presOf" srcId="{76A3447D-CB82-43AE-B4B9-748DA1032A83}" destId="{A3AD9484-998A-41DC-84B1-724AA9280C50}" srcOrd="0" destOrd="0" presId="urn:microsoft.com/office/officeart/2016/7/layout/LinearArrowProcessNumbered"/>
    <dgm:cxn modelId="{C09D53A0-D7A3-4597-B252-365DE4906350}" type="presOf" srcId="{8022296F-4B64-40E4-AC8C-0EE2C98E88CC}" destId="{CB6AA0BE-CC75-4791-8099-59EDCF6BBDA9}" srcOrd="0" destOrd="0" presId="urn:microsoft.com/office/officeart/2016/7/layout/LinearArrowProcessNumbered"/>
    <dgm:cxn modelId="{E7554BA3-8A78-4AAB-AF16-A5352DB8FEA8}" type="presOf" srcId="{4B004777-3C79-4AFC-9BE2-932C077133C0}" destId="{36503E63-88A7-45F2-824F-16D10F88FC73}" srcOrd="0" destOrd="1" presId="urn:microsoft.com/office/officeart/2016/7/layout/LinearArrowProcessNumbered"/>
    <dgm:cxn modelId="{BF8108AB-ED83-4310-95EA-12A5B6BB8A0A}" srcId="{044DB22D-CF26-4E20-8F0F-28C63EE5E8C0}" destId="{8A4BC08D-2098-444D-85B8-D35B5EEBE81C}" srcOrd="1" destOrd="0" parTransId="{01937038-A091-40C0-91AA-6015D18F2D80}" sibTransId="{0EDA4A39-0768-4710-B8B7-2292D7A3DAE0}"/>
    <dgm:cxn modelId="{4CB259B5-5FD6-44D5-8016-D6D9946CC0F8}" type="presOf" srcId="{044DB22D-CF26-4E20-8F0F-28C63EE5E8C0}" destId="{F03C9350-0044-4FA9-8539-B212ED1E0E96}" srcOrd="0" destOrd="0" presId="urn:microsoft.com/office/officeart/2016/7/layout/LinearArrowProcessNumbered"/>
    <dgm:cxn modelId="{1A02AACE-03F7-43B6-ACC2-FD4D056D83BD}" srcId="{27B47D8E-6CAF-4E05-82B2-84F925315642}" destId="{C09415B1-ED96-4932-9F0D-4F42CA251659}" srcOrd="2" destOrd="0" parTransId="{207B37C4-5EEE-42A1-9B68-23A95CB0FB11}" sibTransId="{8022296F-4B64-40E4-AC8C-0EE2C98E88CC}"/>
    <dgm:cxn modelId="{5329ACD6-7BAF-474A-BD20-1AE373C174EB}" srcId="{27B47D8E-6CAF-4E05-82B2-84F925315642}" destId="{044DB22D-CF26-4E20-8F0F-28C63EE5E8C0}" srcOrd="0" destOrd="0" parTransId="{CCA6FAF9-2E69-4220-A0C5-6DE766AC51C3}" sibTransId="{76A3447D-CB82-43AE-B4B9-748DA1032A83}"/>
    <dgm:cxn modelId="{3AFE6AEC-A603-4413-8D38-A704DE0DC749}" type="presOf" srcId="{27B47D8E-6CAF-4E05-82B2-84F925315642}" destId="{7A799573-A421-45CF-B5A6-125850624A07}" srcOrd="0" destOrd="0" presId="urn:microsoft.com/office/officeart/2016/7/layout/LinearArrowProcessNumbered"/>
    <dgm:cxn modelId="{1DB03785-802C-4C12-9FE8-AF0CB00F7A54}" type="presParOf" srcId="{7A799573-A421-45CF-B5A6-125850624A07}" destId="{965F1A9B-0AFC-4A6A-867B-42BF9D15EA64}" srcOrd="0" destOrd="0" presId="urn:microsoft.com/office/officeart/2016/7/layout/LinearArrowProcessNumbered"/>
    <dgm:cxn modelId="{036E7DB7-7E74-41EF-9658-36987C4C70D7}" type="presParOf" srcId="{965F1A9B-0AFC-4A6A-867B-42BF9D15EA64}" destId="{71118B95-F733-49BB-9A70-D76F2A8EDB04}" srcOrd="0" destOrd="0" presId="urn:microsoft.com/office/officeart/2016/7/layout/LinearArrowProcessNumbered"/>
    <dgm:cxn modelId="{9D9FEE96-E92A-47FC-B1A0-6487FAB966A5}" type="presParOf" srcId="{965F1A9B-0AFC-4A6A-867B-42BF9D15EA64}" destId="{EC040046-0665-4DA4-89BE-B5DF762588DA}" srcOrd="1" destOrd="0" presId="urn:microsoft.com/office/officeart/2016/7/layout/LinearArrowProcessNumbered"/>
    <dgm:cxn modelId="{ACA7B6EC-AD02-4938-A118-DA7CFD60C168}" type="presParOf" srcId="{EC040046-0665-4DA4-89BE-B5DF762588DA}" destId="{AC21CA87-CED7-45AF-8EC6-1FFD4D2B1482}" srcOrd="0" destOrd="0" presId="urn:microsoft.com/office/officeart/2016/7/layout/LinearArrowProcessNumbered"/>
    <dgm:cxn modelId="{8B25F80C-6032-4637-AB66-97D7A2BAEA62}" type="presParOf" srcId="{EC040046-0665-4DA4-89BE-B5DF762588DA}" destId="{74B32876-1685-4DA5-8017-15B4BAF2DA86}" srcOrd="1" destOrd="0" presId="urn:microsoft.com/office/officeart/2016/7/layout/LinearArrowProcessNumbered"/>
    <dgm:cxn modelId="{80D3B8C7-A03B-4C2D-836A-ADB1AD71DCE4}" type="presParOf" srcId="{EC040046-0665-4DA4-89BE-B5DF762588DA}" destId="{A3AD9484-998A-41DC-84B1-724AA9280C50}" srcOrd="2" destOrd="0" presId="urn:microsoft.com/office/officeart/2016/7/layout/LinearArrowProcessNumbered"/>
    <dgm:cxn modelId="{01D9C27B-7E20-46F2-A762-0F26CB46DD27}" type="presParOf" srcId="{EC040046-0665-4DA4-89BE-B5DF762588DA}" destId="{41BA783A-14CA-4972-B28D-1618CC1EC866}" srcOrd="3" destOrd="0" presId="urn:microsoft.com/office/officeart/2016/7/layout/LinearArrowProcessNumbered"/>
    <dgm:cxn modelId="{423E4AE9-D673-4315-BD86-A01DC8D8F979}" type="presParOf" srcId="{965F1A9B-0AFC-4A6A-867B-42BF9D15EA64}" destId="{F03C9350-0044-4FA9-8539-B212ED1E0E96}" srcOrd="2" destOrd="0" presId="urn:microsoft.com/office/officeart/2016/7/layout/LinearArrowProcessNumbered"/>
    <dgm:cxn modelId="{17F44D98-C1D7-4E88-8321-B7DDA157D776}" type="presParOf" srcId="{7A799573-A421-45CF-B5A6-125850624A07}" destId="{85A16EB3-5507-47E4-A152-616B5B478E4F}" srcOrd="1" destOrd="0" presId="urn:microsoft.com/office/officeart/2016/7/layout/LinearArrowProcessNumbered"/>
    <dgm:cxn modelId="{5EA9A987-187B-459F-8742-34B238D6C082}" type="presParOf" srcId="{7A799573-A421-45CF-B5A6-125850624A07}" destId="{FA4F2851-E6CB-4652-8C6C-75D9454A8888}" srcOrd="2" destOrd="0" presId="urn:microsoft.com/office/officeart/2016/7/layout/LinearArrowProcessNumbered"/>
    <dgm:cxn modelId="{C4FC066A-B2D6-4938-862A-2224CCA747B5}" type="presParOf" srcId="{FA4F2851-E6CB-4652-8C6C-75D9454A8888}" destId="{60E7E76B-7093-41C6-868C-F6B35DF38F29}" srcOrd="0" destOrd="0" presId="urn:microsoft.com/office/officeart/2016/7/layout/LinearArrowProcessNumbered"/>
    <dgm:cxn modelId="{61C76951-7F68-4ED6-860B-D623ADC8A015}" type="presParOf" srcId="{FA4F2851-E6CB-4652-8C6C-75D9454A8888}" destId="{54656A61-9E5A-466B-A8F4-BDB7C2BBC6CE}" srcOrd="1" destOrd="0" presId="urn:microsoft.com/office/officeart/2016/7/layout/LinearArrowProcessNumbered"/>
    <dgm:cxn modelId="{E45B4BCC-E995-4BA1-8F33-04ADB33DCD1E}" type="presParOf" srcId="{54656A61-9E5A-466B-A8F4-BDB7C2BBC6CE}" destId="{E111B301-553E-4E76-862D-37CA5D3F01AD}" srcOrd="0" destOrd="0" presId="urn:microsoft.com/office/officeart/2016/7/layout/LinearArrowProcessNumbered"/>
    <dgm:cxn modelId="{61739A77-3FF4-4FBC-8919-412EA08B162E}" type="presParOf" srcId="{54656A61-9E5A-466B-A8F4-BDB7C2BBC6CE}" destId="{A0C936DF-B13A-4331-B249-F424CD7A3AB9}" srcOrd="1" destOrd="0" presId="urn:microsoft.com/office/officeart/2016/7/layout/LinearArrowProcessNumbered"/>
    <dgm:cxn modelId="{01808083-EFF0-4855-97E2-7AA7970F8B41}" type="presParOf" srcId="{54656A61-9E5A-466B-A8F4-BDB7C2BBC6CE}" destId="{2C5F1402-AF98-4EF6-BBDB-E680A7B90643}" srcOrd="2" destOrd="0" presId="urn:microsoft.com/office/officeart/2016/7/layout/LinearArrowProcessNumbered"/>
    <dgm:cxn modelId="{D7DB19D4-228C-425E-B19D-EC38D77D3DC5}" type="presParOf" srcId="{54656A61-9E5A-466B-A8F4-BDB7C2BBC6CE}" destId="{8887924C-AF40-40C2-936B-13C335FFDB5E}" srcOrd="3" destOrd="0" presId="urn:microsoft.com/office/officeart/2016/7/layout/LinearArrowProcessNumbered"/>
    <dgm:cxn modelId="{30067403-E677-43E9-BA4B-7F6EFAE33FEA}" type="presParOf" srcId="{FA4F2851-E6CB-4652-8C6C-75D9454A8888}" destId="{5AF23A09-A3EE-4A1B-B0C1-D3549F03B627}" srcOrd="2" destOrd="0" presId="urn:microsoft.com/office/officeart/2016/7/layout/LinearArrowProcessNumbered"/>
    <dgm:cxn modelId="{02F89E7F-7645-4299-9CC8-4E497B2B5615}" type="presParOf" srcId="{7A799573-A421-45CF-B5A6-125850624A07}" destId="{EA7D1F98-B9A5-4983-9E40-A9E4ED88A817}" srcOrd="3" destOrd="0" presId="urn:microsoft.com/office/officeart/2016/7/layout/LinearArrowProcessNumbered"/>
    <dgm:cxn modelId="{B00CED84-2810-46AB-A3A7-34AE21E63706}" type="presParOf" srcId="{7A799573-A421-45CF-B5A6-125850624A07}" destId="{E0C53C88-1087-43DB-90C0-4964BD55CFA5}" srcOrd="4" destOrd="0" presId="urn:microsoft.com/office/officeart/2016/7/layout/LinearArrowProcessNumbered"/>
    <dgm:cxn modelId="{87FFD73F-3ADA-4A80-8FD6-9DE07253B389}" type="presParOf" srcId="{E0C53C88-1087-43DB-90C0-4964BD55CFA5}" destId="{23AE0D0C-68DF-4545-A815-4A4AC3E53B13}" srcOrd="0" destOrd="0" presId="urn:microsoft.com/office/officeart/2016/7/layout/LinearArrowProcessNumbered"/>
    <dgm:cxn modelId="{1DE7781C-FC01-4AD6-9753-E99D195A2FEF}" type="presParOf" srcId="{E0C53C88-1087-43DB-90C0-4964BD55CFA5}" destId="{08D2C2CB-B7A3-44C4-9C00-F903A23D79F5}" srcOrd="1" destOrd="0" presId="urn:microsoft.com/office/officeart/2016/7/layout/LinearArrowProcessNumbered"/>
    <dgm:cxn modelId="{8D22465E-8EC7-420C-99C0-721016689B5C}" type="presParOf" srcId="{08D2C2CB-B7A3-44C4-9C00-F903A23D79F5}" destId="{4F36BF54-BEBF-46EC-AFDD-475D3EF8EF8C}" srcOrd="0" destOrd="0" presId="urn:microsoft.com/office/officeart/2016/7/layout/LinearArrowProcessNumbered"/>
    <dgm:cxn modelId="{B9335595-7B84-42D1-9138-467C7A285B20}" type="presParOf" srcId="{08D2C2CB-B7A3-44C4-9C00-F903A23D79F5}" destId="{EA6E99DA-0A89-46F3-9DA1-97CFA6A55050}" srcOrd="1" destOrd="0" presId="urn:microsoft.com/office/officeart/2016/7/layout/LinearArrowProcessNumbered"/>
    <dgm:cxn modelId="{8FC2039F-F472-4860-92A0-F1982D9D6A6B}" type="presParOf" srcId="{08D2C2CB-B7A3-44C4-9C00-F903A23D79F5}" destId="{CB6AA0BE-CC75-4791-8099-59EDCF6BBDA9}" srcOrd="2" destOrd="0" presId="urn:microsoft.com/office/officeart/2016/7/layout/LinearArrowProcessNumbered"/>
    <dgm:cxn modelId="{4BCF4951-3E34-4345-BD45-469FACDDABC4}" type="presParOf" srcId="{08D2C2CB-B7A3-44C4-9C00-F903A23D79F5}" destId="{15872FA8-2491-4B56-BAF4-157FAA71A69F}" srcOrd="3" destOrd="0" presId="urn:microsoft.com/office/officeart/2016/7/layout/LinearArrowProcessNumbered"/>
    <dgm:cxn modelId="{B268D1C4-4081-489F-8BC2-3CE7EAE7C5B0}" type="presParOf" srcId="{E0C53C88-1087-43DB-90C0-4964BD55CFA5}" destId="{36503E63-88A7-45F2-824F-16D10F88FC73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7B47D8E-6CAF-4E05-82B2-84F925315642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044DB22D-CF26-4E20-8F0F-28C63EE5E8C0}">
      <dgm:prSet phldrT="[Text]"/>
      <dgm:spPr/>
      <dgm:t>
        <a:bodyPr/>
        <a:lstStyle/>
        <a:p>
          <a:r>
            <a:rPr lang="en-US"/>
            <a:t>1. Select the draft that your client is wishing to move to a new date</a:t>
          </a:r>
        </a:p>
        <a:p>
          <a:r>
            <a:rPr lang="en-US"/>
            <a:t>2. Type in the day that the client wishes for the draft to come out on in the </a:t>
          </a:r>
          <a:r>
            <a:rPr lang="en-US" i="1"/>
            <a:t>Debit Date</a:t>
          </a:r>
          <a:r>
            <a:rPr lang="en-US" i="0"/>
            <a:t> field</a:t>
          </a:r>
        </a:p>
        <a:p>
          <a:r>
            <a:rPr lang="en-US" i="0"/>
            <a:t>3. Select </a:t>
          </a:r>
          <a:r>
            <a:rPr lang="en-US" i="1"/>
            <a:t>Change Reason</a:t>
          </a:r>
          <a:r>
            <a:rPr lang="en-US" i="0"/>
            <a:t> from drop down</a:t>
          </a:r>
        </a:p>
        <a:p>
          <a:r>
            <a:rPr lang="en-US"/>
            <a:t>4. Click </a:t>
          </a:r>
          <a:r>
            <a:rPr lang="en-US" i="1"/>
            <a:t>update</a:t>
          </a:r>
          <a:r>
            <a:rPr lang="en-US"/>
            <a:t> hyperlink</a:t>
          </a:r>
        </a:p>
      </dgm:t>
    </dgm:pt>
    <dgm:pt modelId="{CCA6FAF9-2E69-4220-A0C5-6DE766AC51C3}" type="parTrans" cxnId="{5329ACD6-7BAF-474A-BD20-1AE373C174EB}">
      <dgm:prSet/>
      <dgm:spPr/>
      <dgm:t>
        <a:bodyPr/>
        <a:lstStyle/>
        <a:p>
          <a:endParaRPr lang="en-US"/>
        </a:p>
      </dgm:t>
    </dgm:pt>
    <dgm:pt modelId="{76A3447D-CB82-43AE-B4B9-748DA1032A83}" type="sibTrans" cxnId="{5329ACD6-7BAF-474A-BD20-1AE373C174EB}">
      <dgm:prSet phldrT="1" custT="1"/>
      <dgm:spPr/>
      <dgm:t>
        <a:bodyPr/>
        <a:lstStyle/>
        <a:p>
          <a:r>
            <a:rPr lang="en-US" sz="1200"/>
            <a:t>Moves </a:t>
          </a:r>
          <a:r>
            <a:rPr lang="en-US" sz="1200" i="1"/>
            <a:t>one</a:t>
          </a:r>
          <a:r>
            <a:rPr lang="en-US" sz="1200" i="0"/>
            <a:t> draft to a specific date</a:t>
          </a:r>
          <a:endParaRPr lang="en-US" sz="1200"/>
        </a:p>
      </dgm:t>
    </dgm:pt>
    <dgm:pt modelId="{38EDCE3B-D050-43D6-B39E-D91029250814}">
      <dgm:prSet phldrT="[Text]"/>
      <dgm:spPr/>
      <dgm:t>
        <a:bodyPr/>
        <a:lstStyle/>
        <a:p>
          <a:r>
            <a:rPr lang="en-US"/>
            <a:t>1. Select the draft(s) that your client is wishing to remove from communication</a:t>
          </a:r>
        </a:p>
        <a:p>
          <a:r>
            <a:rPr lang="en-US"/>
            <a:t>2. Select the </a:t>
          </a:r>
          <a:r>
            <a:rPr lang="en-US" i="1"/>
            <a:t>Remove from Communication</a:t>
          </a:r>
          <a:r>
            <a:rPr lang="en-US"/>
            <a:t> checkbox</a:t>
          </a:r>
        </a:p>
        <a:p>
          <a:r>
            <a:rPr lang="en-US"/>
            <a:t>4. Click </a:t>
          </a:r>
          <a:r>
            <a:rPr lang="en-US" i="1"/>
            <a:t>update</a:t>
          </a:r>
          <a:r>
            <a:rPr lang="en-US"/>
            <a:t> hyperlink</a:t>
          </a:r>
        </a:p>
      </dgm:t>
    </dgm:pt>
    <dgm:pt modelId="{EE1F1264-FF68-4E26-BD03-0729CC886820}" type="parTrans" cxnId="{6991A654-7648-4E35-B7B1-39233F65A949}">
      <dgm:prSet/>
      <dgm:spPr/>
      <dgm:t>
        <a:bodyPr/>
        <a:lstStyle/>
        <a:p>
          <a:endParaRPr lang="en-US"/>
        </a:p>
      </dgm:t>
    </dgm:pt>
    <dgm:pt modelId="{F5FDE992-83D8-46B2-8F8B-344464F276DB}" type="sibTrans" cxnId="{6991A654-7648-4E35-B7B1-39233F65A949}">
      <dgm:prSet phldrT="2" custT="1"/>
      <dgm:spPr/>
      <dgm:t>
        <a:bodyPr/>
        <a:lstStyle/>
        <a:p>
          <a:r>
            <a:rPr lang="en-US" sz="900"/>
            <a:t>Request we stop contacting them regarding an NSF draft</a:t>
          </a:r>
        </a:p>
      </dgm:t>
    </dgm:pt>
    <dgm:pt modelId="{C09415B1-ED96-4932-9F0D-4F42CA251659}">
      <dgm:prSet phldrT="[Text]"/>
      <dgm:spPr/>
      <dgm:t>
        <a:bodyPr/>
        <a:lstStyle/>
        <a:p>
          <a:r>
            <a:rPr lang="en-US"/>
            <a:t>1. Select the draft(s) that your client is wishing to increase or decrease</a:t>
          </a:r>
        </a:p>
        <a:p>
          <a:r>
            <a:rPr lang="en-US"/>
            <a:t>2. Type in the amount of the new draft in the </a:t>
          </a:r>
          <a:r>
            <a:rPr lang="en-US" i="1"/>
            <a:t>debit amount </a:t>
          </a:r>
          <a:r>
            <a:rPr lang="en-US"/>
            <a:t>field</a:t>
          </a:r>
          <a:endParaRPr lang="en-US" i="0"/>
        </a:p>
        <a:p>
          <a:r>
            <a:rPr lang="en-US" i="0"/>
            <a:t>3. Select </a:t>
          </a:r>
          <a:r>
            <a:rPr lang="en-US" i="1"/>
            <a:t>Change Reason</a:t>
          </a:r>
          <a:r>
            <a:rPr lang="en-US" i="0"/>
            <a:t> from drop down</a:t>
          </a:r>
        </a:p>
        <a:p>
          <a:r>
            <a:rPr lang="en-US"/>
            <a:t>4. Click </a:t>
          </a:r>
          <a:r>
            <a:rPr lang="en-US" i="1"/>
            <a:t>update</a:t>
          </a:r>
          <a:r>
            <a:rPr lang="en-US"/>
            <a:t> hyperlink</a:t>
          </a:r>
        </a:p>
      </dgm:t>
    </dgm:pt>
    <dgm:pt modelId="{207B37C4-5EEE-42A1-9B68-23A95CB0FB11}" type="parTrans" cxnId="{1A02AACE-03F7-43B6-ACC2-FD4D056D83BD}">
      <dgm:prSet/>
      <dgm:spPr/>
      <dgm:t>
        <a:bodyPr/>
        <a:lstStyle/>
        <a:p>
          <a:endParaRPr lang="en-US"/>
        </a:p>
      </dgm:t>
    </dgm:pt>
    <dgm:pt modelId="{8022296F-4B64-40E4-AC8C-0EE2C98E88CC}" type="sibTrans" cxnId="{1A02AACE-03F7-43B6-ACC2-FD4D056D83BD}">
      <dgm:prSet phldrT="3"/>
      <dgm:spPr/>
      <dgm:t>
        <a:bodyPr/>
        <a:lstStyle/>
        <a:p>
          <a:r>
            <a:rPr lang="en-US"/>
            <a:t>Change their draft amount</a:t>
          </a:r>
        </a:p>
      </dgm:t>
    </dgm:pt>
    <dgm:pt modelId="{9DC3FCAD-C15E-49BC-8032-EAB8D6D6D214}">
      <dgm:prSet/>
      <dgm:spPr/>
      <dgm:t>
        <a:bodyPr/>
        <a:lstStyle/>
        <a:p>
          <a:r>
            <a:rPr lang="en-US"/>
            <a:t>You can only use this selection when only 1 draft is selected to change</a:t>
          </a:r>
        </a:p>
      </dgm:t>
    </dgm:pt>
    <dgm:pt modelId="{E6575564-874A-48A7-8EF7-D3014490128E}" type="parTrans" cxnId="{47036747-D339-4941-A757-2592433182C2}">
      <dgm:prSet/>
      <dgm:spPr/>
      <dgm:t>
        <a:bodyPr/>
        <a:lstStyle/>
        <a:p>
          <a:endParaRPr lang="en-US"/>
        </a:p>
      </dgm:t>
    </dgm:pt>
    <dgm:pt modelId="{364AC2C5-A87C-4F60-9D7B-DCFB50461CB2}" type="sibTrans" cxnId="{47036747-D339-4941-A757-2592433182C2}">
      <dgm:prSet/>
      <dgm:spPr/>
      <dgm:t>
        <a:bodyPr/>
        <a:lstStyle/>
        <a:p>
          <a:endParaRPr lang="en-US"/>
        </a:p>
      </dgm:t>
    </dgm:pt>
    <dgm:pt modelId="{BF900A91-2C39-40C0-AE5C-0CB5B3D9913A}">
      <dgm:prSet/>
      <dgm:spPr/>
      <dgm:t>
        <a:bodyPr/>
        <a:lstStyle/>
        <a:p>
          <a:r>
            <a:rPr lang="en-US"/>
            <a:t>1. Select the draft(s) that your client is wishing to skip</a:t>
          </a:r>
        </a:p>
        <a:p>
          <a:r>
            <a:rPr lang="en-US"/>
            <a:t>2. Select the </a:t>
          </a:r>
          <a:r>
            <a:rPr lang="en-US" i="1"/>
            <a:t>Skip</a:t>
          </a:r>
          <a:r>
            <a:rPr lang="en-US"/>
            <a:t> checkbox</a:t>
          </a:r>
        </a:p>
        <a:p>
          <a:r>
            <a:rPr lang="en-US" i="0"/>
            <a:t>3. Select </a:t>
          </a:r>
          <a:r>
            <a:rPr lang="en-US" i="1"/>
            <a:t>skip</a:t>
          </a:r>
          <a:r>
            <a:rPr lang="en-US" i="0"/>
            <a:t> from </a:t>
          </a:r>
          <a:r>
            <a:rPr lang="en-US" i="1"/>
            <a:t>Change Reason</a:t>
          </a:r>
          <a:r>
            <a:rPr lang="en-US" i="0"/>
            <a:t> from drop down</a:t>
          </a:r>
        </a:p>
        <a:p>
          <a:r>
            <a:rPr lang="en-US"/>
            <a:t>4. Click </a:t>
          </a:r>
          <a:r>
            <a:rPr lang="en-US" i="1"/>
            <a:t>update</a:t>
          </a:r>
          <a:r>
            <a:rPr lang="en-US"/>
            <a:t> hyperlink</a:t>
          </a:r>
        </a:p>
        <a:p>
          <a:r>
            <a:rPr lang="en-US"/>
            <a:t>**If client is BLP enrolled, they are not able to skip. Check to see if they will draft $29.95 to cover the fee. If they cannot, move the draft to the last program draft date. </a:t>
          </a:r>
        </a:p>
      </dgm:t>
    </dgm:pt>
    <dgm:pt modelId="{22602337-B58F-4093-AED4-A75B6FE96649}" type="parTrans" cxnId="{4BAF068D-69C4-4B99-B397-F80E9F4F2B13}">
      <dgm:prSet/>
      <dgm:spPr/>
      <dgm:t>
        <a:bodyPr/>
        <a:lstStyle/>
        <a:p>
          <a:endParaRPr lang="en-US"/>
        </a:p>
      </dgm:t>
    </dgm:pt>
    <dgm:pt modelId="{09785FFD-9984-4C7D-8FB3-596477027DA7}" type="sibTrans" cxnId="{4BAF068D-69C4-4B99-B397-F80E9F4F2B13}">
      <dgm:prSet/>
      <dgm:spPr/>
      <dgm:t>
        <a:bodyPr/>
        <a:lstStyle/>
        <a:p>
          <a:r>
            <a:rPr lang="en-US"/>
            <a:t>Skip Drafts</a:t>
          </a:r>
        </a:p>
      </dgm:t>
    </dgm:pt>
    <dgm:pt modelId="{DB982008-3AEC-4AF3-B990-08C9D2B3B104}">
      <dgm:prSet/>
      <dgm:spPr/>
      <dgm:t>
        <a:bodyPr/>
        <a:lstStyle/>
        <a:p>
          <a:r>
            <a:rPr lang="en-US"/>
            <a:t>You would need to do this for any missed draft that you discuss that the client is unable to make up, in order to remove the client from the dialer</a:t>
          </a:r>
        </a:p>
      </dgm:t>
    </dgm:pt>
    <dgm:pt modelId="{F877AC52-2CBE-47AA-A84E-31E3F78AA132}" type="parTrans" cxnId="{EA9AF027-17CE-467A-89FB-D69B748E9C81}">
      <dgm:prSet/>
      <dgm:spPr/>
      <dgm:t>
        <a:bodyPr/>
        <a:lstStyle/>
        <a:p>
          <a:endParaRPr lang="en-US"/>
        </a:p>
      </dgm:t>
    </dgm:pt>
    <dgm:pt modelId="{D3505BC2-28B0-452C-AA19-83E9307F228D}" type="sibTrans" cxnId="{EA9AF027-17CE-467A-89FB-D69B748E9C81}">
      <dgm:prSet/>
      <dgm:spPr/>
      <dgm:t>
        <a:bodyPr/>
        <a:lstStyle/>
        <a:p>
          <a:endParaRPr lang="en-US"/>
        </a:p>
      </dgm:t>
    </dgm:pt>
    <dgm:pt modelId="{7A799573-A421-45CF-B5A6-125850624A07}" type="pres">
      <dgm:prSet presAssocID="{27B47D8E-6CAF-4E05-82B2-84F925315642}" presName="linearFlow" presStyleCnt="0">
        <dgm:presLayoutVars>
          <dgm:dir/>
          <dgm:animLvl val="lvl"/>
          <dgm:resizeHandles val="exact"/>
        </dgm:presLayoutVars>
      </dgm:prSet>
      <dgm:spPr/>
    </dgm:pt>
    <dgm:pt modelId="{965F1A9B-0AFC-4A6A-867B-42BF9D15EA64}" type="pres">
      <dgm:prSet presAssocID="{044DB22D-CF26-4E20-8F0F-28C63EE5E8C0}" presName="compositeNode" presStyleCnt="0"/>
      <dgm:spPr/>
    </dgm:pt>
    <dgm:pt modelId="{71118B95-F733-49BB-9A70-D76F2A8EDB04}" type="pres">
      <dgm:prSet presAssocID="{044DB22D-CF26-4E20-8F0F-28C63EE5E8C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C040046-0665-4DA4-89BE-B5DF762588DA}" type="pres">
      <dgm:prSet presAssocID="{044DB22D-CF26-4E20-8F0F-28C63EE5E8C0}" presName="parSh" presStyleCnt="0"/>
      <dgm:spPr/>
    </dgm:pt>
    <dgm:pt modelId="{AC21CA87-CED7-45AF-8EC6-1FFD4D2B1482}" type="pres">
      <dgm:prSet presAssocID="{044DB22D-CF26-4E20-8F0F-28C63EE5E8C0}" presName="lineNode" presStyleLbl="alignAccFollowNode1" presStyleIdx="0" presStyleCnt="12"/>
      <dgm:spPr/>
    </dgm:pt>
    <dgm:pt modelId="{74B32876-1685-4DA5-8017-15B4BAF2DA86}" type="pres">
      <dgm:prSet presAssocID="{044DB22D-CF26-4E20-8F0F-28C63EE5E8C0}" presName="lineArrowNode" presStyleLbl="alignAccFollowNode1" presStyleIdx="1" presStyleCnt="12"/>
      <dgm:spPr/>
    </dgm:pt>
    <dgm:pt modelId="{A3AD9484-998A-41DC-84B1-724AA9280C50}" type="pres">
      <dgm:prSet presAssocID="{76A3447D-CB82-43AE-B4B9-748DA1032A83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41BA783A-14CA-4972-B28D-1618CC1EC866}" type="pres">
      <dgm:prSet presAssocID="{76A3447D-CB82-43AE-B4B9-748DA1032A83}" presName="spacerBetweenCircleAndCallout" presStyleCnt="0">
        <dgm:presLayoutVars/>
      </dgm:prSet>
      <dgm:spPr/>
    </dgm:pt>
    <dgm:pt modelId="{F03C9350-0044-4FA9-8539-B212ED1E0E96}" type="pres">
      <dgm:prSet presAssocID="{044DB22D-CF26-4E20-8F0F-28C63EE5E8C0}" presName="nodeText" presStyleLbl="alignAccFollowNode1" presStyleIdx="2" presStyleCnt="12">
        <dgm:presLayoutVars>
          <dgm:bulletEnabled val="1"/>
        </dgm:presLayoutVars>
      </dgm:prSet>
      <dgm:spPr/>
    </dgm:pt>
    <dgm:pt modelId="{85A16EB3-5507-47E4-A152-616B5B478E4F}" type="pres">
      <dgm:prSet presAssocID="{76A3447D-CB82-43AE-B4B9-748DA1032A83}" presName="sibTransComposite" presStyleCnt="0"/>
      <dgm:spPr/>
    </dgm:pt>
    <dgm:pt modelId="{6170F38B-76F4-44E0-9B60-8479922BF193}" type="pres">
      <dgm:prSet presAssocID="{BF900A91-2C39-40C0-AE5C-0CB5B3D9913A}" presName="compositeNode" presStyleCnt="0"/>
      <dgm:spPr/>
    </dgm:pt>
    <dgm:pt modelId="{0FCF9CFB-E7DF-4C6E-9A62-227C935FB581}" type="pres">
      <dgm:prSet presAssocID="{BF900A91-2C39-40C0-AE5C-0CB5B3D9913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8EA001CE-91DA-4A18-9565-6D450D24A7F0}" type="pres">
      <dgm:prSet presAssocID="{BF900A91-2C39-40C0-AE5C-0CB5B3D9913A}" presName="parSh" presStyleCnt="0"/>
      <dgm:spPr/>
    </dgm:pt>
    <dgm:pt modelId="{57C883B1-4A61-4774-8AC8-1470D582DBAE}" type="pres">
      <dgm:prSet presAssocID="{BF900A91-2C39-40C0-AE5C-0CB5B3D9913A}" presName="lineNode" presStyleLbl="alignAccFollowNode1" presStyleIdx="3" presStyleCnt="12"/>
      <dgm:spPr/>
    </dgm:pt>
    <dgm:pt modelId="{AA74F758-60D8-4089-A5EC-8E1073671C07}" type="pres">
      <dgm:prSet presAssocID="{BF900A91-2C39-40C0-AE5C-0CB5B3D9913A}" presName="lineArrowNode" presStyleLbl="alignAccFollowNode1" presStyleIdx="4" presStyleCnt="12"/>
      <dgm:spPr/>
    </dgm:pt>
    <dgm:pt modelId="{591D371A-4ABA-4D77-B9F1-E05089F09186}" type="pres">
      <dgm:prSet presAssocID="{09785FFD-9984-4C7D-8FB3-596477027DA7}" presName="sibTransNodeCircle" presStyleLbl="alignNode1" presStyleIdx="1" presStyleCnt="4">
        <dgm:presLayoutVars>
          <dgm:chMax val="0"/>
          <dgm:bulletEnabled/>
        </dgm:presLayoutVars>
      </dgm:prSet>
      <dgm:spPr/>
    </dgm:pt>
    <dgm:pt modelId="{A0CC7650-4D34-4DDD-B30D-5178F45AAF8A}" type="pres">
      <dgm:prSet presAssocID="{09785FFD-9984-4C7D-8FB3-596477027DA7}" presName="spacerBetweenCircleAndCallout" presStyleCnt="0">
        <dgm:presLayoutVars/>
      </dgm:prSet>
      <dgm:spPr/>
    </dgm:pt>
    <dgm:pt modelId="{2ACDC1A0-B95D-4AF3-B72E-96BA77A90D3F}" type="pres">
      <dgm:prSet presAssocID="{BF900A91-2C39-40C0-AE5C-0CB5B3D9913A}" presName="nodeText" presStyleLbl="alignAccFollowNode1" presStyleIdx="5" presStyleCnt="12">
        <dgm:presLayoutVars>
          <dgm:bulletEnabled val="1"/>
        </dgm:presLayoutVars>
      </dgm:prSet>
      <dgm:spPr/>
    </dgm:pt>
    <dgm:pt modelId="{C0DC9590-77B7-4E1C-B342-237F4CC2D9CB}" type="pres">
      <dgm:prSet presAssocID="{09785FFD-9984-4C7D-8FB3-596477027DA7}" presName="sibTransComposite" presStyleCnt="0"/>
      <dgm:spPr/>
    </dgm:pt>
    <dgm:pt modelId="{FA4F2851-E6CB-4652-8C6C-75D9454A8888}" type="pres">
      <dgm:prSet presAssocID="{38EDCE3B-D050-43D6-B39E-D91029250814}" presName="compositeNode" presStyleCnt="0"/>
      <dgm:spPr/>
    </dgm:pt>
    <dgm:pt modelId="{60E7E76B-7093-41C6-868C-F6B35DF38F29}" type="pres">
      <dgm:prSet presAssocID="{38EDCE3B-D050-43D6-B39E-D91029250814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4656A61-9E5A-466B-A8F4-BDB7C2BBC6CE}" type="pres">
      <dgm:prSet presAssocID="{38EDCE3B-D050-43D6-B39E-D91029250814}" presName="parSh" presStyleCnt="0"/>
      <dgm:spPr/>
    </dgm:pt>
    <dgm:pt modelId="{E111B301-553E-4E76-862D-37CA5D3F01AD}" type="pres">
      <dgm:prSet presAssocID="{38EDCE3B-D050-43D6-B39E-D91029250814}" presName="lineNode" presStyleLbl="alignAccFollowNode1" presStyleIdx="6" presStyleCnt="12"/>
      <dgm:spPr/>
    </dgm:pt>
    <dgm:pt modelId="{A0C936DF-B13A-4331-B249-F424CD7A3AB9}" type="pres">
      <dgm:prSet presAssocID="{38EDCE3B-D050-43D6-B39E-D91029250814}" presName="lineArrowNode" presStyleLbl="alignAccFollowNode1" presStyleIdx="7" presStyleCnt="12"/>
      <dgm:spPr/>
    </dgm:pt>
    <dgm:pt modelId="{2C5F1402-AF98-4EF6-BBDB-E680A7B90643}" type="pres">
      <dgm:prSet presAssocID="{F5FDE992-83D8-46B2-8F8B-344464F276DB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8887924C-AF40-40C2-936B-13C335FFDB5E}" type="pres">
      <dgm:prSet presAssocID="{F5FDE992-83D8-46B2-8F8B-344464F276DB}" presName="spacerBetweenCircleAndCallout" presStyleCnt="0">
        <dgm:presLayoutVars/>
      </dgm:prSet>
      <dgm:spPr/>
    </dgm:pt>
    <dgm:pt modelId="{5AF23A09-A3EE-4A1B-B0C1-D3549F03B627}" type="pres">
      <dgm:prSet presAssocID="{38EDCE3B-D050-43D6-B39E-D91029250814}" presName="nodeText" presStyleLbl="alignAccFollowNode1" presStyleIdx="8" presStyleCnt="12">
        <dgm:presLayoutVars>
          <dgm:bulletEnabled val="1"/>
        </dgm:presLayoutVars>
      </dgm:prSet>
      <dgm:spPr/>
    </dgm:pt>
    <dgm:pt modelId="{EA7D1F98-B9A5-4983-9E40-A9E4ED88A817}" type="pres">
      <dgm:prSet presAssocID="{F5FDE992-83D8-46B2-8F8B-344464F276DB}" presName="sibTransComposite" presStyleCnt="0"/>
      <dgm:spPr/>
    </dgm:pt>
    <dgm:pt modelId="{E0C53C88-1087-43DB-90C0-4964BD55CFA5}" type="pres">
      <dgm:prSet presAssocID="{C09415B1-ED96-4932-9F0D-4F42CA251659}" presName="compositeNode" presStyleCnt="0"/>
      <dgm:spPr/>
    </dgm:pt>
    <dgm:pt modelId="{23AE0D0C-68DF-4545-A815-4A4AC3E53B13}" type="pres">
      <dgm:prSet presAssocID="{C09415B1-ED96-4932-9F0D-4F42CA251659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08D2C2CB-B7A3-44C4-9C00-F903A23D79F5}" type="pres">
      <dgm:prSet presAssocID="{C09415B1-ED96-4932-9F0D-4F42CA251659}" presName="parSh" presStyleCnt="0"/>
      <dgm:spPr/>
    </dgm:pt>
    <dgm:pt modelId="{4F36BF54-BEBF-46EC-AFDD-475D3EF8EF8C}" type="pres">
      <dgm:prSet presAssocID="{C09415B1-ED96-4932-9F0D-4F42CA251659}" presName="lineNode" presStyleLbl="alignAccFollowNode1" presStyleIdx="9" presStyleCnt="12"/>
      <dgm:spPr/>
    </dgm:pt>
    <dgm:pt modelId="{EA6E99DA-0A89-46F3-9DA1-97CFA6A55050}" type="pres">
      <dgm:prSet presAssocID="{C09415B1-ED96-4932-9F0D-4F42CA251659}" presName="lineArrowNode" presStyleLbl="alignAccFollowNode1" presStyleIdx="10" presStyleCnt="12"/>
      <dgm:spPr/>
    </dgm:pt>
    <dgm:pt modelId="{CB6AA0BE-CC75-4791-8099-59EDCF6BBDA9}" type="pres">
      <dgm:prSet presAssocID="{8022296F-4B64-40E4-AC8C-0EE2C98E88CC}" presName="sibTransNodeCircle" presStyleLbl="alignNode1" presStyleIdx="3" presStyleCnt="4">
        <dgm:presLayoutVars>
          <dgm:chMax val="0"/>
          <dgm:bulletEnabled/>
        </dgm:presLayoutVars>
      </dgm:prSet>
      <dgm:spPr/>
    </dgm:pt>
    <dgm:pt modelId="{15872FA8-2491-4B56-BAF4-157FAA71A69F}" type="pres">
      <dgm:prSet presAssocID="{8022296F-4B64-40E4-AC8C-0EE2C98E88CC}" presName="spacerBetweenCircleAndCallout" presStyleCnt="0">
        <dgm:presLayoutVars/>
      </dgm:prSet>
      <dgm:spPr/>
    </dgm:pt>
    <dgm:pt modelId="{36503E63-88A7-45F2-824F-16D10F88FC73}" type="pres">
      <dgm:prSet presAssocID="{C09415B1-ED96-4932-9F0D-4F42CA251659}" presName="nodeText" presStyleLbl="alignAccFollowNode1" presStyleIdx="11" presStyleCnt="12">
        <dgm:presLayoutVars>
          <dgm:bulletEnabled val="1"/>
        </dgm:presLayoutVars>
      </dgm:prSet>
      <dgm:spPr/>
    </dgm:pt>
  </dgm:ptLst>
  <dgm:cxnLst>
    <dgm:cxn modelId="{AB31740C-D41E-40C4-A2D5-BDC18BE185F9}" type="presOf" srcId="{38EDCE3B-D050-43D6-B39E-D91029250814}" destId="{5AF23A09-A3EE-4A1B-B0C1-D3549F03B627}" srcOrd="0" destOrd="0" presId="urn:microsoft.com/office/officeart/2016/7/layout/LinearArrowProcessNumbered"/>
    <dgm:cxn modelId="{F49EBE15-ADC0-42D1-97DF-938A237BDBF4}" type="presOf" srcId="{9DC3FCAD-C15E-49BC-8032-EAB8D6D6D214}" destId="{F03C9350-0044-4FA9-8539-B212ED1E0E96}" srcOrd="0" destOrd="1" presId="urn:microsoft.com/office/officeart/2016/7/layout/LinearArrowProcessNumbered"/>
    <dgm:cxn modelId="{2707A019-28A1-46AB-8188-577463881B7A}" type="presOf" srcId="{F5FDE992-83D8-46B2-8F8B-344464F276DB}" destId="{2C5F1402-AF98-4EF6-BBDB-E680A7B90643}" srcOrd="0" destOrd="0" presId="urn:microsoft.com/office/officeart/2016/7/layout/LinearArrowProcessNumbered"/>
    <dgm:cxn modelId="{347F881D-772D-4DEC-8BAC-65B9A3A8AA0B}" type="presOf" srcId="{C09415B1-ED96-4932-9F0D-4F42CA251659}" destId="{36503E63-88A7-45F2-824F-16D10F88FC73}" srcOrd="0" destOrd="0" presId="urn:microsoft.com/office/officeart/2016/7/layout/LinearArrowProcessNumbered"/>
    <dgm:cxn modelId="{EA9AF027-17CE-467A-89FB-D69B748E9C81}" srcId="{38EDCE3B-D050-43D6-B39E-D91029250814}" destId="{DB982008-3AEC-4AF3-B990-08C9D2B3B104}" srcOrd="0" destOrd="0" parTransId="{F877AC52-2CBE-47AA-A84E-31E3F78AA132}" sibTransId="{D3505BC2-28B0-452C-AA19-83E9307F228D}"/>
    <dgm:cxn modelId="{3CE0CF2A-D08B-4379-805D-89D1F372C629}" type="presOf" srcId="{BF900A91-2C39-40C0-AE5C-0CB5B3D9913A}" destId="{2ACDC1A0-B95D-4AF3-B72E-96BA77A90D3F}" srcOrd="0" destOrd="0" presId="urn:microsoft.com/office/officeart/2016/7/layout/LinearArrowProcessNumbered"/>
    <dgm:cxn modelId="{47036747-D339-4941-A757-2592433182C2}" srcId="{044DB22D-CF26-4E20-8F0F-28C63EE5E8C0}" destId="{9DC3FCAD-C15E-49BC-8032-EAB8D6D6D214}" srcOrd="0" destOrd="0" parTransId="{E6575564-874A-48A7-8EF7-D3014490128E}" sibTransId="{364AC2C5-A87C-4F60-9D7B-DCFB50461CB2}"/>
    <dgm:cxn modelId="{6991A654-7648-4E35-B7B1-39233F65A949}" srcId="{27B47D8E-6CAF-4E05-82B2-84F925315642}" destId="{38EDCE3B-D050-43D6-B39E-D91029250814}" srcOrd="2" destOrd="0" parTransId="{EE1F1264-FF68-4E26-BD03-0729CC886820}" sibTransId="{F5FDE992-83D8-46B2-8F8B-344464F276DB}"/>
    <dgm:cxn modelId="{4BAF068D-69C4-4B99-B397-F80E9F4F2B13}" srcId="{27B47D8E-6CAF-4E05-82B2-84F925315642}" destId="{BF900A91-2C39-40C0-AE5C-0CB5B3D9913A}" srcOrd="1" destOrd="0" parTransId="{22602337-B58F-4093-AED4-A75B6FE96649}" sibTransId="{09785FFD-9984-4C7D-8FB3-596477027DA7}"/>
    <dgm:cxn modelId="{89BCCA93-64EE-416D-96FD-09DF06C9FBAF}" type="presOf" srcId="{76A3447D-CB82-43AE-B4B9-748DA1032A83}" destId="{A3AD9484-998A-41DC-84B1-724AA9280C50}" srcOrd="0" destOrd="0" presId="urn:microsoft.com/office/officeart/2016/7/layout/LinearArrowProcessNumbered"/>
    <dgm:cxn modelId="{C09D53A0-D7A3-4597-B252-365DE4906350}" type="presOf" srcId="{8022296F-4B64-40E4-AC8C-0EE2C98E88CC}" destId="{CB6AA0BE-CC75-4791-8099-59EDCF6BBDA9}" srcOrd="0" destOrd="0" presId="urn:microsoft.com/office/officeart/2016/7/layout/LinearArrowProcessNumbered"/>
    <dgm:cxn modelId="{4CB259B5-5FD6-44D5-8016-D6D9946CC0F8}" type="presOf" srcId="{044DB22D-CF26-4E20-8F0F-28C63EE5E8C0}" destId="{F03C9350-0044-4FA9-8539-B212ED1E0E96}" srcOrd="0" destOrd="0" presId="urn:microsoft.com/office/officeart/2016/7/layout/LinearArrowProcessNumbered"/>
    <dgm:cxn modelId="{275989BB-7407-45A5-A70A-47C3039D9E8F}" type="presOf" srcId="{09785FFD-9984-4C7D-8FB3-596477027DA7}" destId="{591D371A-4ABA-4D77-B9F1-E05089F09186}" srcOrd="0" destOrd="0" presId="urn:microsoft.com/office/officeart/2016/7/layout/LinearArrowProcessNumbered"/>
    <dgm:cxn modelId="{1A02AACE-03F7-43B6-ACC2-FD4D056D83BD}" srcId="{27B47D8E-6CAF-4E05-82B2-84F925315642}" destId="{C09415B1-ED96-4932-9F0D-4F42CA251659}" srcOrd="3" destOrd="0" parTransId="{207B37C4-5EEE-42A1-9B68-23A95CB0FB11}" sibTransId="{8022296F-4B64-40E4-AC8C-0EE2C98E88CC}"/>
    <dgm:cxn modelId="{5329ACD6-7BAF-474A-BD20-1AE373C174EB}" srcId="{27B47D8E-6CAF-4E05-82B2-84F925315642}" destId="{044DB22D-CF26-4E20-8F0F-28C63EE5E8C0}" srcOrd="0" destOrd="0" parTransId="{CCA6FAF9-2E69-4220-A0C5-6DE766AC51C3}" sibTransId="{76A3447D-CB82-43AE-B4B9-748DA1032A83}"/>
    <dgm:cxn modelId="{9D24D0E6-5244-46A4-8CEB-C814F7E4A048}" type="presOf" srcId="{DB982008-3AEC-4AF3-B990-08C9D2B3B104}" destId="{5AF23A09-A3EE-4A1B-B0C1-D3549F03B627}" srcOrd="0" destOrd="1" presId="urn:microsoft.com/office/officeart/2016/7/layout/LinearArrowProcessNumbered"/>
    <dgm:cxn modelId="{3AFE6AEC-A603-4413-8D38-A704DE0DC749}" type="presOf" srcId="{27B47D8E-6CAF-4E05-82B2-84F925315642}" destId="{7A799573-A421-45CF-B5A6-125850624A07}" srcOrd="0" destOrd="0" presId="urn:microsoft.com/office/officeart/2016/7/layout/LinearArrowProcessNumbered"/>
    <dgm:cxn modelId="{1DB03785-802C-4C12-9FE8-AF0CB00F7A54}" type="presParOf" srcId="{7A799573-A421-45CF-B5A6-125850624A07}" destId="{965F1A9B-0AFC-4A6A-867B-42BF9D15EA64}" srcOrd="0" destOrd="0" presId="urn:microsoft.com/office/officeart/2016/7/layout/LinearArrowProcessNumbered"/>
    <dgm:cxn modelId="{036E7DB7-7E74-41EF-9658-36987C4C70D7}" type="presParOf" srcId="{965F1A9B-0AFC-4A6A-867B-42BF9D15EA64}" destId="{71118B95-F733-49BB-9A70-D76F2A8EDB04}" srcOrd="0" destOrd="0" presId="urn:microsoft.com/office/officeart/2016/7/layout/LinearArrowProcessNumbered"/>
    <dgm:cxn modelId="{9D9FEE96-E92A-47FC-B1A0-6487FAB966A5}" type="presParOf" srcId="{965F1A9B-0AFC-4A6A-867B-42BF9D15EA64}" destId="{EC040046-0665-4DA4-89BE-B5DF762588DA}" srcOrd="1" destOrd="0" presId="urn:microsoft.com/office/officeart/2016/7/layout/LinearArrowProcessNumbered"/>
    <dgm:cxn modelId="{ACA7B6EC-AD02-4938-A118-DA7CFD60C168}" type="presParOf" srcId="{EC040046-0665-4DA4-89BE-B5DF762588DA}" destId="{AC21CA87-CED7-45AF-8EC6-1FFD4D2B1482}" srcOrd="0" destOrd="0" presId="urn:microsoft.com/office/officeart/2016/7/layout/LinearArrowProcessNumbered"/>
    <dgm:cxn modelId="{8B25F80C-6032-4637-AB66-97D7A2BAEA62}" type="presParOf" srcId="{EC040046-0665-4DA4-89BE-B5DF762588DA}" destId="{74B32876-1685-4DA5-8017-15B4BAF2DA86}" srcOrd="1" destOrd="0" presId="urn:microsoft.com/office/officeart/2016/7/layout/LinearArrowProcessNumbered"/>
    <dgm:cxn modelId="{80D3B8C7-A03B-4C2D-836A-ADB1AD71DCE4}" type="presParOf" srcId="{EC040046-0665-4DA4-89BE-B5DF762588DA}" destId="{A3AD9484-998A-41DC-84B1-724AA9280C50}" srcOrd="2" destOrd="0" presId="urn:microsoft.com/office/officeart/2016/7/layout/LinearArrowProcessNumbered"/>
    <dgm:cxn modelId="{01D9C27B-7E20-46F2-A762-0F26CB46DD27}" type="presParOf" srcId="{EC040046-0665-4DA4-89BE-B5DF762588DA}" destId="{41BA783A-14CA-4972-B28D-1618CC1EC866}" srcOrd="3" destOrd="0" presId="urn:microsoft.com/office/officeart/2016/7/layout/LinearArrowProcessNumbered"/>
    <dgm:cxn modelId="{423E4AE9-D673-4315-BD86-A01DC8D8F979}" type="presParOf" srcId="{965F1A9B-0AFC-4A6A-867B-42BF9D15EA64}" destId="{F03C9350-0044-4FA9-8539-B212ED1E0E96}" srcOrd="2" destOrd="0" presId="urn:microsoft.com/office/officeart/2016/7/layout/LinearArrowProcessNumbered"/>
    <dgm:cxn modelId="{17F44D98-C1D7-4E88-8321-B7DDA157D776}" type="presParOf" srcId="{7A799573-A421-45CF-B5A6-125850624A07}" destId="{85A16EB3-5507-47E4-A152-616B5B478E4F}" srcOrd="1" destOrd="0" presId="urn:microsoft.com/office/officeart/2016/7/layout/LinearArrowProcessNumbered"/>
    <dgm:cxn modelId="{1FFD777C-5F80-4F5D-BD8B-284755863F73}" type="presParOf" srcId="{7A799573-A421-45CF-B5A6-125850624A07}" destId="{6170F38B-76F4-44E0-9B60-8479922BF193}" srcOrd="2" destOrd="0" presId="urn:microsoft.com/office/officeart/2016/7/layout/LinearArrowProcessNumbered"/>
    <dgm:cxn modelId="{1CA44593-3487-41F2-A4E0-4994267CD212}" type="presParOf" srcId="{6170F38B-76F4-44E0-9B60-8479922BF193}" destId="{0FCF9CFB-E7DF-4C6E-9A62-227C935FB581}" srcOrd="0" destOrd="0" presId="urn:microsoft.com/office/officeart/2016/7/layout/LinearArrowProcessNumbered"/>
    <dgm:cxn modelId="{A27D2167-3D65-4D76-90FE-6225A82ACF5D}" type="presParOf" srcId="{6170F38B-76F4-44E0-9B60-8479922BF193}" destId="{8EA001CE-91DA-4A18-9565-6D450D24A7F0}" srcOrd="1" destOrd="0" presId="urn:microsoft.com/office/officeart/2016/7/layout/LinearArrowProcessNumbered"/>
    <dgm:cxn modelId="{2FC7A6BD-BEF3-41D7-94D9-B6293ECBE279}" type="presParOf" srcId="{8EA001CE-91DA-4A18-9565-6D450D24A7F0}" destId="{57C883B1-4A61-4774-8AC8-1470D582DBAE}" srcOrd="0" destOrd="0" presId="urn:microsoft.com/office/officeart/2016/7/layout/LinearArrowProcessNumbered"/>
    <dgm:cxn modelId="{FE74BF61-5D24-4CA6-9DB5-61EA5774F1FC}" type="presParOf" srcId="{8EA001CE-91DA-4A18-9565-6D450D24A7F0}" destId="{AA74F758-60D8-4089-A5EC-8E1073671C07}" srcOrd="1" destOrd="0" presId="urn:microsoft.com/office/officeart/2016/7/layout/LinearArrowProcessNumbered"/>
    <dgm:cxn modelId="{B4A812D4-1DC5-4C2E-BC37-0C6E4C6EFA6F}" type="presParOf" srcId="{8EA001CE-91DA-4A18-9565-6D450D24A7F0}" destId="{591D371A-4ABA-4D77-B9F1-E05089F09186}" srcOrd="2" destOrd="0" presId="urn:microsoft.com/office/officeart/2016/7/layout/LinearArrowProcessNumbered"/>
    <dgm:cxn modelId="{A99E1783-8A2C-4011-9123-6BA3A21C2A9B}" type="presParOf" srcId="{8EA001CE-91DA-4A18-9565-6D450D24A7F0}" destId="{A0CC7650-4D34-4DDD-B30D-5178F45AAF8A}" srcOrd="3" destOrd="0" presId="urn:microsoft.com/office/officeart/2016/7/layout/LinearArrowProcessNumbered"/>
    <dgm:cxn modelId="{84DD0FFE-03CB-49D0-82FB-80A06E982DAE}" type="presParOf" srcId="{6170F38B-76F4-44E0-9B60-8479922BF193}" destId="{2ACDC1A0-B95D-4AF3-B72E-96BA77A90D3F}" srcOrd="2" destOrd="0" presId="urn:microsoft.com/office/officeart/2016/7/layout/LinearArrowProcessNumbered"/>
    <dgm:cxn modelId="{EB305918-F0DF-4A6C-8488-4DA5E3517A2F}" type="presParOf" srcId="{7A799573-A421-45CF-B5A6-125850624A07}" destId="{C0DC9590-77B7-4E1C-B342-237F4CC2D9CB}" srcOrd="3" destOrd="0" presId="urn:microsoft.com/office/officeart/2016/7/layout/LinearArrowProcessNumbered"/>
    <dgm:cxn modelId="{5EA9A987-187B-459F-8742-34B238D6C082}" type="presParOf" srcId="{7A799573-A421-45CF-B5A6-125850624A07}" destId="{FA4F2851-E6CB-4652-8C6C-75D9454A8888}" srcOrd="4" destOrd="0" presId="urn:microsoft.com/office/officeart/2016/7/layout/LinearArrowProcessNumbered"/>
    <dgm:cxn modelId="{C4FC066A-B2D6-4938-862A-2224CCA747B5}" type="presParOf" srcId="{FA4F2851-E6CB-4652-8C6C-75D9454A8888}" destId="{60E7E76B-7093-41C6-868C-F6B35DF38F29}" srcOrd="0" destOrd="0" presId="urn:microsoft.com/office/officeart/2016/7/layout/LinearArrowProcessNumbered"/>
    <dgm:cxn modelId="{61C76951-7F68-4ED6-860B-D623ADC8A015}" type="presParOf" srcId="{FA4F2851-E6CB-4652-8C6C-75D9454A8888}" destId="{54656A61-9E5A-466B-A8F4-BDB7C2BBC6CE}" srcOrd="1" destOrd="0" presId="urn:microsoft.com/office/officeart/2016/7/layout/LinearArrowProcessNumbered"/>
    <dgm:cxn modelId="{E45B4BCC-E995-4BA1-8F33-04ADB33DCD1E}" type="presParOf" srcId="{54656A61-9E5A-466B-A8F4-BDB7C2BBC6CE}" destId="{E111B301-553E-4E76-862D-37CA5D3F01AD}" srcOrd="0" destOrd="0" presId="urn:microsoft.com/office/officeart/2016/7/layout/LinearArrowProcessNumbered"/>
    <dgm:cxn modelId="{61739A77-3FF4-4FBC-8919-412EA08B162E}" type="presParOf" srcId="{54656A61-9E5A-466B-A8F4-BDB7C2BBC6CE}" destId="{A0C936DF-B13A-4331-B249-F424CD7A3AB9}" srcOrd="1" destOrd="0" presId="urn:microsoft.com/office/officeart/2016/7/layout/LinearArrowProcessNumbered"/>
    <dgm:cxn modelId="{01808083-EFF0-4855-97E2-7AA7970F8B41}" type="presParOf" srcId="{54656A61-9E5A-466B-A8F4-BDB7C2BBC6CE}" destId="{2C5F1402-AF98-4EF6-BBDB-E680A7B90643}" srcOrd="2" destOrd="0" presId="urn:microsoft.com/office/officeart/2016/7/layout/LinearArrowProcessNumbered"/>
    <dgm:cxn modelId="{D7DB19D4-228C-425E-B19D-EC38D77D3DC5}" type="presParOf" srcId="{54656A61-9E5A-466B-A8F4-BDB7C2BBC6CE}" destId="{8887924C-AF40-40C2-936B-13C335FFDB5E}" srcOrd="3" destOrd="0" presId="urn:microsoft.com/office/officeart/2016/7/layout/LinearArrowProcessNumbered"/>
    <dgm:cxn modelId="{30067403-E677-43E9-BA4B-7F6EFAE33FEA}" type="presParOf" srcId="{FA4F2851-E6CB-4652-8C6C-75D9454A8888}" destId="{5AF23A09-A3EE-4A1B-B0C1-D3549F03B627}" srcOrd="2" destOrd="0" presId="urn:microsoft.com/office/officeart/2016/7/layout/LinearArrowProcessNumbered"/>
    <dgm:cxn modelId="{02F89E7F-7645-4299-9CC8-4E497B2B5615}" type="presParOf" srcId="{7A799573-A421-45CF-B5A6-125850624A07}" destId="{EA7D1F98-B9A5-4983-9E40-A9E4ED88A817}" srcOrd="5" destOrd="0" presId="urn:microsoft.com/office/officeart/2016/7/layout/LinearArrowProcessNumbered"/>
    <dgm:cxn modelId="{B00CED84-2810-46AB-A3A7-34AE21E63706}" type="presParOf" srcId="{7A799573-A421-45CF-B5A6-125850624A07}" destId="{E0C53C88-1087-43DB-90C0-4964BD55CFA5}" srcOrd="6" destOrd="0" presId="urn:microsoft.com/office/officeart/2016/7/layout/LinearArrowProcessNumbered"/>
    <dgm:cxn modelId="{87FFD73F-3ADA-4A80-8FD6-9DE07253B389}" type="presParOf" srcId="{E0C53C88-1087-43DB-90C0-4964BD55CFA5}" destId="{23AE0D0C-68DF-4545-A815-4A4AC3E53B13}" srcOrd="0" destOrd="0" presId="urn:microsoft.com/office/officeart/2016/7/layout/LinearArrowProcessNumbered"/>
    <dgm:cxn modelId="{1DE7781C-FC01-4AD6-9753-E99D195A2FEF}" type="presParOf" srcId="{E0C53C88-1087-43DB-90C0-4964BD55CFA5}" destId="{08D2C2CB-B7A3-44C4-9C00-F903A23D79F5}" srcOrd="1" destOrd="0" presId="urn:microsoft.com/office/officeart/2016/7/layout/LinearArrowProcessNumbered"/>
    <dgm:cxn modelId="{8D22465E-8EC7-420C-99C0-721016689B5C}" type="presParOf" srcId="{08D2C2CB-B7A3-44C4-9C00-F903A23D79F5}" destId="{4F36BF54-BEBF-46EC-AFDD-475D3EF8EF8C}" srcOrd="0" destOrd="0" presId="urn:microsoft.com/office/officeart/2016/7/layout/LinearArrowProcessNumbered"/>
    <dgm:cxn modelId="{B9335595-7B84-42D1-9138-467C7A285B20}" type="presParOf" srcId="{08D2C2CB-B7A3-44C4-9C00-F903A23D79F5}" destId="{EA6E99DA-0A89-46F3-9DA1-97CFA6A55050}" srcOrd="1" destOrd="0" presId="urn:microsoft.com/office/officeart/2016/7/layout/LinearArrowProcessNumbered"/>
    <dgm:cxn modelId="{8FC2039F-F472-4860-92A0-F1982D9D6A6B}" type="presParOf" srcId="{08D2C2CB-B7A3-44C4-9C00-F903A23D79F5}" destId="{CB6AA0BE-CC75-4791-8099-59EDCF6BBDA9}" srcOrd="2" destOrd="0" presId="urn:microsoft.com/office/officeart/2016/7/layout/LinearArrowProcessNumbered"/>
    <dgm:cxn modelId="{4BCF4951-3E34-4345-BD45-469FACDDABC4}" type="presParOf" srcId="{08D2C2CB-B7A3-44C4-9C00-F903A23D79F5}" destId="{15872FA8-2491-4B56-BAF4-157FAA71A69F}" srcOrd="3" destOrd="0" presId="urn:microsoft.com/office/officeart/2016/7/layout/LinearArrowProcessNumbered"/>
    <dgm:cxn modelId="{B268D1C4-4081-489F-8BC2-3CE7EAE7C5B0}" type="presParOf" srcId="{E0C53C88-1087-43DB-90C0-4964BD55CFA5}" destId="{36503E63-88A7-45F2-824F-16D10F88FC73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8A97AB4-EF64-43C9-B823-A46DA817E28B}" type="doc">
      <dgm:prSet loTypeId="urn:microsoft.com/office/officeart/2005/8/layout/bProcess3" loCatId="process" qsTypeId="urn:microsoft.com/office/officeart/2005/8/quickstyle/simple3" qsCatId="simple" csTypeId="urn:microsoft.com/office/officeart/2005/8/colors/accent1_5" csCatId="accent1" phldr="1"/>
      <dgm:spPr/>
    </dgm:pt>
    <dgm:pt modelId="{01A3A1F9-9002-4473-A6C7-3C3B3EE80A1C}">
      <dgm:prSet phldrT="[Text]"/>
      <dgm:spPr/>
      <dgm:t>
        <a:bodyPr/>
        <a:lstStyle/>
        <a:p>
          <a:r>
            <a:rPr lang="en-US"/>
            <a:t>Scroll down to </a:t>
          </a:r>
          <a:r>
            <a:rPr lang="en-US" i="1"/>
            <a:t>Client Balance Schedule</a:t>
          </a:r>
        </a:p>
      </dgm:t>
    </dgm:pt>
    <dgm:pt modelId="{9BA45AD6-C996-45B7-9C05-9986BC9CB72B}" type="parTrans" cxnId="{663ECAAA-7657-4027-B312-4189DAFB79D3}">
      <dgm:prSet/>
      <dgm:spPr/>
      <dgm:t>
        <a:bodyPr/>
        <a:lstStyle/>
        <a:p>
          <a:endParaRPr lang="en-US"/>
        </a:p>
      </dgm:t>
    </dgm:pt>
    <dgm:pt modelId="{3C2D8DA8-E085-4965-AFAF-89C4463207FE}" type="sibTrans" cxnId="{663ECAAA-7657-4027-B312-4189DAFB79D3}">
      <dgm:prSet/>
      <dgm:spPr/>
      <dgm:t>
        <a:bodyPr/>
        <a:lstStyle/>
        <a:p>
          <a:endParaRPr lang="en-US"/>
        </a:p>
      </dgm:t>
    </dgm:pt>
    <dgm:pt modelId="{285AB2D5-2702-4CB5-A27A-41FC0ADDCDF7}">
      <dgm:prSet phldrT="[Text]"/>
      <dgm:spPr/>
      <dgm:t>
        <a:bodyPr/>
        <a:lstStyle/>
        <a:p>
          <a:r>
            <a:rPr lang="en-US"/>
            <a:t>Click </a:t>
          </a:r>
          <a:r>
            <a:rPr lang="en-US" i="1"/>
            <a:t>the Historical Balance Saved </a:t>
          </a:r>
          <a:r>
            <a:rPr lang="en-US"/>
            <a:t>tab and click </a:t>
          </a:r>
          <a:r>
            <a:rPr lang="en-US" i="1"/>
            <a:t>Save Balance</a:t>
          </a:r>
          <a:r>
            <a:rPr lang="en-US" i="0"/>
            <a:t> Button</a:t>
          </a:r>
          <a:endParaRPr lang="en-US"/>
        </a:p>
      </dgm:t>
    </dgm:pt>
    <dgm:pt modelId="{0684F2FF-755E-4E0E-B1BC-F5855A24FD0B}" type="parTrans" cxnId="{B00B9BC1-5501-4495-9E6D-303C6C38AE18}">
      <dgm:prSet/>
      <dgm:spPr/>
      <dgm:t>
        <a:bodyPr/>
        <a:lstStyle/>
        <a:p>
          <a:endParaRPr lang="en-US"/>
        </a:p>
      </dgm:t>
    </dgm:pt>
    <dgm:pt modelId="{C1C5F057-A856-47E5-B71C-8A7B8F51EB72}" type="sibTrans" cxnId="{B00B9BC1-5501-4495-9E6D-303C6C38AE18}">
      <dgm:prSet/>
      <dgm:spPr/>
      <dgm:t>
        <a:bodyPr/>
        <a:lstStyle/>
        <a:p>
          <a:endParaRPr lang="en-US"/>
        </a:p>
      </dgm:t>
    </dgm:pt>
    <dgm:pt modelId="{3A59C17E-34B5-4093-B3E6-71AF397F36A6}">
      <dgm:prSet phldrT="[Text]"/>
      <dgm:spPr/>
      <dgm:t>
        <a:bodyPr/>
        <a:lstStyle/>
        <a:p>
          <a:r>
            <a:rPr lang="en-US"/>
            <a:t>Click </a:t>
          </a:r>
          <a:r>
            <a:rPr lang="en-US" i="1"/>
            <a:t>DL Global Data &amp; Recalculate</a:t>
          </a:r>
          <a:endParaRPr lang="en-US"/>
        </a:p>
      </dgm:t>
    </dgm:pt>
    <dgm:pt modelId="{E19DB81C-959E-41D8-911C-1B9E61C324AB}" type="parTrans" cxnId="{F0C16135-3352-4AE3-AC88-091545513031}">
      <dgm:prSet/>
      <dgm:spPr/>
      <dgm:t>
        <a:bodyPr/>
        <a:lstStyle/>
        <a:p>
          <a:endParaRPr lang="en-US"/>
        </a:p>
      </dgm:t>
    </dgm:pt>
    <dgm:pt modelId="{7978E123-0667-41C2-B62F-B105A4596785}" type="sibTrans" cxnId="{F0C16135-3352-4AE3-AC88-091545513031}">
      <dgm:prSet/>
      <dgm:spPr/>
      <dgm:t>
        <a:bodyPr/>
        <a:lstStyle/>
        <a:p>
          <a:endParaRPr lang="en-US"/>
        </a:p>
      </dgm:t>
    </dgm:pt>
    <dgm:pt modelId="{040F74C0-0383-4297-8E4B-1209559B3377}">
      <dgm:prSet phldrT="[Text]"/>
      <dgm:spPr/>
      <dgm:t>
        <a:bodyPr/>
        <a:lstStyle/>
        <a:p>
          <a:r>
            <a:rPr lang="en-US"/>
            <a:t>Refresh and scroll through the </a:t>
          </a:r>
          <a:r>
            <a:rPr lang="en-US" i="1"/>
            <a:t>entire </a:t>
          </a:r>
          <a:r>
            <a:rPr lang="en-US" i="0"/>
            <a:t>calculator to ensure this change doesn’t negatively impact a settlement (at any time)</a:t>
          </a:r>
          <a:endParaRPr lang="en-US"/>
        </a:p>
      </dgm:t>
    </dgm:pt>
    <dgm:pt modelId="{E41D22AA-AEC7-420B-A9ED-75022740CC71}" type="parTrans" cxnId="{F085C9B8-6282-470F-952E-40920CBD7AFE}">
      <dgm:prSet/>
      <dgm:spPr/>
      <dgm:t>
        <a:bodyPr/>
        <a:lstStyle/>
        <a:p>
          <a:endParaRPr lang="en-US"/>
        </a:p>
      </dgm:t>
    </dgm:pt>
    <dgm:pt modelId="{37546FA5-B378-4634-B0AA-5E96AF13DD92}" type="sibTrans" cxnId="{F085C9B8-6282-470F-952E-40920CBD7AFE}">
      <dgm:prSet/>
      <dgm:spPr/>
      <dgm:t>
        <a:bodyPr/>
        <a:lstStyle/>
        <a:p>
          <a:endParaRPr lang="en-US"/>
        </a:p>
      </dgm:t>
    </dgm:pt>
    <dgm:pt modelId="{132AFBB6-80E3-4A1C-98E6-B2C8C31AFDBD}">
      <dgm:prSet phldrT="[Text]"/>
      <dgm:spPr/>
      <dgm:t>
        <a:bodyPr/>
        <a:lstStyle/>
        <a:p>
          <a:pPr rtl="0"/>
          <a:r>
            <a:rPr lang="en-US"/>
            <a:t>If settlements are affected </a:t>
          </a:r>
          <a:r>
            <a:rPr lang="en-US">
              <a:latin typeface="Calibri Light" panose="020F0302020204030204"/>
            </a:rPr>
            <a:t>advise client that settlement(s) will be impacted and attempt to do a minimum of a partial draft. </a:t>
          </a:r>
          <a:endParaRPr lang="en-US"/>
        </a:p>
        <a:p>
          <a:pPr rtl="0"/>
          <a:r>
            <a:rPr lang="en-US"/>
            <a:t>If no settlement</a:t>
          </a:r>
          <a:r>
            <a:rPr lang="en-US">
              <a:latin typeface="Calibri Light" panose="020F0302020204030204"/>
            </a:rPr>
            <a:t> </a:t>
          </a:r>
          <a:r>
            <a:rPr lang="en-US"/>
            <a:t> are affected, continue.</a:t>
          </a:r>
        </a:p>
      </dgm:t>
    </dgm:pt>
    <dgm:pt modelId="{6ED55057-1308-4E7E-9C60-9EA22D481C79}" type="parTrans" cxnId="{AB56B865-62AA-4B47-B348-A8AAF920B20A}">
      <dgm:prSet/>
      <dgm:spPr/>
      <dgm:t>
        <a:bodyPr/>
        <a:lstStyle/>
        <a:p>
          <a:endParaRPr lang="en-US"/>
        </a:p>
      </dgm:t>
    </dgm:pt>
    <dgm:pt modelId="{08D3B89B-C4E5-4851-B833-C83567E789B6}" type="sibTrans" cxnId="{AB56B865-62AA-4B47-B348-A8AAF920B20A}">
      <dgm:prSet/>
      <dgm:spPr/>
      <dgm:t>
        <a:bodyPr/>
        <a:lstStyle/>
        <a:p>
          <a:endParaRPr lang="en-US"/>
        </a:p>
      </dgm:t>
    </dgm:pt>
    <dgm:pt modelId="{F2EDD50E-390F-476F-91F9-11B7D02E5FBF}">
      <dgm:prSet phldrT="[Text]"/>
      <dgm:spPr/>
      <dgm:t>
        <a:bodyPr/>
        <a:lstStyle/>
        <a:p>
          <a:r>
            <a:rPr lang="en-US"/>
            <a:t>Obtain confirmation recording</a:t>
          </a:r>
        </a:p>
      </dgm:t>
    </dgm:pt>
    <dgm:pt modelId="{A22CF99A-EFBD-4659-85F7-1D60BF2B33C0}" type="parTrans" cxnId="{A0B8929E-B118-412F-9DBB-B59B611CF9D9}">
      <dgm:prSet/>
      <dgm:spPr/>
      <dgm:t>
        <a:bodyPr/>
        <a:lstStyle/>
        <a:p>
          <a:endParaRPr lang="en-US"/>
        </a:p>
      </dgm:t>
    </dgm:pt>
    <dgm:pt modelId="{9D3F846B-FB01-4563-8AAD-E98AFF1328F2}" type="sibTrans" cxnId="{A0B8929E-B118-412F-9DBB-B59B611CF9D9}">
      <dgm:prSet/>
      <dgm:spPr/>
      <dgm:t>
        <a:bodyPr/>
        <a:lstStyle/>
        <a:p>
          <a:endParaRPr lang="en-US"/>
        </a:p>
      </dgm:t>
    </dgm:pt>
    <dgm:pt modelId="{68BBBF76-213E-47E0-8839-A91E416A4F2B}">
      <dgm:prSet phldrT="[Text]"/>
      <dgm:spPr/>
      <dgm:t>
        <a:bodyPr/>
        <a:lstStyle/>
        <a:p>
          <a:r>
            <a:rPr lang="en-US"/>
            <a:t>Scroll to top of </a:t>
          </a:r>
          <a:r>
            <a:rPr lang="en-US" i="1"/>
            <a:t>Draft Changes</a:t>
          </a:r>
          <a:r>
            <a:rPr lang="en-US" i="0"/>
            <a:t> tab and re-select all drafts that are pending finalization</a:t>
          </a:r>
          <a:endParaRPr lang="en-US"/>
        </a:p>
      </dgm:t>
    </dgm:pt>
    <dgm:pt modelId="{82C6AAEB-8633-481D-91DA-8EE15C482E5F}" type="parTrans" cxnId="{BD34935B-6541-4628-8448-30D1BA69938D}">
      <dgm:prSet/>
      <dgm:spPr/>
      <dgm:t>
        <a:bodyPr/>
        <a:lstStyle/>
        <a:p>
          <a:endParaRPr lang="en-US"/>
        </a:p>
      </dgm:t>
    </dgm:pt>
    <dgm:pt modelId="{5445D35C-86F4-4DCF-9559-B9A633D769C1}" type="sibTrans" cxnId="{BD34935B-6541-4628-8448-30D1BA69938D}">
      <dgm:prSet/>
      <dgm:spPr/>
      <dgm:t>
        <a:bodyPr/>
        <a:lstStyle/>
        <a:p>
          <a:endParaRPr lang="en-US"/>
        </a:p>
      </dgm:t>
    </dgm:pt>
    <dgm:pt modelId="{862761CD-881F-40E6-8668-663C2123A1AA}">
      <dgm:prSet phldrT="[Text]"/>
      <dgm:spPr/>
      <dgm:t>
        <a:bodyPr/>
        <a:lstStyle/>
        <a:p>
          <a:r>
            <a:rPr lang="en-US"/>
            <a:t>Scroll back down to </a:t>
          </a:r>
          <a:r>
            <a:rPr lang="en-US" i="1"/>
            <a:t>Client Balance Schedule </a:t>
          </a:r>
          <a:r>
            <a:rPr lang="en-US" i="0"/>
            <a:t>and</a:t>
          </a:r>
          <a:r>
            <a:rPr lang="en-US" i="1"/>
            <a:t> </a:t>
          </a:r>
          <a:r>
            <a:rPr lang="en-US"/>
            <a:t>Click </a:t>
          </a:r>
          <a:r>
            <a:rPr lang="en-US" i="1"/>
            <a:t>DL Global Data &amp; Recalculate</a:t>
          </a:r>
          <a:endParaRPr lang="en-US"/>
        </a:p>
      </dgm:t>
    </dgm:pt>
    <dgm:pt modelId="{48DB4273-8814-4FA6-9C10-5605673AE3A0}" type="parTrans" cxnId="{7AA2251C-DE2A-4C3F-9A57-7AE5E81255B1}">
      <dgm:prSet/>
      <dgm:spPr/>
      <dgm:t>
        <a:bodyPr/>
        <a:lstStyle/>
        <a:p>
          <a:endParaRPr lang="en-US"/>
        </a:p>
      </dgm:t>
    </dgm:pt>
    <dgm:pt modelId="{FF854F45-A322-4BC2-A754-A5BF64C22883}" type="sibTrans" cxnId="{7AA2251C-DE2A-4C3F-9A57-7AE5E81255B1}">
      <dgm:prSet/>
      <dgm:spPr/>
      <dgm:t>
        <a:bodyPr/>
        <a:lstStyle/>
        <a:p>
          <a:endParaRPr lang="en-US"/>
        </a:p>
      </dgm:t>
    </dgm:pt>
    <dgm:pt modelId="{A6C27852-E378-4D8F-9981-190F190EC549}">
      <dgm:prSet phldrT="[Text]" custT="1"/>
      <dgm:spPr/>
      <dgm:t>
        <a:bodyPr/>
        <a:lstStyle/>
        <a:p>
          <a:r>
            <a:rPr lang="en-US" sz="1400"/>
            <a:t>Click </a:t>
          </a:r>
          <a:r>
            <a:rPr lang="en-US" sz="1400" b="1" i="1"/>
            <a:t>Finalize</a:t>
          </a:r>
          <a:endParaRPr lang="en-US" sz="1400" b="1"/>
        </a:p>
      </dgm:t>
    </dgm:pt>
    <dgm:pt modelId="{C0BAFDD1-220D-491D-9E0A-A9DD2318E99B}" type="parTrans" cxnId="{4926BB10-F117-4DF0-89C3-76A22F290035}">
      <dgm:prSet/>
      <dgm:spPr/>
      <dgm:t>
        <a:bodyPr/>
        <a:lstStyle/>
        <a:p>
          <a:endParaRPr lang="en-US"/>
        </a:p>
      </dgm:t>
    </dgm:pt>
    <dgm:pt modelId="{C165C2CF-AE81-4501-95C5-E0EDE4CEC2ED}" type="sibTrans" cxnId="{4926BB10-F117-4DF0-89C3-76A22F290035}">
      <dgm:prSet/>
      <dgm:spPr/>
      <dgm:t>
        <a:bodyPr/>
        <a:lstStyle/>
        <a:p>
          <a:endParaRPr lang="en-US"/>
        </a:p>
      </dgm:t>
    </dgm:pt>
    <dgm:pt modelId="{E5F1AB28-92F3-4792-A6B4-D08EE5BE9C6C}" type="pres">
      <dgm:prSet presAssocID="{08A97AB4-EF64-43C9-B823-A46DA817E28B}" presName="Name0" presStyleCnt="0">
        <dgm:presLayoutVars>
          <dgm:dir/>
          <dgm:resizeHandles val="exact"/>
        </dgm:presLayoutVars>
      </dgm:prSet>
      <dgm:spPr/>
    </dgm:pt>
    <dgm:pt modelId="{D836EBA2-0CF6-4E44-AF91-ACF6BC95B1D4}" type="pres">
      <dgm:prSet presAssocID="{01A3A1F9-9002-4473-A6C7-3C3B3EE80A1C}" presName="node" presStyleLbl="node1" presStyleIdx="0" presStyleCnt="9">
        <dgm:presLayoutVars>
          <dgm:bulletEnabled val="1"/>
        </dgm:presLayoutVars>
      </dgm:prSet>
      <dgm:spPr/>
    </dgm:pt>
    <dgm:pt modelId="{66069F58-B6F0-49C0-8086-36099B0D310A}" type="pres">
      <dgm:prSet presAssocID="{3C2D8DA8-E085-4965-AFAF-89C4463207FE}" presName="sibTrans" presStyleLbl="sibTrans1D1" presStyleIdx="0" presStyleCnt="8"/>
      <dgm:spPr/>
    </dgm:pt>
    <dgm:pt modelId="{564B60C2-7505-45D4-9816-B3509ABB47D0}" type="pres">
      <dgm:prSet presAssocID="{3C2D8DA8-E085-4965-AFAF-89C4463207FE}" presName="connectorText" presStyleLbl="sibTrans1D1" presStyleIdx="0" presStyleCnt="8"/>
      <dgm:spPr/>
    </dgm:pt>
    <dgm:pt modelId="{D1510DE2-3FBA-487D-BBAE-1481DCF633EF}" type="pres">
      <dgm:prSet presAssocID="{3A59C17E-34B5-4093-B3E6-71AF397F36A6}" presName="node" presStyleLbl="node1" presStyleIdx="1" presStyleCnt="9">
        <dgm:presLayoutVars>
          <dgm:bulletEnabled val="1"/>
        </dgm:presLayoutVars>
      </dgm:prSet>
      <dgm:spPr/>
    </dgm:pt>
    <dgm:pt modelId="{45741804-D320-45C9-88E0-D90B85AB232B}" type="pres">
      <dgm:prSet presAssocID="{7978E123-0667-41C2-B62F-B105A4596785}" presName="sibTrans" presStyleLbl="sibTrans1D1" presStyleIdx="1" presStyleCnt="8"/>
      <dgm:spPr/>
    </dgm:pt>
    <dgm:pt modelId="{1BF517AA-04D6-454D-BCA7-5EB192FD31D7}" type="pres">
      <dgm:prSet presAssocID="{7978E123-0667-41C2-B62F-B105A4596785}" presName="connectorText" presStyleLbl="sibTrans1D1" presStyleIdx="1" presStyleCnt="8"/>
      <dgm:spPr/>
    </dgm:pt>
    <dgm:pt modelId="{D1DC06E5-6F35-40B5-BAA9-AD132CB5F344}" type="pres">
      <dgm:prSet presAssocID="{040F74C0-0383-4297-8E4B-1209559B3377}" presName="node" presStyleLbl="node1" presStyleIdx="2" presStyleCnt="9">
        <dgm:presLayoutVars>
          <dgm:bulletEnabled val="1"/>
        </dgm:presLayoutVars>
      </dgm:prSet>
      <dgm:spPr/>
    </dgm:pt>
    <dgm:pt modelId="{720770B4-C3D9-488A-A542-625841AE2D25}" type="pres">
      <dgm:prSet presAssocID="{37546FA5-B378-4634-B0AA-5E96AF13DD92}" presName="sibTrans" presStyleLbl="sibTrans1D1" presStyleIdx="2" presStyleCnt="8"/>
      <dgm:spPr/>
    </dgm:pt>
    <dgm:pt modelId="{9D1D1D93-A628-4D98-AE24-3F000DB461FE}" type="pres">
      <dgm:prSet presAssocID="{37546FA5-B378-4634-B0AA-5E96AF13DD92}" presName="connectorText" presStyleLbl="sibTrans1D1" presStyleIdx="2" presStyleCnt="8"/>
      <dgm:spPr/>
    </dgm:pt>
    <dgm:pt modelId="{FCED55AB-2207-4B9C-88E8-39F0E32B1AE2}" type="pres">
      <dgm:prSet presAssocID="{132AFBB6-80E3-4A1C-98E6-B2C8C31AFDBD}" presName="node" presStyleLbl="node1" presStyleIdx="3" presStyleCnt="9">
        <dgm:presLayoutVars>
          <dgm:bulletEnabled val="1"/>
        </dgm:presLayoutVars>
      </dgm:prSet>
      <dgm:spPr/>
    </dgm:pt>
    <dgm:pt modelId="{565AB255-C34D-4143-A8AC-D7129747E132}" type="pres">
      <dgm:prSet presAssocID="{08D3B89B-C4E5-4851-B833-C83567E789B6}" presName="sibTrans" presStyleLbl="sibTrans1D1" presStyleIdx="3" presStyleCnt="8"/>
      <dgm:spPr/>
    </dgm:pt>
    <dgm:pt modelId="{4C896434-D341-4C9E-8AC0-EAB6CE2C895E}" type="pres">
      <dgm:prSet presAssocID="{08D3B89B-C4E5-4851-B833-C83567E789B6}" presName="connectorText" presStyleLbl="sibTrans1D1" presStyleIdx="3" presStyleCnt="8"/>
      <dgm:spPr/>
    </dgm:pt>
    <dgm:pt modelId="{E2073B5F-0501-433F-8E82-0BEC2C6843DB}" type="pres">
      <dgm:prSet presAssocID="{F2EDD50E-390F-476F-91F9-11B7D02E5FBF}" presName="node" presStyleLbl="node1" presStyleIdx="4" presStyleCnt="9">
        <dgm:presLayoutVars>
          <dgm:bulletEnabled val="1"/>
        </dgm:presLayoutVars>
      </dgm:prSet>
      <dgm:spPr/>
    </dgm:pt>
    <dgm:pt modelId="{A5641791-897D-45A8-9D17-EA22BB71846B}" type="pres">
      <dgm:prSet presAssocID="{9D3F846B-FB01-4563-8AAD-E98AFF1328F2}" presName="sibTrans" presStyleLbl="sibTrans1D1" presStyleIdx="4" presStyleCnt="8"/>
      <dgm:spPr/>
    </dgm:pt>
    <dgm:pt modelId="{8D21B20C-ACE3-4CC0-9F3D-4D10C50BBBC9}" type="pres">
      <dgm:prSet presAssocID="{9D3F846B-FB01-4563-8AAD-E98AFF1328F2}" presName="connectorText" presStyleLbl="sibTrans1D1" presStyleIdx="4" presStyleCnt="8"/>
      <dgm:spPr/>
    </dgm:pt>
    <dgm:pt modelId="{86FCF781-E638-4B0B-83E8-83B9A1DC872D}" type="pres">
      <dgm:prSet presAssocID="{68BBBF76-213E-47E0-8839-A91E416A4F2B}" presName="node" presStyleLbl="node1" presStyleIdx="5" presStyleCnt="9">
        <dgm:presLayoutVars>
          <dgm:bulletEnabled val="1"/>
        </dgm:presLayoutVars>
      </dgm:prSet>
      <dgm:spPr/>
    </dgm:pt>
    <dgm:pt modelId="{93D49E40-E03C-4670-9D7E-63C35BB9497D}" type="pres">
      <dgm:prSet presAssocID="{5445D35C-86F4-4DCF-9559-B9A633D769C1}" presName="sibTrans" presStyleLbl="sibTrans1D1" presStyleIdx="5" presStyleCnt="8"/>
      <dgm:spPr/>
    </dgm:pt>
    <dgm:pt modelId="{C2772ECC-AAE9-4832-8B03-099D09B24A38}" type="pres">
      <dgm:prSet presAssocID="{5445D35C-86F4-4DCF-9559-B9A633D769C1}" presName="connectorText" presStyleLbl="sibTrans1D1" presStyleIdx="5" presStyleCnt="8"/>
      <dgm:spPr/>
    </dgm:pt>
    <dgm:pt modelId="{AA0BF81D-DFA6-4B6F-8764-2232556FB71B}" type="pres">
      <dgm:prSet presAssocID="{A6C27852-E378-4D8F-9981-190F190EC549}" presName="node" presStyleLbl="node1" presStyleIdx="6" presStyleCnt="9">
        <dgm:presLayoutVars>
          <dgm:bulletEnabled val="1"/>
        </dgm:presLayoutVars>
      </dgm:prSet>
      <dgm:spPr/>
    </dgm:pt>
    <dgm:pt modelId="{02FA3688-0D6C-47E2-BC6E-B08B2084684A}" type="pres">
      <dgm:prSet presAssocID="{C165C2CF-AE81-4501-95C5-E0EDE4CEC2ED}" presName="sibTrans" presStyleLbl="sibTrans1D1" presStyleIdx="6" presStyleCnt="8"/>
      <dgm:spPr/>
    </dgm:pt>
    <dgm:pt modelId="{3F2B4AC5-426A-4653-AFF9-E7C23591490F}" type="pres">
      <dgm:prSet presAssocID="{C165C2CF-AE81-4501-95C5-E0EDE4CEC2ED}" presName="connectorText" presStyleLbl="sibTrans1D1" presStyleIdx="6" presStyleCnt="8"/>
      <dgm:spPr/>
    </dgm:pt>
    <dgm:pt modelId="{CFDB097A-4CED-4779-98CD-71B9AB53F3A7}" type="pres">
      <dgm:prSet presAssocID="{862761CD-881F-40E6-8668-663C2123A1AA}" presName="node" presStyleLbl="node1" presStyleIdx="7" presStyleCnt="9">
        <dgm:presLayoutVars>
          <dgm:bulletEnabled val="1"/>
        </dgm:presLayoutVars>
      </dgm:prSet>
      <dgm:spPr/>
    </dgm:pt>
    <dgm:pt modelId="{F103A830-4D71-47B4-9801-73BB7BE23CD0}" type="pres">
      <dgm:prSet presAssocID="{FF854F45-A322-4BC2-A754-A5BF64C22883}" presName="sibTrans" presStyleLbl="sibTrans1D1" presStyleIdx="7" presStyleCnt="8"/>
      <dgm:spPr/>
    </dgm:pt>
    <dgm:pt modelId="{3BD92AAC-E83E-4074-813E-F327E987C4A6}" type="pres">
      <dgm:prSet presAssocID="{FF854F45-A322-4BC2-A754-A5BF64C22883}" presName="connectorText" presStyleLbl="sibTrans1D1" presStyleIdx="7" presStyleCnt="8"/>
      <dgm:spPr/>
    </dgm:pt>
    <dgm:pt modelId="{9324F130-E838-4B2D-B839-A59B3AEF10F2}" type="pres">
      <dgm:prSet presAssocID="{285AB2D5-2702-4CB5-A27A-41FC0ADDCDF7}" presName="node" presStyleLbl="node1" presStyleIdx="8" presStyleCnt="9">
        <dgm:presLayoutVars>
          <dgm:bulletEnabled val="1"/>
        </dgm:presLayoutVars>
      </dgm:prSet>
      <dgm:spPr/>
    </dgm:pt>
  </dgm:ptLst>
  <dgm:cxnLst>
    <dgm:cxn modelId="{4926BB10-F117-4DF0-89C3-76A22F290035}" srcId="{08A97AB4-EF64-43C9-B823-A46DA817E28B}" destId="{A6C27852-E378-4D8F-9981-190F190EC549}" srcOrd="6" destOrd="0" parTransId="{C0BAFDD1-220D-491D-9E0A-A9DD2318E99B}" sibTransId="{C165C2CF-AE81-4501-95C5-E0EDE4CEC2ED}"/>
    <dgm:cxn modelId="{76395817-2E7C-48F8-B447-9AC10C3FAC1B}" type="presOf" srcId="{C165C2CF-AE81-4501-95C5-E0EDE4CEC2ED}" destId="{3F2B4AC5-426A-4653-AFF9-E7C23591490F}" srcOrd="1" destOrd="0" presId="urn:microsoft.com/office/officeart/2005/8/layout/bProcess3"/>
    <dgm:cxn modelId="{7AA2251C-DE2A-4C3F-9A57-7AE5E81255B1}" srcId="{08A97AB4-EF64-43C9-B823-A46DA817E28B}" destId="{862761CD-881F-40E6-8668-663C2123A1AA}" srcOrd="7" destOrd="0" parTransId="{48DB4273-8814-4FA6-9C10-5605673AE3A0}" sibTransId="{FF854F45-A322-4BC2-A754-A5BF64C22883}"/>
    <dgm:cxn modelId="{0185081F-F6E3-4B57-9DC1-89D2FF9E9833}" type="presOf" srcId="{68BBBF76-213E-47E0-8839-A91E416A4F2B}" destId="{86FCF781-E638-4B0B-83E8-83B9A1DC872D}" srcOrd="0" destOrd="0" presId="urn:microsoft.com/office/officeart/2005/8/layout/bProcess3"/>
    <dgm:cxn modelId="{C8AC1721-5AEF-4E14-93F1-A61F325F7216}" type="presOf" srcId="{5445D35C-86F4-4DCF-9559-B9A633D769C1}" destId="{93D49E40-E03C-4670-9D7E-63C35BB9497D}" srcOrd="0" destOrd="0" presId="urn:microsoft.com/office/officeart/2005/8/layout/bProcess3"/>
    <dgm:cxn modelId="{F0C16135-3352-4AE3-AC88-091545513031}" srcId="{08A97AB4-EF64-43C9-B823-A46DA817E28B}" destId="{3A59C17E-34B5-4093-B3E6-71AF397F36A6}" srcOrd="1" destOrd="0" parTransId="{E19DB81C-959E-41D8-911C-1B9E61C324AB}" sibTransId="{7978E123-0667-41C2-B62F-B105A4596785}"/>
    <dgm:cxn modelId="{E8054B3A-8CC8-4B90-A67C-3C1EBE91393C}" type="presOf" srcId="{862761CD-881F-40E6-8668-663C2123A1AA}" destId="{CFDB097A-4CED-4779-98CD-71B9AB53F3A7}" srcOrd="0" destOrd="0" presId="urn:microsoft.com/office/officeart/2005/8/layout/bProcess3"/>
    <dgm:cxn modelId="{42CCFE3B-C562-49F2-B6D3-CA8D56FAEB25}" type="presOf" srcId="{01A3A1F9-9002-4473-A6C7-3C3B3EE80A1C}" destId="{D836EBA2-0CF6-4E44-AF91-ACF6BC95B1D4}" srcOrd="0" destOrd="0" presId="urn:microsoft.com/office/officeart/2005/8/layout/bProcess3"/>
    <dgm:cxn modelId="{DD081340-EA7E-42E0-8D28-59ED07C865F9}" type="presOf" srcId="{37546FA5-B378-4634-B0AA-5E96AF13DD92}" destId="{720770B4-C3D9-488A-A542-625841AE2D25}" srcOrd="0" destOrd="0" presId="urn:microsoft.com/office/officeart/2005/8/layout/bProcess3"/>
    <dgm:cxn modelId="{BD34935B-6541-4628-8448-30D1BA69938D}" srcId="{08A97AB4-EF64-43C9-B823-A46DA817E28B}" destId="{68BBBF76-213E-47E0-8839-A91E416A4F2B}" srcOrd="5" destOrd="0" parTransId="{82C6AAEB-8633-481D-91DA-8EE15C482E5F}" sibTransId="{5445D35C-86F4-4DCF-9559-B9A633D769C1}"/>
    <dgm:cxn modelId="{88E9F241-C5C7-4F10-87F0-FABBE2861A76}" type="presOf" srcId="{285AB2D5-2702-4CB5-A27A-41FC0ADDCDF7}" destId="{9324F130-E838-4B2D-B839-A59B3AEF10F2}" srcOrd="0" destOrd="0" presId="urn:microsoft.com/office/officeart/2005/8/layout/bProcess3"/>
    <dgm:cxn modelId="{AB56B865-62AA-4B47-B348-A8AAF920B20A}" srcId="{08A97AB4-EF64-43C9-B823-A46DA817E28B}" destId="{132AFBB6-80E3-4A1C-98E6-B2C8C31AFDBD}" srcOrd="3" destOrd="0" parTransId="{6ED55057-1308-4E7E-9C60-9EA22D481C79}" sibTransId="{08D3B89B-C4E5-4851-B833-C83567E789B6}"/>
    <dgm:cxn modelId="{B887C046-7DA7-4A5B-8A7D-C1FEAA9E835C}" type="presOf" srcId="{C165C2CF-AE81-4501-95C5-E0EDE4CEC2ED}" destId="{02FA3688-0D6C-47E2-BC6E-B08B2084684A}" srcOrd="0" destOrd="0" presId="urn:microsoft.com/office/officeart/2005/8/layout/bProcess3"/>
    <dgm:cxn modelId="{B1BC3049-E854-4953-8121-FFCCCCEA81CD}" type="presOf" srcId="{3C2D8DA8-E085-4965-AFAF-89C4463207FE}" destId="{564B60C2-7505-45D4-9816-B3509ABB47D0}" srcOrd="1" destOrd="0" presId="urn:microsoft.com/office/officeart/2005/8/layout/bProcess3"/>
    <dgm:cxn modelId="{5B2F8F4A-9BB7-4F33-BC4A-BBFCD3CBA048}" type="presOf" srcId="{08D3B89B-C4E5-4851-B833-C83567E789B6}" destId="{565AB255-C34D-4143-A8AC-D7129747E132}" srcOrd="0" destOrd="0" presId="urn:microsoft.com/office/officeart/2005/8/layout/bProcess3"/>
    <dgm:cxn modelId="{4F601F5A-4A0F-44B6-A320-0BA8A02C3A50}" type="presOf" srcId="{7978E123-0667-41C2-B62F-B105A4596785}" destId="{1BF517AA-04D6-454D-BCA7-5EB192FD31D7}" srcOrd="1" destOrd="0" presId="urn:microsoft.com/office/officeart/2005/8/layout/bProcess3"/>
    <dgm:cxn modelId="{6D4E4282-302E-4E87-BF03-A914471D39A1}" type="presOf" srcId="{3A59C17E-34B5-4093-B3E6-71AF397F36A6}" destId="{D1510DE2-3FBA-487D-BBAE-1481DCF633EF}" srcOrd="0" destOrd="0" presId="urn:microsoft.com/office/officeart/2005/8/layout/bProcess3"/>
    <dgm:cxn modelId="{EB6FB282-7B2E-4F2A-AAC7-5591B83DADB8}" type="presOf" srcId="{08A97AB4-EF64-43C9-B823-A46DA817E28B}" destId="{E5F1AB28-92F3-4792-A6B4-D08EE5BE9C6C}" srcOrd="0" destOrd="0" presId="urn:microsoft.com/office/officeart/2005/8/layout/bProcess3"/>
    <dgm:cxn modelId="{68720284-B1EE-439C-A5C4-0E7B82E54A2C}" type="presOf" srcId="{7978E123-0667-41C2-B62F-B105A4596785}" destId="{45741804-D320-45C9-88E0-D90B85AB232B}" srcOrd="0" destOrd="0" presId="urn:microsoft.com/office/officeart/2005/8/layout/bProcess3"/>
    <dgm:cxn modelId="{DEAB6C84-DC8D-4DD6-9155-DC68DDA54A05}" type="presOf" srcId="{132AFBB6-80E3-4A1C-98E6-B2C8C31AFDBD}" destId="{FCED55AB-2207-4B9C-88E8-39F0E32B1AE2}" srcOrd="0" destOrd="0" presId="urn:microsoft.com/office/officeart/2005/8/layout/bProcess3"/>
    <dgm:cxn modelId="{9A996F84-C9B2-4F60-BDE8-448B00E0C35E}" type="presOf" srcId="{FF854F45-A322-4BC2-A754-A5BF64C22883}" destId="{3BD92AAC-E83E-4074-813E-F327E987C4A6}" srcOrd="1" destOrd="0" presId="urn:microsoft.com/office/officeart/2005/8/layout/bProcess3"/>
    <dgm:cxn modelId="{D1E8EA8D-F369-4659-AEEA-38BFDB29C08B}" type="presOf" srcId="{3C2D8DA8-E085-4965-AFAF-89C4463207FE}" destId="{66069F58-B6F0-49C0-8086-36099B0D310A}" srcOrd="0" destOrd="0" presId="urn:microsoft.com/office/officeart/2005/8/layout/bProcess3"/>
    <dgm:cxn modelId="{6D99FB8F-CE78-4781-8682-909C8562A081}" type="presOf" srcId="{5445D35C-86F4-4DCF-9559-B9A633D769C1}" destId="{C2772ECC-AAE9-4832-8B03-099D09B24A38}" srcOrd="1" destOrd="0" presId="urn:microsoft.com/office/officeart/2005/8/layout/bProcess3"/>
    <dgm:cxn modelId="{62DE509C-F11C-4D93-B78E-56D5A04B3471}" type="presOf" srcId="{9D3F846B-FB01-4563-8AAD-E98AFF1328F2}" destId="{A5641791-897D-45A8-9D17-EA22BB71846B}" srcOrd="0" destOrd="0" presId="urn:microsoft.com/office/officeart/2005/8/layout/bProcess3"/>
    <dgm:cxn modelId="{5BBF739E-A58A-4A14-B81E-033228E6F654}" type="presOf" srcId="{040F74C0-0383-4297-8E4B-1209559B3377}" destId="{D1DC06E5-6F35-40B5-BAA9-AD132CB5F344}" srcOrd="0" destOrd="0" presId="urn:microsoft.com/office/officeart/2005/8/layout/bProcess3"/>
    <dgm:cxn modelId="{A0B8929E-B118-412F-9DBB-B59B611CF9D9}" srcId="{08A97AB4-EF64-43C9-B823-A46DA817E28B}" destId="{F2EDD50E-390F-476F-91F9-11B7D02E5FBF}" srcOrd="4" destOrd="0" parTransId="{A22CF99A-EFBD-4659-85F7-1D60BF2B33C0}" sibTransId="{9D3F846B-FB01-4563-8AAD-E98AFF1328F2}"/>
    <dgm:cxn modelId="{663ECAAA-7657-4027-B312-4189DAFB79D3}" srcId="{08A97AB4-EF64-43C9-B823-A46DA817E28B}" destId="{01A3A1F9-9002-4473-A6C7-3C3B3EE80A1C}" srcOrd="0" destOrd="0" parTransId="{9BA45AD6-C996-45B7-9C05-9986BC9CB72B}" sibTransId="{3C2D8DA8-E085-4965-AFAF-89C4463207FE}"/>
    <dgm:cxn modelId="{6AF91DB5-56EC-4C3F-B04B-4855E1F4B68B}" type="presOf" srcId="{9D3F846B-FB01-4563-8AAD-E98AFF1328F2}" destId="{8D21B20C-ACE3-4CC0-9F3D-4D10C50BBBC9}" srcOrd="1" destOrd="0" presId="urn:microsoft.com/office/officeart/2005/8/layout/bProcess3"/>
    <dgm:cxn modelId="{F085C9B8-6282-470F-952E-40920CBD7AFE}" srcId="{08A97AB4-EF64-43C9-B823-A46DA817E28B}" destId="{040F74C0-0383-4297-8E4B-1209559B3377}" srcOrd="2" destOrd="0" parTransId="{E41D22AA-AEC7-420B-A9ED-75022740CC71}" sibTransId="{37546FA5-B378-4634-B0AA-5E96AF13DD92}"/>
    <dgm:cxn modelId="{B00B9BC1-5501-4495-9E6D-303C6C38AE18}" srcId="{08A97AB4-EF64-43C9-B823-A46DA817E28B}" destId="{285AB2D5-2702-4CB5-A27A-41FC0ADDCDF7}" srcOrd="8" destOrd="0" parTransId="{0684F2FF-755E-4E0E-B1BC-F5855A24FD0B}" sibTransId="{C1C5F057-A856-47E5-B71C-8A7B8F51EB72}"/>
    <dgm:cxn modelId="{F8E93EC6-8FDF-4284-9078-0A4199E317F8}" type="presOf" srcId="{F2EDD50E-390F-476F-91F9-11B7D02E5FBF}" destId="{E2073B5F-0501-433F-8E82-0BEC2C6843DB}" srcOrd="0" destOrd="0" presId="urn:microsoft.com/office/officeart/2005/8/layout/bProcess3"/>
    <dgm:cxn modelId="{82DE4DE9-54AC-491A-95B6-05DF982E7856}" type="presOf" srcId="{A6C27852-E378-4D8F-9981-190F190EC549}" destId="{AA0BF81D-DFA6-4B6F-8764-2232556FB71B}" srcOrd="0" destOrd="0" presId="urn:microsoft.com/office/officeart/2005/8/layout/bProcess3"/>
    <dgm:cxn modelId="{DB9253EC-4CFA-492B-BDB0-1F73AFEF6161}" type="presOf" srcId="{37546FA5-B378-4634-B0AA-5E96AF13DD92}" destId="{9D1D1D93-A628-4D98-AE24-3F000DB461FE}" srcOrd="1" destOrd="0" presId="urn:microsoft.com/office/officeart/2005/8/layout/bProcess3"/>
    <dgm:cxn modelId="{DE9A75EE-0508-4374-8DF3-9BA240EF5BBF}" type="presOf" srcId="{FF854F45-A322-4BC2-A754-A5BF64C22883}" destId="{F103A830-4D71-47B4-9801-73BB7BE23CD0}" srcOrd="0" destOrd="0" presId="urn:microsoft.com/office/officeart/2005/8/layout/bProcess3"/>
    <dgm:cxn modelId="{632C6FF3-3D3B-4FF6-843C-ADE7C0C12B26}" type="presOf" srcId="{08D3B89B-C4E5-4851-B833-C83567E789B6}" destId="{4C896434-D341-4C9E-8AC0-EAB6CE2C895E}" srcOrd="1" destOrd="0" presId="urn:microsoft.com/office/officeart/2005/8/layout/bProcess3"/>
    <dgm:cxn modelId="{7973FFBE-FE5A-4AFA-9894-EEFF7E33B056}" type="presParOf" srcId="{E5F1AB28-92F3-4792-A6B4-D08EE5BE9C6C}" destId="{D836EBA2-0CF6-4E44-AF91-ACF6BC95B1D4}" srcOrd="0" destOrd="0" presId="urn:microsoft.com/office/officeart/2005/8/layout/bProcess3"/>
    <dgm:cxn modelId="{EBD4FEDD-B53F-4E15-9052-3066E590C08C}" type="presParOf" srcId="{E5F1AB28-92F3-4792-A6B4-D08EE5BE9C6C}" destId="{66069F58-B6F0-49C0-8086-36099B0D310A}" srcOrd="1" destOrd="0" presId="urn:microsoft.com/office/officeart/2005/8/layout/bProcess3"/>
    <dgm:cxn modelId="{A9B82BDB-79A2-40C4-8C03-7A5960A6A575}" type="presParOf" srcId="{66069F58-B6F0-49C0-8086-36099B0D310A}" destId="{564B60C2-7505-45D4-9816-B3509ABB47D0}" srcOrd="0" destOrd="0" presId="urn:microsoft.com/office/officeart/2005/8/layout/bProcess3"/>
    <dgm:cxn modelId="{B4D4FACE-A6DD-4490-BD25-9ABDAE583974}" type="presParOf" srcId="{E5F1AB28-92F3-4792-A6B4-D08EE5BE9C6C}" destId="{D1510DE2-3FBA-487D-BBAE-1481DCF633EF}" srcOrd="2" destOrd="0" presId="urn:microsoft.com/office/officeart/2005/8/layout/bProcess3"/>
    <dgm:cxn modelId="{9648F340-EA54-4735-BAA8-50F20CC03E33}" type="presParOf" srcId="{E5F1AB28-92F3-4792-A6B4-D08EE5BE9C6C}" destId="{45741804-D320-45C9-88E0-D90B85AB232B}" srcOrd="3" destOrd="0" presId="urn:microsoft.com/office/officeart/2005/8/layout/bProcess3"/>
    <dgm:cxn modelId="{3D4D42A4-0A8C-4E13-89EE-FE6A3B475C1A}" type="presParOf" srcId="{45741804-D320-45C9-88E0-D90B85AB232B}" destId="{1BF517AA-04D6-454D-BCA7-5EB192FD31D7}" srcOrd="0" destOrd="0" presId="urn:microsoft.com/office/officeart/2005/8/layout/bProcess3"/>
    <dgm:cxn modelId="{9885A62F-E58B-4F7C-A870-E86BDE356905}" type="presParOf" srcId="{E5F1AB28-92F3-4792-A6B4-D08EE5BE9C6C}" destId="{D1DC06E5-6F35-40B5-BAA9-AD132CB5F344}" srcOrd="4" destOrd="0" presId="urn:microsoft.com/office/officeart/2005/8/layout/bProcess3"/>
    <dgm:cxn modelId="{F3D7EB67-E61B-4C3C-9C5D-08689F32E3A8}" type="presParOf" srcId="{E5F1AB28-92F3-4792-A6B4-D08EE5BE9C6C}" destId="{720770B4-C3D9-488A-A542-625841AE2D25}" srcOrd="5" destOrd="0" presId="urn:microsoft.com/office/officeart/2005/8/layout/bProcess3"/>
    <dgm:cxn modelId="{9F1A8A80-3A63-4A90-8C80-CB17AA5FD260}" type="presParOf" srcId="{720770B4-C3D9-488A-A542-625841AE2D25}" destId="{9D1D1D93-A628-4D98-AE24-3F000DB461FE}" srcOrd="0" destOrd="0" presId="urn:microsoft.com/office/officeart/2005/8/layout/bProcess3"/>
    <dgm:cxn modelId="{221C636E-E1B5-45AB-9FDD-264E88A6A6A6}" type="presParOf" srcId="{E5F1AB28-92F3-4792-A6B4-D08EE5BE9C6C}" destId="{FCED55AB-2207-4B9C-88E8-39F0E32B1AE2}" srcOrd="6" destOrd="0" presId="urn:microsoft.com/office/officeart/2005/8/layout/bProcess3"/>
    <dgm:cxn modelId="{A36C83EF-0E61-41DE-9D8C-624A6D581EA5}" type="presParOf" srcId="{E5F1AB28-92F3-4792-A6B4-D08EE5BE9C6C}" destId="{565AB255-C34D-4143-A8AC-D7129747E132}" srcOrd="7" destOrd="0" presId="urn:microsoft.com/office/officeart/2005/8/layout/bProcess3"/>
    <dgm:cxn modelId="{589C3818-BAAE-43F0-B23F-AEE031FB3BDE}" type="presParOf" srcId="{565AB255-C34D-4143-A8AC-D7129747E132}" destId="{4C896434-D341-4C9E-8AC0-EAB6CE2C895E}" srcOrd="0" destOrd="0" presId="urn:microsoft.com/office/officeart/2005/8/layout/bProcess3"/>
    <dgm:cxn modelId="{7361286E-2F9C-43FF-919F-03FFF530823C}" type="presParOf" srcId="{E5F1AB28-92F3-4792-A6B4-D08EE5BE9C6C}" destId="{E2073B5F-0501-433F-8E82-0BEC2C6843DB}" srcOrd="8" destOrd="0" presId="urn:microsoft.com/office/officeart/2005/8/layout/bProcess3"/>
    <dgm:cxn modelId="{F58BBA69-C6FE-4716-9379-E58051F3D7CD}" type="presParOf" srcId="{E5F1AB28-92F3-4792-A6B4-D08EE5BE9C6C}" destId="{A5641791-897D-45A8-9D17-EA22BB71846B}" srcOrd="9" destOrd="0" presId="urn:microsoft.com/office/officeart/2005/8/layout/bProcess3"/>
    <dgm:cxn modelId="{CEE52474-189E-4C90-9F20-ADD1A1C122A5}" type="presParOf" srcId="{A5641791-897D-45A8-9D17-EA22BB71846B}" destId="{8D21B20C-ACE3-4CC0-9F3D-4D10C50BBBC9}" srcOrd="0" destOrd="0" presId="urn:microsoft.com/office/officeart/2005/8/layout/bProcess3"/>
    <dgm:cxn modelId="{23474231-C2C9-419D-923F-7A966FDEF477}" type="presParOf" srcId="{E5F1AB28-92F3-4792-A6B4-D08EE5BE9C6C}" destId="{86FCF781-E638-4B0B-83E8-83B9A1DC872D}" srcOrd="10" destOrd="0" presId="urn:microsoft.com/office/officeart/2005/8/layout/bProcess3"/>
    <dgm:cxn modelId="{F149D937-4325-46C0-AC2E-096FEBE656B9}" type="presParOf" srcId="{E5F1AB28-92F3-4792-A6B4-D08EE5BE9C6C}" destId="{93D49E40-E03C-4670-9D7E-63C35BB9497D}" srcOrd="11" destOrd="0" presId="urn:microsoft.com/office/officeart/2005/8/layout/bProcess3"/>
    <dgm:cxn modelId="{65F7E5AB-3FE6-43BE-88E0-F887F591556C}" type="presParOf" srcId="{93D49E40-E03C-4670-9D7E-63C35BB9497D}" destId="{C2772ECC-AAE9-4832-8B03-099D09B24A38}" srcOrd="0" destOrd="0" presId="urn:microsoft.com/office/officeart/2005/8/layout/bProcess3"/>
    <dgm:cxn modelId="{CB4D43EA-752A-4F64-BCF0-23076F618F82}" type="presParOf" srcId="{E5F1AB28-92F3-4792-A6B4-D08EE5BE9C6C}" destId="{AA0BF81D-DFA6-4B6F-8764-2232556FB71B}" srcOrd="12" destOrd="0" presId="urn:microsoft.com/office/officeart/2005/8/layout/bProcess3"/>
    <dgm:cxn modelId="{9FA3E55F-9709-4717-95F4-B8F05D0FF518}" type="presParOf" srcId="{E5F1AB28-92F3-4792-A6B4-D08EE5BE9C6C}" destId="{02FA3688-0D6C-47E2-BC6E-B08B2084684A}" srcOrd="13" destOrd="0" presId="urn:microsoft.com/office/officeart/2005/8/layout/bProcess3"/>
    <dgm:cxn modelId="{7D84688B-B378-4707-B9E5-179F0A0A424D}" type="presParOf" srcId="{02FA3688-0D6C-47E2-BC6E-B08B2084684A}" destId="{3F2B4AC5-426A-4653-AFF9-E7C23591490F}" srcOrd="0" destOrd="0" presId="urn:microsoft.com/office/officeart/2005/8/layout/bProcess3"/>
    <dgm:cxn modelId="{741012B2-E29A-4CEC-99FD-6C7F66B2A1FB}" type="presParOf" srcId="{E5F1AB28-92F3-4792-A6B4-D08EE5BE9C6C}" destId="{CFDB097A-4CED-4779-98CD-71B9AB53F3A7}" srcOrd="14" destOrd="0" presId="urn:microsoft.com/office/officeart/2005/8/layout/bProcess3"/>
    <dgm:cxn modelId="{DBEB1339-EE5D-4002-95EA-AE8E4E16A470}" type="presParOf" srcId="{E5F1AB28-92F3-4792-A6B4-D08EE5BE9C6C}" destId="{F103A830-4D71-47B4-9801-73BB7BE23CD0}" srcOrd="15" destOrd="0" presId="urn:microsoft.com/office/officeart/2005/8/layout/bProcess3"/>
    <dgm:cxn modelId="{492831BA-8A8F-4540-A15D-1495CA3A60DD}" type="presParOf" srcId="{F103A830-4D71-47B4-9801-73BB7BE23CD0}" destId="{3BD92AAC-E83E-4074-813E-F327E987C4A6}" srcOrd="0" destOrd="0" presId="urn:microsoft.com/office/officeart/2005/8/layout/bProcess3"/>
    <dgm:cxn modelId="{474459E7-2B36-485E-A2C7-9BA6A5EB8137}" type="presParOf" srcId="{E5F1AB28-92F3-4792-A6B4-D08EE5BE9C6C}" destId="{9324F130-E838-4B2D-B839-A59B3AEF10F2}" srcOrd="16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0CA31B-58B8-4540-B9A6-A77EB62B1E00}">
      <dsp:nvSpPr>
        <dsp:cNvPr id="0" name=""/>
        <dsp:cNvSpPr/>
      </dsp:nvSpPr>
      <dsp:spPr>
        <a:xfrm>
          <a:off x="0" y="568206"/>
          <a:ext cx="8979368" cy="874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6899" tIns="312420" rIns="696899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If yes, continue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If no, create a new SPAA</a:t>
          </a:r>
        </a:p>
      </dsp:txBody>
      <dsp:txXfrm>
        <a:off x="0" y="568206"/>
        <a:ext cx="8979368" cy="874125"/>
      </dsp:txXfrm>
    </dsp:sp>
    <dsp:sp modelId="{950798E0-E25D-47AA-A05B-DF080790821B}">
      <dsp:nvSpPr>
        <dsp:cNvPr id="0" name=""/>
        <dsp:cNvSpPr/>
      </dsp:nvSpPr>
      <dsp:spPr>
        <a:xfrm>
          <a:off x="448968" y="346806"/>
          <a:ext cx="6285557" cy="44280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7579" tIns="0" rIns="23757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Confirm that drafts will process</a:t>
          </a:r>
        </a:p>
      </dsp:txBody>
      <dsp:txXfrm>
        <a:off x="470584" y="368422"/>
        <a:ext cx="6242325" cy="399568"/>
      </dsp:txXfrm>
    </dsp:sp>
    <dsp:sp modelId="{01026024-425C-4202-9D8F-5BE712693E16}">
      <dsp:nvSpPr>
        <dsp:cNvPr id="0" name=""/>
        <dsp:cNvSpPr/>
      </dsp:nvSpPr>
      <dsp:spPr>
        <a:xfrm>
          <a:off x="0" y="1744731"/>
          <a:ext cx="8979368" cy="1086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6899" tIns="312420" rIns="696899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If yes, go to </a:t>
          </a:r>
          <a:r>
            <a:rPr lang="en-US" sz="1500" i="1" kern="1200"/>
            <a:t>Client Creditor and Simultaneous Settlement </a:t>
          </a:r>
          <a:r>
            <a:rPr lang="en-US" sz="1500" i="0" kern="1200"/>
            <a:t>tab and select the </a:t>
          </a:r>
          <a:r>
            <a:rPr lang="en-US" sz="1500" i="1" kern="1200"/>
            <a:t>Enrolled $</a:t>
          </a:r>
          <a:r>
            <a:rPr lang="en-US" sz="1500" i="0" kern="1200"/>
            <a:t> hyperlink of a different creditor (this allows only finalized payments to show and accurate calculator)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If no, continue</a:t>
          </a:r>
        </a:p>
      </dsp:txBody>
      <dsp:txXfrm>
        <a:off x="0" y="1744731"/>
        <a:ext cx="8979368" cy="1086750"/>
      </dsp:txXfrm>
    </dsp:sp>
    <dsp:sp modelId="{AC924AF4-2DA6-48AF-8E5C-80C228172A09}">
      <dsp:nvSpPr>
        <dsp:cNvPr id="0" name=""/>
        <dsp:cNvSpPr/>
      </dsp:nvSpPr>
      <dsp:spPr>
        <a:xfrm>
          <a:off x="448968" y="1523331"/>
          <a:ext cx="6285557" cy="44280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7579" tIns="0" rIns="23757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Check to see if there are any pending payments in the schedule (in green)</a:t>
          </a:r>
        </a:p>
      </dsp:txBody>
      <dsp:txXfrm>
        <a:off x="470584" y="1544947"/>
        <a:ext cx="6242325" cy="399568"/>
      </dsp:txXfrm>
    </dsp:sp>
    <dsp:sp modelId="{0C01EB96-9B8C-466E-853D-E3AEED42E9F2}">
      <dsp:nvSpPr>
        <dsp:cNvPr id="0" name=""/>
        <dsp:cNvSpPr/>
      </dsp:nvSpPr>
      <dsp:spPr>
        <a:xfrm>
          <a:off x="0" y="3133881"/>
          <a:ext cx="8979368" cy="223056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6899" tIns="312420" rIns="696899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i="0" kern="1200"/>
            <a:t>Filter drafts using debit day, debit amount, and/or draft type filters if changing multiple drafts, then click </a:t>
          </a:r>
          <a:r>
            <a:rPr lang="en-US" sz="1500" i="1" kern="1200"/>
            <a:t>refresh</a:t>
          </a:r>
          <a:endParaRPr lang="en-US" sz="1500" i="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i="0" kern="1200"/>
            <a:t>Select drafts that the client wants to change (if changing all, select </a:t>
          </a:r>
          <a:r>
            <a:rPr lang="en-US" sz="1500" i="1" kern="1200"/>
            <a:t>all</a:t>
          </a:r>
          <a:r>
            <a:rPr lang="en-US" sz="1500" i="0" kern="1200"/>
            <a:t>)</a:t>
          </a:r>
        </a:p>
      </dsp:txBody>
      <dsp:txXfrm>
        <a:off x="0" y="3133881"/>
        <a:ext cx="8979368" cy="2230565"/>
      </dsp:txXfrm>
    </dsp:sp>
    <dsp:sp modelId="{A31BAB7E-2B6D-42C9-BEF9-5D4165DDEF30}">
      <dsp:nvSpPr>
        <dsp:cNvPr id="0" name=""/>
        <dsp:cNvSpPr/>
      </dsp:nvSpPr>
      <dsp:spPr>
        <a:xfrm>
          <a:off x="448968" y="2912481"/>
          <a:ext cx="6285557" cy="44280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7579" tIns="0" rIns="23757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Click </a:t>
          </a:r>
          <a:r>
            <a:rPr lang="en-US" sz="1500" i="1" kern="1200"/>
            <a:t>Draft Change</a:t>
          </a:r>
          <a:r>
            <a:rPr lang="en-US" sz="1500" i="0" kern="1200"/>
            <a:t> tab</a:t>
          </a:r>
        </a:p>
      </dsp:txBody>
      <dsp:txXfrm>
        <a:off x="470584" y="2934097"/>
        <a:ext cx="6242325" cy="3995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A79CFF-10A9-4357-AD67-C70D5FF6CB1C}">
      <dsp:nvSpPr>
        <dsp:cNvPr id="0" name=""/>
        <dsp:cNvSpPr/>
      </dsp:nvSpPr>
      <dsp:spPr>
        <a:xfrm>
          <a:off x="0" y="397078"/>
          <a:ext cx="8481252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0000"/>
              </a:solidFill>
              <a:latin typeface="Arial"/>
              <a:cs typeface="Arial"/>
            </a:rPr>
            <a:t>Educate client on the importance of keeping drafting in place and encourage to do so.  </a:t>
          </a:r>
        </a:p>
      </dsp:txBody>
      <dsp:txXfrm>
        <a:off x="35811" y="432889"/>
        <a:ext cx="8409630" cy="661968"/>
      </dsp:txXfrm>
    </dsp:sp>
    <dsp:sp modelId="{F87D2931-BC23-46A0-BC30-ED5C392D876C}">
      <dsp:nvSpPr>
        <dsp:cNvPr id="0" name=""/>
        <dsp:cNvSpPr/>
      </dsp:nvSpPr>
      <dsp:spPr>
        <a:xfrm>
          <a:off x="0" y="1185388"/>
          <a:ext cx="8481252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0000"/>
              </a:solidFill>
              <a:latin typeface="Arial"/>
              <a:cs typeface="Arial"/>
            </a:rPr>
            <a:t>If client is unable to do full draft, use discover questions to determine how much they can draft and offer to split the draft. </a:t>
          </a:r>
        </a:p>
      </dsp:txBody>
      <dsp:txXfrm>
        <a:off x="35811" y="1221199"/>
        <a:ext cx="8409630" cy="661968"/>
      </dsp:txXfrm>
    </dsp:sp>
    <dsp:sp modelId="{AB654526-6698-450C-BCE1-77D785335BB6}">
      <dsp:nvSpPr>
        <dsp:cNvPr id="0" name=""/>
        <dsp:cNvSpPr/>
      </dsp:nvSpPr>
      <dsp:spPr>
        <a:xfrm>
          <a:off x="0" y="1918978"/>
          <a:ext cx="8481252" cy="452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9280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>
              <a:solidFill>
                <a:srgbClr val="000000"/>
              </a:solidFill>
              <a:latin typeface="Arial"/>
              <a:cs typeface="Arial"/>
            </a:rPr>
            <a:t>Always encourage client to make what the minimum amount would be for payments, BLP charge, and/or fees owed. </a:t>
          </a:r>
        </a:p>
      </dsp:txBody>
      <dsp:txXfrm>
        <a:off x="0" y="1918978"/>
        <a:ext cx="8481252" cy="452295"/>
      </dsp:txXfrm>
    </dsp:sp>
    <dsp:sp modelId="{DD6734A1-129A-4AC1-9F25-A41465F8D172}">
      <dsp:nvSpPr>
        <dsp:cNvPr id="0" name=""/>
        <dsp:cNvSpPr/>
      </dsp:nvSpPr>
      <dsp:spPr>
        <a:xfrm>
          <a:off x="0" y="2371273"/>
          <a:ext cx="8481252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0000"/>
              </a:solidFill>
              <a:latin typeface="Arial"/>
              <a:cs typeface="Arial"/>
            </a:rPr>
            <a:t>If client cannot do any amount at this time, use discover questions to determine when the client can draft and move to that date. </a:t>
          </a:r>
        </a:p>
      </dsp:txBody>
      <dsp:txXfrm>
        <a:off x="35811" y="2407084"/>
        <a:ext cx="8409630" cy="661968"/>
      </dsp:txXfrm>
    </dsp:sp>
    <dsp:sp modelId="{CCA4BDFE-D639-4226-81EF-224B1D9B7133}">
      <dsp:nvSpPr>
        <dsp:cNvPr id="0" name=""/>
        <dsp:cNvSpPr/>
      </dsp:nvSpPr>
      <dsp:spPr>
        <a:xfrm>
          <a:off x="0" y="3104863"/>
          <a:ext cx="8481252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9280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>
              <a:solidFill>
                <a:srgbClr val="000000"/>
              </a:solidFill>
              <a:latin typeface="Arial"/>
              <a:cs typeface="Arial"/>
            </a:rPr>
            <a:t>Always attempt to keep draft as close to original draft date as possible. </a:t>
          </a:r>
        </a:p>
      </dsp:txBody>
      <dsp:txXfrm>
        <a:off x="0" y="3104863"/>
        <a:ext cx="8481252" cy="314640"/>
      </dsp:txXfrm>
    </dsp:sp>
    <dsp:sp modelId="{FB26B0BD-7ABA-4B91-97B9-5D0B4AAB03AA}">
      <dsp:nvSpPr>
        <dsp:cNvPr id="0" name=""/>
        <dsp:cNvSpPr/>
      </dsp:nvSpPr>
      <dsp:spPr>
        <a:xfrm>
          <a:off x="0" y="3419503"/>
          <a:ext cx="8481252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0000"/>
              </a:solidFill>
              <a:latin typeface="Arial"/>
              <a:cs typeface="Arial"/>
            </a:rPr>
            <a:t>If client is unable to commit to any amount and date, move draft to end of program.</a:t>
          </a:r>
        </a:p>
      </dsp:txBody>
      <dsp:txXfrm>
        <a:off x="35811" y="3455314"/>
        <a:ext cx="8409630" cy="661968"/>
      </dsp:txXfrm>
    </dsp:sp>
    <dsp:sp modelId="{92F98432-E08E-45FE-A61E-0772AB0C87A2}">
      <dsp:nvSpPr>
        <dsp:cNvPr id="0" name=""/>
        <dsp:cNvSpPr/>
      </dsp:nvSpPr>
      <dsp:spPr>
        <a:xfrm>
          <a:off x="0" y="4207813"/>
          <a:ext cx="8481252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0000"/>
              </a:solidFill>
              <a:latin typeface="Arial"/>
              <a:cs typeface="Arial"/>
            </a:rPr>
            <a:t>All drafts in the schedule are needed, so instead of skipping a draft always, at minimum, move to end of program and advise client the reason. </a:t>
          </a:r>
          <a:endParaRPr lang="en-US" sz="1900" kern="1200"/>
        </a:p>
      </dsp:txBody>
      <dsp:txXfrm>
        <a:off x="35811" y="4243624"/>
        <a:ext cx="8409630" cy="6619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21CA87-CED7-45AF-8EC6-1FFD4D2B1482}">
      <dsp:nvSpPr>
        <dsp:cNvPr id="0" name=""/>
        <dsp:cNvSpPr/>
      </dsp:nvSpPr>
      <dsp:spPr>
        <a:xfrm>
          <a:off x="1502404" y="634191"/>
          <a:ext cx="1194911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B32876-1685-4DA5-8017-15B4BAF2DA86}">
      <dsp:nvSpPr>
        <dsp:cNvPr id="0" name=""/>
        <dsp:cNvSpPr/>
      </dsp:nvSpPr>
      <dsp:spPr>
        <a:xfrm>
          <a:off x="2769010" y="533855"/>
          <a:ext cx="137414" cy="257848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AD9484-998A-41DC-84B1-724AA9280C50}">
      <dsp:nvSpPr>
        <dsp:cNvPr id="0" name=""/>
        <dsp:cNvSpPr/>
      </dsp:nvSpPr>
      <dsp:spPr>
        <a:xfrm>
          <a:off x="718892" y="79"/>
          <a:ext cx="1268296" cy="1268296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217" tIns="49217" rIns="49217" bIns="4921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Split Draft</a:t>
          </a:r>
        </a:p>
      </dsp:txBody>
      <dsp:txXfrm>
        <a:off x="904630" y="185817"/>
        <a:ext cx="896820" cy="896820"/>
      </dsp:txXfrm>
    </dsp:sp>
    <dsp:sp modelId="{F03C9350-0044-4FA9-8539-B212ED1E0E96}">
      <dsp:nvSpPr>
        <dsp:cNvPr id="0" name=""/>
        <dsp:cNvSpPr/>
      </dsp:nvSpPr>
      <dsp:spPr>
        <a:xfrm>
          <a:off x="8764" y="1433894"/>
          <a:ext cx="2688551" cy="2391592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2076" tIns="165100" rIns="21207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1. Click the </a:t>
          </a:r>
          <a:r>
            <a:rPr lang="en-US" sz="1100" i="1" kern="1200"/>
            <a:t>Split drafts </a:t>
          </a:r>
          <a:r>
            <a:rPr lang="en-US" sz="1100" kern="1200"/>
            <a:t>button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2. Select the draft(s) you are looking to split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3. Fill out the table with the first and second draft day and the amounts for each.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4. Click </a:t>
          </a:r>
          <a:r>
            <a:rPr lang="en-US" sz="1100" i="1" kern="1200"/>
            <a:t>Split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note that the total of the split draft must equal the original draft amount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100" kern="1200"/>
        </a:p>
      </dsp:txBody>
      <dsp:txXfrm>
        <a:off x="8764" y="1912212"/>
        <a:ext cx="2688551" cy="1913274"/>
      </dsp:txXfrm>
    </dsp:sp>
    <dsp:sp modelId="{E111B301-553E-4E76-862D-37CA5D3F01AD}">
      <dsp:nvSpPr>
        <dsp:cNvPr id="0" name=""/>
        <dsp:cNvSpPr/>
      </dsp:nvSpPr>
      <dsp:spPr>
        <a:xfrm>
          <a:off x="2996044" y="634120"/>
          <a:ext cx="2688551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C936DF-B13A-4331-B249-F424CD7A3AB9}">
      <dsp:nvSpPr>
        <dsp:cNvPr id="0" name=""/>
        <dsp:cNvSpPr/>
      </dsp:nvSpPr>
      <dsp:spPr>
        <a:xfrm>
          <a:off x="5756290" y="533783"/>
          <a:ext cx="137414" cy="258071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5F1402-AF98-4EF6-BBDB-E680A7B90643}">
      <dsp:nvSpPr>
        <dsp:cNvPr id="0" name=""/>
        <dsp:cNvSpPr/>
      </dsp:nvSpPr>
      <dsp:spPr>
        <a:xfrm>
          <a:off x="3706171" y="8"/>
          <a:ext cx="1268296" cy="1268296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217" tIns="49217" rIns="49217" bIns="4921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Move drafts to a new date</a:t>
          </a:r>
        </a:p>
      </dsp:txBody>
      <dsp:txXfrm>
        <a:off x="3891909" y="185746"/>
        <a:ext cx="896820" cy="896820"/>
      </dsp:txXfrm>
    </dsp:sp>
    <dsp:sp modelId="{5AF23A09-A3EE-4A1B-B0C1-D3549F03B627}">
      <dsp:nvSpPr>
        <dsp:cNvPr id="0" name=""/>
        <dsp:cNvSpPr/>
      </dsp:nvSpPr>
      <dsp:spPr>
        <a:xfrm>
          <a:off x="2996044" y="1433894"/>
          <a:ext cx="2688551" cy="2391592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2076" tIns="165100" rIns="21207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1. Select the draft(s) that your client is wishing to move to a new date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2. Type in the day that the client wishes for the draft(s) to come out on in the </a:t>
          </a:r>
          <a:r>
            <a:rPr lang="en-US" sz="1100" i="1" kern="1200"/>
            <a:t>Debit Day</a:t>
          </a:r>
          <a:r>
            <a:rPr lang="en-US" sz="1100" i="0" kern="1200"/>
            <a:t> field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0" kern="1200"/>
            <a:t>3. Select </a:t>
          </a:r>
          <a:r>
            <a:rPr lang="en-US" sz="1100" i="1" kern="1200"/>
            <a:t>Change Reason</a:t>
          </a:r>
          <a:r>
            <a:rPr lang="en-US" sz="1100" i="0" kern="1200"/>
            <a:t> from drop down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4. Click </a:t>
          </a:r>
          <a:r>
            <a:rPr lang="en-US" sz="1100" i="1" kern="1200"/>
            <a:t>update</a:t>
          </a:r>
          <a:r>
            <a:rPr lang="en-US" sz="1100" kern="1200"/>
            <a:t> hyperlink</a:t>
          </a:r>
        </a:p>
      </dsp:txBody>
      <dsp:txXfrm>
        <a:off x="2996044" y="1912212"/>
        <a:ext cx="2688551" cy="1913274"/>
      </dsp:txXfrm>
    </dsp:sp>
    <dsp:sp modelId="{4F36BF54-BEBF-46EC-AFDD-475D3EF8EF8C}">
      <dsp:nvSpPr>
        <dsp:cNvPr id="0" name=""/>
        <dsp:cNvSpPr/>
      </dsp:nvSpPr>
      <dsp:spPr>
        <a:xfrm>
          <a:off x="5983323" y="634112"/>
          <a:ext cx="1344275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6AA0BE-CC75-4791-8099-59EDCF6BBDA9}">
      <dsp:nvSpPr>
        <dsp:cNvPr id="0" name=""/>
        <dsp:cNvSpPr/>
      </dsp:nvSpPr>
      <dsp:spPr>
        <a:xfrm>
          <a:off x="6693451" y="0"/>
          <a:ext cx="1268296" cy="1268296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217" tIns="49217" rIns="49217" bIns="4921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Move drafts by a specific number of days </a:t>
          </a:r>
        </a:p>
      </dsp:txBody>
      <dsp:txXfrm>
        <a:off x="6879189" y="185738"/>
        <a:ext cx="896820" cy="896820"/>
      </dsp:txXfrm>
    </dsp:sp>
    <dsp:sp modelId="{36503E63-88A7-45F2-824F-16D10F88FC73}">
      <dsp:nvSpPr>
        <dsp:cNvPr id="0" name=""/>
        <dsp:cNvSpPr/>
      </dsp:nvSpPr>
      <dsp:spPr>
        <a:xfrm>
          <a:off x="5983323" y="1433894"/>
          <a:ext cx="2688551" cy="2391592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2076" tIns="165100" rIns="21207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1. Select the draft(s) that your client is wishing to move to a new date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2. Type in the number of days the client wishes for the draft(s) to pushed out in the </a:t>
          </a:r>
          <a:r>
            <a:rPr lang="en-US" sz="1100" i="1" kern="1200"/>
            <a:t>Update Debit Day X Days </a:t>
          </a:r>
          <a:r>
            <a:rPr lang="en-US" sz="1100" i="0" kern="1200"/>
            <a:t>field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0" kern="1200"/>
            <a:t>3. Select </a:t>
          </a:r>
          <a:r>
            <a:rPr lang="en-US" sz="1100" i="1" kern="1200"/>
            <a:t>Change Reason</a:t>
          </a:r>
          <a:r>
            <a:rPr lang="en-US" sz="1100" i="0" kern="1200"/>
            <a:t> from drop down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4. Click </a:t>
          </a:r>
          <a:r>
            <a:rPr lang="en-US" sz="1100" i="1" kern="1200"/>
            <a:t>update</a:t>
          </a:r>
          <a:r>
            <a:rPr lang="en-US" sz="1100" kern="1200"/>
            <a:t> hyperlink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Used if client wishes to push date out by 5 days (or x number of days)</a:t>
          </a:r>
        </a:p>
      </dsp:txBody>
      <dsp:txXfrm>
        <a:off x="5983323" y="1912212"/>
        <a:ext cx="2688551" cy="19132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21CA87-CED7-45AF-8EC6-1FFD4D2B1482}">
      <dsp:nvSpPr>
        <dsp:cNvPr id="0" name=""/>
        <dsp:cNvSpPr/>
      </dsp:nvSpPr>
      <dsp:spPr>
        <a:xfrm>
          <a:off x="1125709" y="455480"/>
          <a:ext cx="897059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B32876-1685-4DA5-8017-15B4BAF2DA86}">
      <dsp:nvSpPr>
        <dsp:cNvPr id="0" name=""/>
        <dsp:cNvSpPr/>
      </dsp:nvSpPr>
      <dsp:spPr>
        <a:xfrm>
          <a:off x="2076592" y="380163"/>
          <a:ext cx="103161" cy="193575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AD9484-998A-41DC-84B1-724AA9280C50}">
      <dsp:nvSpPr>
        <dsp:cNvPr id="0" name=""/>
        <dsp:cNvSpPr/>
      </dsp:nvSpPr>
      <dsp:spPr>
        <a:xfrm>
          <a:off x="558140" y="80"/>
          <a:ext cx="910872" cy="910872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347" tIns="35347" rIns="35347" bIns="3534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Moves </a:t>
          </a:r>
          <a:r>
            <a:rPr lang="en-US" sz="1200" i="1" kern="1200"/>
            <a:t>one</a:t>
          </a:r>
          <a:r>
            <a:rPr lang="en-US" sz="1200" i="0" kern="1200"/>
            <a:t> draft to a specific date</a:t>
          </a:r>
          <a:endParaRPr lang="en-US" sz="1200" kern="1200"/>
        </a:p>
      </dsp:txBody>
      <dsp:txXfrm>
        <a:off x="691534" y="133474"/>
        <a:ext cx="644084" cy="644084"/>
      </dsp:txXfrm>
    </dsp:sp>
    <dsp:sp modelId="{F03C9350-0044-4FA9-8539-B212ED1E0E96}">
      <dsp:nvSpPr>
        <dsp:cNvPr id="0" name=""/>
        <dsp:cNvSpPr/>
      </dsp:nvSpPr>
      <dsp:spPr>
        <a:xfrm>
          <a:off x="4384" y="1076471"/>
          <a:ext cx="2018384" cy="2830405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212" tIns="165100" rIns="15921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1. Select the draft that your client is wishing to move to a new date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2. Type in the day that the client wishes for the draft to come out on in the </a:t>
          </a:r>
          <a:r>
            <a:rPr lang="en-US" sz="1100" i="1" kern="1200"/>
            <a:t>Debit Date</a:t>
          </a:r>
          <a:r>
            <a:rPr lang="en-US" sz="1100" i="0" kern="1200"/>
            <a:t> field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0" kern="1200"/>
            <a:t>3. Select </a:t>
          </a:r>
          <a:r>
            <a:rPr lang="en-US" sz="1100" i="1" kern="1200"/>
            <a:t>Change Reason</a:t>
          </a:r>
          <a:r>
            <a:rPr lang="en-US" sz="1100" i="0" kern="1200"/>
            <a:t> from drop down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4. Click </a:t>
          </a:r>
          <a:r>
            <a:rPr lang="en-US" sz="1100" i="1" kern="1200"/>
            <a:t>update</a:t>
          </a:r>
          <a:r>
            <a:rPr lang="en-US" sz="1100" kern="1200"/>
            <a:t> hyperlink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You can only use this selection when only 1 draft is selected to change</a:t>
          </a:r>
        </a:p>
      </dsp:txBody>
      <dsp:txXfrm>
        <a:off x="4384" y="1480148"/>
        <a:ext cx="2018384" cy="2426728"/>
      </dsp:txXfrm>
    </dsp:sp>
    <dsp:sp modelId="{57C883B1-4A61-4774-8AC8-1470D582DBAE}">
      <dsp:nvSpPr>
        <dsp:cNvPr id="0" name=""/>
        <dsp:cNvSpPr/>
      </dsp:nvSpPr>
      <dsp:spPr>
        <a:xfrm>
          <a:off x="2247034" y="455412"/>
          <a:ext cx="2018384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74F758-60D8-4089-A5EC-8E1073671C07}">
      <dsp:nvSpPr>
        <dsp:cNvPr id="0" name=""/>
        <dsp:cNvSpPr/>
      </dsp:nvSpPr>
      <dsp:spPr>
        <a:xfrm>
          <a:off x="4319242" y="380095"/>
          <a:ext cx="103161" cy="193735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1D371A-4ABA-4D77-B9F1-E05089F09186}">
      <dsp:nvSpPr>
        <dsp:cNvPr id="0" name=""/>
        <dsp:cNvSpPr/>
      </dsp:nvSpPr>
      <dsp:spPr>
        <a:xfrm>
          <a:off x="2800790" y="12"/>
          <a:ext cx="910872" cy="910872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13333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347" tIns="35347" rIns="35347" bIns="3534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Skip Drafts</a:t>
          </a:r>
        </a:p>
      </dsp:txBody>
      <dsp:txXfrm>
        <a:off x="2934184" y="133406"/>
        <a:ext cx="644084" cy="644084"/>
      </dsp:txXfrm>
    </dsp:sp>
    <dsp:sp modelId="{2ACDC1A0-B95D-4AF3-B72E-96BA77A90D3F}">
      <dsp:nvSpPr>
        <dsp:cNvPr id="0" name=""/>
        <dsp:cNvSpPr/>
      </dsp:nvSpPr>
      <dsp:spPr>
        <a:xfrm>
          <a:off x="2247034" y="1076471"/>
          <a:ext cx="2018384" cy="2830405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212" tIns="165100" rIns="15921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1. Select the draft(s) that your client is wishing to skip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2. Select the </a:t>
          </a:r>
          <a:r>
            <a:rPr lang="en-US" sz="1100" i="1" kern="1200"/>
            <a:t>Skip</a:t>
          </a:r>
          <a:r>
            <a:rPr lang="en-US" sz="1100" kern="1200"/>
            <a:t> checkbox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0" kern="1200"/>
            <a:t>3. Select </a:t>
          </a:r>
          <a:r>
            <a:rPr lang="en-US" sz="1100" i="1" kern="1200"/>
            <a:t>skip</a:t>
          </a:r>
          <a:r>
            <a:rPr lang="en-US" sz="1100" i="0" kern="1200"/>
            <a:t> from </a:t>
          </a:r>
          <a:r>
            <a:rPr lang="en-US" sz="1100" i="1" kern="1200"/>
            <a:t>Change Reason</a:t>
          </a:r>
          <a:r>
            <a:rPr lang="en-US" sz="1100" i="0" kern="1200"/>
            <a:t> from drop down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4. Click </a:t>
          </a:r>
          <a:r>
            <a:rPr lang="en-US" sz="1100" i="1" kern="1200"/>
            <a:t>update</a:t>
          </a:r>
          <a:r>
            <a:rPr lang="en-US" sz="1100" kern="1200"/>
            <a:t> hyperlink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**If client is BLP enrolled, they are not able to skip. Check to see if they will draft $29.95 to cover the fee. If they cannot, move the draft to the last program draft date. </a:t>
          </a:r>
        </a:p>
      </dsp:txBody>
      <dsp:txXfrm>
        <a:off x="2247034" y="1480148"/>
        <a:ext cx="2018384" cy="2426728"/>
      </dsp:txXfrm>
    </dsp:sp>
    <dsp:sp modelId="{E111B301-553E-4E76-862D-37CA5D3F01AD}">
      <dsp:nvSpPr>
        <dsp:cNvPr id="0" name=""/>
        <dsp:cNvSpPr/>
      </dsp:nvSpPr>
      <dsp:spPr>
        <a:xfrm>
          <a:off x="4489684" y="455401"/>
          <a:ext cx="2018384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C936DF-B13A-4331-B249-F424CD7A3AB9}">
      <dsp:nvSpPr>
        <dsp:cNvPr id="0" name=""/>
        <dsp:cNvSpPr/>
      </dsp:nvSpPr>
      <dsp:spPr>
        <a:xfrm>
          <a:off x="6561892" y="380084"/>
          <a:ext cx="103161" cy="193760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5F1402-AF98-4EF6-BBDB-E680A7B90643}">
      <dsp:nvSpPr>
        <dsp:cNvPr id="0" name=""/>
        <dsp:cNvSpPr/>
      </dsp:nvSpPr>
      <dsp:spPr>
        <a:xfrm>
          <a:off x="5043440" y="1"/>
          <a:ext cx="910872" cy="910872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26667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26667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347" tIns="35347" rIns="35347" bIns="35347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Request we stop contacting them regarding an NSF draft</a:t>
          </a:r>
        </a:p>
      </dsp:txBody>
      <dsp:txXfrm>
        <a:off x="5176834" y="133395"/>
        <a:ext cx="644084" cy="644084"/>
      </dsp:txXfrm>
    </dsp:sp>
    <dsp:sp modelId="{5AF23A09-A3EE-4A1B-B0C1-D3549F03B627}">
      <dsp:nvSpPr>
        <dsp:cNvPr id="0" name=""/>
        <dsp:cNvSpPr/>
      </dsp:nvSpPr>
      <dsp:spPr>
        <a:xfrm>
          <a:off x="4489684" y="1076471"/>
          <a:ext cx="2018384" cy="2830405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212" tIns="165100" rIns="15921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1. Select the draft(s) that your client is wishing to remove from communication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2. Select the </a:t>
          </a:r>
          <a:r>
            <a:rPr lang="en-US" sz="1100" i="1" kern="1200"/>
            <a:t>Remove from Communication</a:t>
          </a:r>
          <a:r>
            <a:rPr lang="en-US" sz="1100" kern="1200"/>
            <a:t> checkbox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4. Click </a:t>
          </a:r>
          <a:r>
            <a:rPr lang="en-US" sz="1100" i="1" kern="1200"/>
            <a:t>update</a:t>
          </a:r>
          <a:r>
            <a:rPr lang="en-US" sz="1100" kern="1200"/>
            <a:t> hyperlink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You would need to do this for any missed draft that you discuss that the client is unable to make up, in order to remove the client from the dialer</a:t>
          </a:r>
        </a:p>
      </dsp:txBody>
      <dsp:txXfrm>
        <a:off x="4489684" y="1480148"/>
        <a:ext cx="2018384" cy="2426728"/>
      </dsp:txXfrm>
    </dsp:sp>
    <dsp:sp modelId="{4F36BF54-BEBF-46EC-AFDD-475D3EF8EF8C}">
      <dsp:nvSpPr>
        <dsp:cNvPr id="0" name=""/>
        <dsp:cNvSpPr/>
      </dsp:nvSpPr>
      <dsp:spPr>
        <a:xfrm>
          <a:off x="6732333" y="455400"/>
          <a:ext cx="1009192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6AA0BE-CC75-4791-8099-59EDCF6BBDA9}">
      <dsp:nvSpPr>
        <dsp:cNvPr id="0" name=""/>
        <dsp:cNvSpPr/>
      </dsp:nvSpPr>
      <dsp:spPr>
        <a:xfrm>
          <a:off x="7286089" y="0"/>
          <a:ext cx="910872" cy="910872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347" tIns="35347" rIns="35347" bIns="3534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Change their draft amount</a:t>
          </a:r>
        </a:p>
      </dsp:txBody>
      <dsp:txXfrm>
        <a:off x="7419483" y="133394"/>
        <a:ext cx="644084" cy="644084"/>
      </dsp:txXfrm>
    </dsp:sp>
    <dsp:sp modelId="{36503E63-88A7-45F2-824F-16D10F88FC73}">
      <dsp:nvSpPr>
        <dsp:cNvPr id="0" name=""/>
        <dsp:cNvSpPr/>
      </dsp:nvSpPr>
      <dsp:spPr>
        <a:xfrm>
          <a:off x="6732333" y="1076471"/>
          <a:ext cx="2018384" cy="2830405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212" tIns="165100" rIns="15921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1. Select the draft(s) that your client is wishing to increase or decrease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2. Type in the amount of the new draft in the </a:t>
          </a:r>
          <a:r>
            <a:rPr lang="en-US" sz="1100" i="1" kern="1200"/>
            <a:t>debit amount </a:t>
          </a:r>
          <a:r>
            <a:rPr lang="en-US" sz="1100" kern="1200"/>
            <a:t>field</a:t>
          </a:r>
          <a:endParaRPr lang="en-US" sz="1100" i="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0" kern="1200"/>
            <a:t>3. Select </a:t>
          </a:r>
          <a:r>
            <a:rPr lang="en-US" sz="1100" i="1" kern="1200"/>
            <a:t>Change Reason</a:t>
          </a:r>
          <a:r>
            <a:rPr lang="en-US" sz="1100" i="0" kern="1200"/>
            <a:t> from drop down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4. Click </a:t>
          </a:r>
          <a:r>
            <a:rPr lang="en-US" sz="1100" i="1" kern="1200"/>
            <a:t>update</a:t>
          </a:r>
          <a:r>
            <a:rPr lang="en-US" sz="1100" kern="1200"/>
            <a:t> hyperlink</a:t>
          </a:r>
        </a:p>
      </dsp:txBody>
      <dsp:txXfrm>
        <a:off x="6732333" y="1480148"/>
        <a:ext cx="2018384" cy="242672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069F58-B6F0-49C0-8086-36099B0D310A}">
      <dsp:nvSpPr>
        <dsp:cNvPr id="0" name=""/>
        <dsp:cNvSpPr/>
      </dsp:nvSpPr>
      <dsp:spPr>
        <a:xfrm>
          <a:off x="2967208" y="552027"/>
          <a:ext cx="427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7316" y="45720"/>
              </a:lnTo>
            </a:path>
          </a:pathLst>
        </a:custGeom>
        <a:noFill/>
        <a:ln w="6350" cap="flat" cmpd="sng" algn="ctr">
          <a:solidFill>
            <a:schemeClr val="accent1">
              <a:shade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69419" y="595458"/>
        <a:ext cx="22895" cy="4579"/>
      </dsp:txXfrm>
    </dsp:sp>
    <dsp:sp modelId="{D836EBA2-0CF6-4E44-AF91-ACF6BC95B1D4}">
      <dsp:nvSpPr>
        <dsp:cNvPr id="0" name=""/>
        <dsp:cNvSpPr/>
      </dsp:nvSpPr>
      <dsp:spPr>
        <a:xfrm>
          <a:off x="978066" y="465"/>
          <a:ext cx="1990942" cy="1194565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Scroll down to </a:t>
          </a:r>
          <a:r>
            <a:rPr lang="en-US" sz="1100" i="1" kern="1200"/>
            <a:t>Client Balance Schedule</a:t>
          </a:r>
        </a:p>
      </dsp:txBody>
      <dsp:txXfrm>
        <a:off x="978066" y="465"/>
        <a:ext cx="1990942" cy="1194565"/>
      </dsp:txXfrm>
    </dsp:sp>
    <dsp:sp modelId="{45741804-D320-45C9-88E0-D90B85AB232B}">
      <dsp:nvSpPr>
        <dsp:cNvPr id="0" name=""/>
        <dsp:cNvSpPr/>
      </dsp:nvSpPr>
      <dsp:spPr>
        <a:xfrm>
          <a:off x="5416067" y="552027"/>
          <a:ext cx="427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7316" y="45720"/>
              </a:lnTo>
            </a:path>
          </a:pathLst>
        </a:custGeom>
        <a:noFill/>
        <a:ln w="6350" cap="flat" cmpd="sng" algn="ctr">
          <a:solidFill>
            <a:schemeClr val="accent1">
              <a:shade val="90000"/>
              <a:hueOff val="59347"/>
              <a:satOff val="-1267"/>
              <a:lumOff val="473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618278" y="595458"/>
        <a:ext cx="22895" cy="4579"/>
      </dsp:txXfrm>
    </dsp:sp>
    <dsp:sp modelId="{D1510DE2-3FBA-487D-BBAE-1481DCF633EF}">
      <dsp:nvSpPr>
        <dsp:cNvPr id="0" name=""/>
        <dsp:cNvSpPr/>
      </dsp:nvSpPr>
      <dsp:spPr>
        <a:xfrm>
          <a:off x="3426925" y="465"/>
          <a:ext cx="1990942" cy="1194565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5000"/>
                <a:lumMod val="110000"/>
                <a:satMod val="105000"/>
                <a:tint val="67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5000"/>
                <a:lumMod val="105000"/>
                <a:satMod val="103000"/>
                <a:tint val="73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500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Click </a:t>
          </a:r>
          <a:r>
            <a:rPr lang="en-US" sz="1100" i="1" kern="1200"/>
            <a:t>DL Global Data &amp; Recalculate</a:t>
          </a:r>
          <a:endParaRPr lang="en-US" sz="1100" kern="1200"/>
        </a:p>
      </dsp:txBody>
      <dsp:txXfrm>
        <a:off x="3426925" y="465"/>
        <a:ext cx="1990942" cy="1194565"/>
      </dsp:txXfrm>
    </dsp:sp>
    <dsp:sp modelId="{720770B4-C3D9-488A-A542-625841AE2D25}">
      <dsp:nvSpPr>
        <dsp:cNvPr id="0" name=""/>
        <dsp:cNvSpPr/>
      </dsp:nvSpPr>
      <dsp:spPr>
        <a:xfrm>
          <a:off x="1973537" y="1193230"/>
          <a:ext cx="4897717" cy="427316"/>
        </a:xfrm>
        <a:custGeom>
          <a:avLst/>
          <a:gdLst/>
          <a:ahLst/>
          <a:cxnLst/>
          <a:rect l="0" t="0" r="0" b="0"/>
          <a:pathLst>
            <a:path>
              <a:moveTo>
                <a:pt x="4897717" y="0"/>
              </a:moveTo>
              <a:lnTo>
                <a:pt x="4897717" y="230758"/>
              </a:lnTo>
              <a:lnTo>
                <a:pt x="0" y="230758"/>
              </a:lnTo>
              <a:lnTo>
                <a:pt x="0" y="427316"/>
              </a:lnTo>
            </a:path>
          </a:pathLst>
        </a:custGeom>
        <a:noFill/>
        <a:ln w="6350" cap="flat" cmpd="sng" algn="ctr">
          <a:solidFill>
            <a:schemeClr val="accent1">
              <a:shade val="90000"/>
              <a:hueOff val="118693"/>
              <a:satOff val="-2535"/>
              <a:lumOff val="946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99419" y="1404599"/>
        <a:ext cx="245953" cy="4579"/>
      </dsp:txXfrm>
    </dsp:sp>
    <dsp:sp modelId="{D1DC06E5-6F35-40B5-BAA9-AD132CB5F344}">
      <dsp:nvSpPr>
        <dsp:cNvPr id="0" name=""/>
        <dsp:cNvSpPr/>
      </dsp:nvSpPr>
      <dsp:spPr>
        <a:xfrm>
          <a:off x="5875784" y="465"/>
          <a:ext cx="1990942" cy="1194565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10000"/>
                <a:lumMod val="110000"/>
                <a:satMod val="105000"/>
                <a:tint val="67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10000"/>
                <a:lumMod val="105000"/>
                <a:satMod val="103000"/>
                <a:tint val="73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1000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Refresh and scroll through the </a:t>
          </a:r>
          <a:r>
            <a:rPr lang="en-US" sz="1100" i="1" kern="1200"/>
            <a:t>entire </a:t>
          </a:r>
          <a:r>
            <a:rPr lang="en-US" sz="1100" i="0" kern="1200"/>
            <a:t>calculator to ensure this change doesn’t negatively impact a settlement (at any time)</a:t>
          </a:r>
          <a:endParaRPr lang="en-US" sz="1100" kern="1200"/>
        </a:p>
      </dsp:txBody>
      <dsp:txXfrm>
        <a:off x="5875784" y="465"/>
        <a:ext cx="1990942" cy="1194565"/>
      </dsp:txXfrm>
    </dsp:sp>
    <dsp:sp modelId="{565AB255-C34D-4143-A8AC-D7129747E132}">
      <dsp:nvSpPr>
        <dsp:cNvPr id="0" name=""/>
        <dsp:cNvSpPr/>
      </dsp:nvSpPr>
      <dsp:spPr>
        <a:xfrm>
          <a:off x="2967208" y="2204510"/>
          <a:ext cx="427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7316" y="45720"/>
              </a:lnTo>
            </a:path>
          </a:pathLst>
        </a:custGeom>
        <a:noFill/>
        <a:ln w="6350" cap="flat" cmpd="sng" algn="ctr">
          <a:solidFill>
            <a:schemeClr val="accent1">
              <a:shade val="90000"/>
              <a:hueOff val="178040"/>
              <a:satOff val="-3802"/>
              <a:lumOff val="1419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69419" y="2247940"/>
        <a:ext cx="22895" cy="4579"/>
      </dsp:txXfrm>
    </dsp:sp>
    <dsp:sp modelId="{FCED55AB-2207-4B9C-88E8-39F0E32B1AE2}">
      <dsp:nvSpPr>
        <dsp:cNvPr id="0" name=""/>
        <dsp:cNvSpPr/>
      </dsp:nvSpPr>
      <dsp:spPr>
        <a:xfrm>
          <a:off x="978066" y="1652947"/>
          <a:ext cx="1990942" cy="1194565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15000"/>
                <a:lumMod val="110000"/>
                <a:satMod val="105000"/>
                <a:tint val="67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15000"/>
                <a:lumMod val="105000"/>
                <a:satMod val="103000"/>
                <a:tint val="73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1500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If settlements are affected </a:t>
          </a:r>
          <a:r>
            <a:rPr lang="en-US" sz="1100" kern="1200">
              <a:latin typeface="Calibri Light" panose="020F0302020204030204"/>
            </a:rPr>
            <a:t>advise client that settlement(s) will be impacted and attempt to do a minimum of a partial draft. </a:t>
          </a:r>
          <a:endParaRPr lang="en-US" sz="1100" kern="1200"/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If no settlement</a:t>
          </a:r>
          <a:r>
            <a:rPr lang="en-US" sz="1100" kern="1200">
              <a:latin typeface="Calibri Light" panose="020F0302020204030204"/>
            </a:rPr>
            <a:t> </a:t>
          </a:r>
          <a:r>
            <a:rPr lang="en-US" sz="1100" kern="1200"/>
            <a:t> are affected, continue.</a:t>
          </a:r>
        </a:p>
      </dsp:txBody>
      <dsp:txXfrm>
        <a:off x="978066" y="1652947"/>
        <a:ext cx="1990942" cy="1194565"/>
      </dsp:txXfrm>
    </dsp:sp>
    <dsp:sp modelId="{A5641791-897D-45A8-9D17-EA22BB71846B}">
      <dsp:nvSpPr>
        <dsp:cNvPr id="0" name=""/>
        <dsp:cNvSpPr/>
      </dsp:nvSpPr>
      <dsp:spPr>
        <a:xfrm>
          <a:off x="5416067" y="2204510"/>
          <a:ext cx="427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7316" y="45720"/>
              </a:lnTo>
            </a:path>
          </a:pathLst>
        </a:custGeom>
        <a:noFill/>
        <a:ln w="6350" cap="flat" cmpd="sng" algn="ctr">
          <a:solidFill>
            <a:schemeClr val="accent1">
              <a:shade val="90000"/>
              <a:hueOff val="237386"/>
              <a:satOff val="-5069"/>
              <a:lumOff val="1891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618278" y="2247940"/>
        <a:ext cx="22895" cy="4579"/>
      </dsp:txXfrm>
    </dsp:sp>
    <dsp:sp modelId="{E2073B5F-0501-433F-8E82-0BEC2C6843DB}">
      <dsp:nvSpPr>
        <dsp:cNvPr id="0" name=""/>
        <dsp:cNvSpPr/>
      </dsp:nvSpPr>
      <dsp:spPr>
        <a:xfrm>
          <a:off x="3426925" y="1652947"/>
          <a:ext cx="1990942" cy="1194565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0000"/>
                <a:lumMod val="110000"/>
                <a:satMod val="105000"/>
                <a:tint val="67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20000"/>
                <a:lumMod val="105000"/>
                <a:satMod val="103000"/>
                <a:tint val="73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000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Obtain confirmation recording</a:t>
          </a:r>
        </a:p>
      </dsp:txBody>
      <dsp:txXfrm>
        <a:off x="3426925" y="1652947"/>
        <a:ext cx="1990942" cy="1194565"/>
      </dsp:txXfrm>
    </dsp:sp>
    <dsp:sp modelId="{93D49E40-E03C-4670-9D7E-63C35BB9497D}">
      <dsp:nvSpPr>
        <dsp:cNvPr id="0" name=""/>
        <dsp:cNvSpPr/>
      </dsp:nvSpPr>
      <dsp:spPr>
        <a:xfrm>
          <a:off x="1973537" y="2845712"/>
          <a:ext cx="4897717" cy="427316"/>
        </a:xfrm>
        <a:custGeom>
          <a:avLst/>
          <a:gdLst/>
          <a:ahLst/>
          <a:cxnLst/>
          <a:rect l="0" t="0" r="0" b="0"/>
          <a:pathLst>
            <a:path>
              <a:moveTo>
                <a:pt x="4897717" y="0"/>
              </a:moveTo>
              <a:lnTo>
                <a:pt x="4897717" y="230758"/>
              </a:lnTo>
              <a:lnTo>
                <a:pt x="0" y="230758"/>
              </a:lnTo>
              <a:lnTo>
                <a:pt x="0" y="427316"/>
              </a:lnTo>
            </a:path>
          </a:pathLst>
        </a:custGeom>
        <a:noFill/>
        <a:ln w="6350" cap="flat" cmpd="sng" algn="ctr">
          <a:solidFill>
            <a:schemeClr val="accent1">
              <a:shade val="90000"/>
              <a:hueOff val="296733"/>
              <a:satOff val="-6336"/>
              <a:lumOff val="2364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99419" y="3057081"/>
        <a:ext cx="245953" cy="4579"/>
      </dsp:txXfrm>
    </dsp:sp>
    <dsp:sp modelId="{86FCF781-E638-4B0B-83E8-83B9A1DC872D}">
      <dsp:nvSpPr>
        <dsp:cNvPr id="0" name=""/>
        <dsp:cNvSpPr/>
      </dsp:nvSpPr>
      <dsp:spPr>
        <a:xfrm>
          <a:off x="5875784" y="1652947"/>
          <a:ext cx="1990942" cy="1194565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5000"/>
                <a:lumMod val="110000"/>
                <a:satMod val="105000"/>
                <a:tint val="67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25000"/>
                <a:lumMod val="105000"/>
                <a:satMod val="103000"/>
                <a:tint val="73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500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Scroll to top of </a:t>
          </a:r>
          <a:r>
            <a:rPr lang="en-US" sz="1100" i="1" kern="1200"/>
            <a:t>Draft Changes</a:t>
          </a:r>
          <a:r>
            <a:rPr lang="en-US" sz="1100" i="0" kern="1200"/>
            <a:t> tab and re-select all drafts that are pending finalization</a:t>
          </a:r>
          <a:endParaRPr lang="en-US" sz="1100" kern="1200"/>
        </a:p>
      </dsp:txBody>
      <dsp:txXfrm>
        <a:off x="5875784" y="1652947"/>
        <a:ext cx="1990942" cy="1194565"/>
      </dsp:txXfrm>
    </dsp:sp>
    <dsp:sp modelId="{02FA3688-0D6C-47E2-BC6E-B08B2084684A}">
      <dsp:nvSpPr>
        <dsp:cNvPr id="0" name=""/>
        <dsp:cNvSpPr/>
      </dsp:nvSpPr>
      <dsp:spPr>
        <a:xfrm>
          <a:off x="2967208" y="3856992"/>
          <a:ext cx="427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7316" y="45720"/>
              </a:lnTo>
            </a:path>
          </a:pathLst>
        </a:custGeom>
        <a:noFill/>
        <a:ln w="6350" cap="flat" cmpd="sng" algn="ctr">
          <a:solidFill>
            <a:schemeClr val="accent1">
              <a:shade val="90000"/>
              <a:hueOff val="356079"/>
              <a:satOff val="-7604"/>
              <a:lumOff val="2837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69419" y="3900422"/>
        <a:ext cx="22895" cy="4579"/>
      </dsp:txXfrm>
    </dsp:sp>
    <dsp:sp modelId="{AA0BF81D-DFA6-4B6F-8764-2232556FB71B}">
      <dsp:nvSpPr>
        <dsp:cNvPr id="0" name=""/>
        <dsp:cNvSpPr/>
      </dsp:nvSpPr>
      <dsp:spPr>
        <a:xfrm>
          <a:off x="978066" y="3305429"/>
          <a:ext cx="1990942" cy="1194565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30000"/>
                <a:lumMod val="110000"/>
                <a:satMod val="105000"/>
                <a:tint val="67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30000"/>
                <a:lumMod val="105000"/>
                <a:satMod val="103000"/>
                <a:tint val="73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3000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Click </a:t>
          </a:r>
          <a:r>
            <a:rPr lang="en-US" sz="1400" b="1" i="1" kern="1200"/>
            <a:t>Finalize</a:t>
          </a:r>
          <a:endParaRPr lang="en-US" sz="1400" b="1" kern="1200"/>
        </a:p>
      </dsp:txBody>
      <dsp:txXfrm>
        <a:off x="978066" y="3305429"/>
        <a:ext cx="1990942" cy="1194565"/>
      </dsp:txXfrm>
    </dsp:sp>
    <dsp:sp modelId="{F103A830-4D71-47B4-9801-73BB7BE23CD0}">
      <dsp:nvSpPr>
        <dsp:cNvPr id="0" name=""/>
        <dsp:cNvSpPr/>
      </dsp:nvSpPr>
      <dsp:spPr>
        <a:xfrm>
          <a:off x="5416067" y="3856992"/>
          <a:ext cx="427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7316" y="45720"/>
              </a:lnTo>
            </a:path>
          </a:pathLst>
        </a:custGeom>
        <a:noFill/>
        <a:ln w="6350" cap="flat" cmpd="sng" algn="ctr">
          <a:solidFill>
            <a:schemeClr val="accent1">
              <a:shade val="90000"/>
              <a:hueOff val="415426"/>
              <a:satOff val="-8871"/>
              <a:lumOff val="331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618278" y="3900422"/>
        <a:ext cx="22895" cy="4579"/>
      </dsp:txXfrm>
    </dsp:sp>
    <dsp:sp modelId="{CFDB097A-4CED-4779-98CD-71B9AB53F3A7}">
      <dsp:nvSpPr>
        <dsp:cNvPr id="0" name=""/>
        <dsp:cNvSpPr/>
      </dsp:nvSpPr>
      <dsp:spPr>
        <a:xfrm>
          <a:off x="3426925" y="3305429"/>
          <a:ext cx="1990942" cy="1194565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35000"/>
                <a:lumMod val="110000"/>
                <a:satMod val="105000"/>
                <a:tint val="67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35000"/>
                <a:lumMod val="105000"/>
                <a:satMod val="103000"/>
                <a:tint val="73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3500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Scroll back down to </a:t>
          </a:r>
          <a:r>
            <a:rPr lang="en-US" sz="1100" i="1" kern="1200"/>
            <a:t>Client Balance Schedule </a:t>
          </a:r>
          <a:r>
            <a:rPr lang="en-US" sz="1100" i="0" kern="1200"/>
            <a:t>and</a:t>
          </a:r>
          <a:r>
            <a:rPr lang="en-US" sz="1100" i="1" kern="1200"/>
            <a:t> </a:t>
          </a:r>
          <a:r>
            <a:rPr lang="en-US" sz="1100" kern="1200"/>
            <a:t>Click </a:t>
          </a:r>
          <a:r>
            <a:rPr lang="en-US" sz="1100" i="1" kern="1200"/>
            <a:t>DL Global Data &amp; Recalculate</a:t>
          </a:r>
          <a:endParaRPr lang="en-US" sz="1100" kern="1200"/>
        </a:p>
      </dsp:txBody>
      <dsp:txXfrm>
        <a:off x="3426925" y="3305429"/>
        <a:ext cx="1990942" cy="1194565"/>
      </dsp:txXfrm>
    </dsp:sp>
    <dsp:sp modelId="{9324F130-E838-4B2D-B839-A59B3AEF10F2}">
      <dsp:nvSpPr>
        <dsp:cNvPr id="0" name=""/>
        <dsp:cNvSpPr/>
      </dsp:nvSpPr>
      <dsp:spPr>
        <a:xfrm>
          <a:off x="5875784" y="3305429"/>
          <a:ext cx="1990942" cy="1194565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40000"/>
                <a:lumMod val="110000"/>
                <a:satMod val="105000"/>
                <a:tint val="67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40000"/>
                <a:lumMod val="105000"/>
                <a:satMod val="103000"/>
                <a:tint val="73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4000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Click </a:t>
          </a:r>
          <a:r>
            <a:rPr lang="en-US" sz="1100" i="1" kern="1200"/>
            <a:t>the Historical Balance Saved </a:t>
          </a:r>
          <a:r>
            <a:rPr lang="en-US" sz="1100" kern="1200"/>
            <a:t>tab and click </a:t>
          </a:r>
          <a:r>
            <a:rPr lang="en-US" sz="1100" i="1" kern="1200"/>
            <a:t>Save Balance</a:t>
          </a:r>
          <a:r>
            <a:rPr lang="en-US" sz="1100" i="0" kern="1200"/>
            <a:t> Button</a:t>
          </a:r>
          <a:endParaRPr lang="en-US" sz="1100" kern="1200"/>
        </a:p>
      </dsp:txBody>
      <dsp:txXfrm>
        <a:off x="5875784" y="3305429"/>
        <a:ext cx="1990942" cy="11945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0860" cy="470258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14100" y="1"/>
            <a:ext cx="3070860" cy="470258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F9FBA1EC-A60A-495A-B477-8D73E894888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5100" y="1171575"/>
            <a:ext cx="4216400" cy="31638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660" y="4510565"/>
            <a:ext cx="5669280" cy="3690461"/>
          </a:xfrm>
          <a:prstGeom prst="rect">
            <a:avLst/>
          </a:prstGeom>
        </p:spPr>
        <p:txBody>
          <a:bodyPr vert="horz" lIns="94046" tIns="47023" rIns="94046" bIns="470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02344"/>
            <a:ext cx="3070860" cy="470257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14100" y="8902344"/>
            <a:ext cx="3070860" cy="470257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56818EA0-D2EF-4C38-A8B1-0D8C28DF2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02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868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776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866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4974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783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A1F91-5DAF-4308-8CD1-103E6D52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9D70A-3474-4171-B199-95A778533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CA482-2466-4B34-B5F0-68952F622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2E932-A71F-4C87-8F29-F42C899ED4BE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4685A-6E3E-4417-9863-4F2A54DAB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6F1FC-F314-455E-89ED-44D601039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4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47936-FF79-4BAD-9467-808480C37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1E9D8-3E19-4E1C-8437-CFC470EFE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7E1A8-58BC-40F9-A6E9-C2EA9C48B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42F31-02C1-498D-9CC2-B92C2CDF434E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23A46-7D43-4A54-93C9-9EF0E81B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7370E-CEFD-4DE4-A0FC-6F069EA2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97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6B35C-AE0D-47A6-9D58-2B81B44D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71A32-793D-441B-AD68-4238442E1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11632-D9DF-4A7B-BF50-F25DCA77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7864-DF79-4588-8239-29C6AE689228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3D7EE-09FD-4EC1-91CB-5868F9A4E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9428E-60CF-473F-90FC-33845451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445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6AAB0-7FF6-4933-9E22-F868C1925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08B35-4553-47E2-9C69-248E2027A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70A51-07F6-4B4E-AC1B-00C92A5F9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B59BD2-1DA7-47C2-927E-1EDAB02E4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FAA2-19A9-44AB-B8FA-E5869F238D47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BB89C-01D5-4C85-B148-89F7B797D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56DD1-999E-4E85-80AF-C5D57619E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72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2E3C4-28DC-4891-B961-D5AC5549E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39514-3694-4568-AA95-82CF0B69D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333A6-5E74-4ACD-8AC0-FAB6C7E08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B50B8-823E-4597-A8E8-6A9638DD92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E8A5CD-818C-4AC2-9FF0-0375B10D2C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147E56-F9CA-448D-BF16-285FBDD66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6C686-7BE9-4586-A687-B2D1E9405BF2}" type="datetime1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1C511-854E-4BC2-B903-8E577EE9A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A9210-8AFB-4D59-BF25-4EFD379E7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81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B0A4E-7214-4395-B4A9-683862A17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BA23A-F6DD-474E-874D-71837CECE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7A63C-776B-4C75-811A-901240DE072E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8EEFDA-3E42-47C0-93DC-C1219B95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1EABA-4C8C-473F-B711-E494A05F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98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E834C0-0139-4568-8744-EE8A5CE98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B8578-255A-4EAB-AB9D-DF676188B002}" type="datetime1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01E73B-DCCE-4735-81B5-1825A15AD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9F196-8163-4B75-8CAC-61E1C785D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22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8E244-A061-4E80-BC9C-E6AB7DBD1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428FE-F029-409E-B569-681CD14E9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8A74DE-FA8C-4583-9E68-BF0214191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68F3A-DC58-4F1A-923E-357CDF901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85B3-C4AE-4BB1-B021-68841BA35016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46901-5A47-40C9-BF0C-854E9818E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1F09E-1A7A-4217-88C3-C6FCE58F0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98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130C2-9AC3-40D2-82EA-7358BE3F3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D3CFF1-6F5E-4EDE-9591-B88623C670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4FF47-9845-4311-A900-C88BE6D75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EED47-9E30-48B0-BD7D-5D140FE87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9113-9AB1-4051-924D-DF3D9AA7B385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E5465-F8EA-489B-B0CE-6D03E7A74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B23C1-C907-4F63-83FE-12326EA9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18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A720-C411-4ED2-9590-91859DC2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AC8D4A-1E59-44F0-B9D5-55F4EF518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D2062-E7CF-4226-ABBC-7FAB80D53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5AC6-156C-4CB5-BA0A-41EEB99F2C31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E2C07-11CD-4FCA-9EF9-DBCB43960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F8289-ACCF-49F8-B239-9BC52C1B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66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1DD16A-B6EA-4F1C-B1D6-276E8C388D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D3C60F-2B01-4456-A9C9-E40F68052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CACA6-C1E6-45CC-987A-36AA89D2C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1CCD-7326-4A57-A1EF-8B0B37DF77B7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BCBA4-F9B0-4FFA-8023-E056B2BF9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91EB5-9BD0-4358-9027-51E683695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56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CEBC77-63D1-42E8-A976-F7270279F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64DF2-E1A1-406E-AEE5-0CF1A3C73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3C1D8-9EE9-42E3-A226-76CF87AC6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4C46C-9D8A-450F-A7A1-8B8352E02805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6C20A-ED86-43E7-BD47-C0407000F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B9E82-8B6D-4553-B4F9-228C6E8BF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27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10" Type="http://schemas.openxmlformats.org/officeDocument/2006/relationships/image" Target="../media/image3.png"/><Relationship Id="rId4" Type="http://schemas.openxmlformats.org/officeDocument/2006/relationships/diagramData" Target="../diagrams/data1.xml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3.xml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11" Type="http://schemas.openxmlformats.org/officeDocument/2006/relationships/image" Target="../media/image6.png"/><Relationship Id="rId5" Type="http://schemas.openxmlformats.org/officeDocument/2006/relationships/diagramLayout" Target="../diagrams/layout3.xml"/><Relationship Id="rId10" Type="http://schemas.openxmlformats.org/officeDocument/2006/relationships/image" Target="../media/image5.png"/><Relationship Id="rId4" Type="http://schemas.openxmlformats.org/officeDocument/2006/relationships/diagramData" Target="../diagrams/data3.xm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4.xml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11" Type="http://schemas.openxmlformats.org/officeDocument/2006/relationships/image" Target="../media/image10.png"/><Relationship Id="rId5" Type="http://schemas.openxmlformats.org/officeDocument/2006/relationships/diagramLayout" Target="../diagrams/layout4.xml"/><Relationship Id="rId10" Type="http://schemas.openxmlformats.org/officeDocument/2006/relationships/image" Target="../media/image9.png"/><Relationship Id="rId4" Type="http://schemas.openxmlformats.org/officeDocument/2006/relationships/diagramData" Target="../diagrams/data4.xml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6" y="40522"/>
            <a:ext cx="8854631" cy="431654"/>
          </a:xfrm>
        </p:spPr>
        <p:txBody>
          <a:bodyPr>
            <a:normAutofit/>
          </a:bodyPr>
          <a:lstStyle/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Making a Draft Change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4916" y="6404383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507847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07E670AC-5CEB-4FB0-AF4B-240BBA914E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0671865"/>
              </p:ext>
            </p:extLst>
          </p:nvPr>
        </p:nvGraphicFramePr>
        <p:xfrm>
          <a:off x="-937" y="273292"/>
          <a:ext cx="8979368" cy="57112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8D3C9FD9-8404-48F7-A055-80E80C76A9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" y="4546801"/>
            <a:ext cx="2783094" cy="90779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6D82846-447F-4735-89FE-FBA0F4DB60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78148" y="4527010"/>
            <a:ext cx="4337108" cy="99798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FEC6E82-AD44-4BBE-BCC9-F6520CC148CE}"/>
              </a:ext>
            </a:extLst>
          </p:cNvPr>
          <p:cNvSpPr/>
          <p:nvPr/>
        </p:nvSpPr>
        <p:spPr>
          <a:xfrm>
            <a:off x="843618" y="5872294"/>
            <a:ext cx="6669247" cy="922743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From slides 3-4, follow the steps for the draft change, then go to slide 6 for steps to finalize.</a:t>
            </a:r>
          </a:p>
          <a:p>
            <a:pPr algn="ctr"/>
            <a:r>
              <a:rPr lang="en-US" sz="1200"/>
              <a:t>Please note you can only make 1 of the following draft changes at a time. You must finalize and then start again if changing multiple things about a draft (ex. A date and amount)</a:t>
            </a:r>
            <a:endParaRPr lang="en-US" sz="1200"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D627E7-8A17-CAF4-8DCF-249C565396B9}"/>
              </a:ext>
            </a:extLst>
          </p:cNvPr>
          <p:cNvSpPr txBox="1"/>
          <p:nvPr/>
        </p:nvSpPr>
        <p:spPr>
          <a:xfrm>
            <a:off x="7002215" y="90144"/>
            <a:ext cx="2141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Reviewed 9/21/2023</a:t>
            </a:r>
          </a:p>
        </p:txBody>
      </p:sp>
    </p:spTree>
    <p:extLst>
      <p:ext uri="{BB962C8B-B14F-4D97-AF65-F5344CB8AC3E}">
        <p14:creationId xmlns:p14="http://schemas.microsoft.com/office/powerpoint/2010/main" val="4099539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6" y="40522"/>
            <a:ext cx="8854631" cy="431654"/>
          </a:xfrm>
        </p:spPr>
        <p:txBody>
          <a:bodyPr>
            <a:normAutofit/>
          </a:bodyPr>
          <a:lstStyle/>
          <a:p>
            <a:r>
              <a:rPr lang="en-US" sz="2000">
                <a:latin typeface="Arial"/>
                <a:cs typeface="Arial"/>
              </a:rPr>
              <a:t>Important for any client requesting to skip/reduce draft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4916" y="6404383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507847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8" name="Diagram 27">
            <a:extLst>
              <a:ext uri="{FF2B5EF4-FFF2-40B4-BE49-F238E27FC236}">
                <a16:creationId xmlns:a16="http://schemas.microsoft.com/office/drawing/2014/main" id="{3D78E6DC-2C1D-76B4-206B-E5CD3C0FA0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0634715"/>
              </p:ext>
            </p:extLst>
          </p:nvPr>
        </p:nvGraphicFramePr>
        <p:xfrm>
          <a:off x="326572" y="764562"/>
          <a:ext cx="8481252" cy="5338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313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6" y="40522"/>
            <a:ext cx="8854631" cy="431654"/>
          </a:xfrm>
        </p:spPr>
        <p:txBody>
          <a:bodyPr>
            <a:normAutofit/>
          </a:bodyPr>
          <a:lstStyle/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Client wishes to….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61957" y="6429912"/>
            <a:ext cx="2057400" cy="365125"/>
          </a:xfrm>
        </p:spPr>
        <p:txBody>
          <a:bodyPr/>
          <a:lstStyle/>
          <a:p>
            <a:fld id="{AAB8DC1C-CF51-4F7D-8E83-F954D2933D5A}" type="slidenum">
              <a:rPr lang="en-US" smtClean="0"/>
              <a:t>3</a:t>
            </a:fld>
            <a:endParaRPr lang="en-US"/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4916" y="6404383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507847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07E670AC-5CEB-4FB0-AF4B-240BBA914E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162698"/>
              </p:ext>
            </p:extLst>
          </p:nvPr>
        </p:nvGraphicFramePr>
        <p:xfrm>
          <a:off x="170953" y="553048"/>
          <a:ext cx="8979368" cy="38254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D943BA3-5E06-42A0-B68D-199AABDE51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26" y="4427085"/>
            <a:ext cx="2724023" cy="2484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09F7541-6867-4C11-BCB1-A9BABD8F134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42" y="4728927"/>
            <a:ext cx="2588075" cy="199254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23A8B58-1767-414D-8D2C-27DB136D0E0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3536" y="4633020"/>
            <a:ext cx="2579421" cy="191048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8E12732-076F-4E76-914A-E9DC0431166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73901" y="4527203"/>
            <a:ext cx="2579421" cy="187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979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6" y="40522"/>
            <a:ext cx="8854631" cy="431654"/>
          </a:xfrm>
        </p:spPr>
        <p:txBody>
          <a:bodyPr>
            <a:normAutofit/>
          </a:bodyPr>
          <a:lstStyle/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Client wishes to….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13267" y="6612161"/>
            <a:ext cx="3086100" cy="365125"/>
          </a:xfrm>
        </p:spPr>
        <p:txBody>
          <a:bodyPr/>
          <a:lstStyle/>
          <a:p>
            <a:r>
              <a:rPr lang="en-US"/>
              <a:t>Confidential</a:t>
            </a:r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163" y="62963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507847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07E670AC-5CEB-4FB0-AF4B-240BBA914E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4394368"/>
              </p:ext>
            </p:extLst>
          </p:nvPr>
        </p:nvGraphicFramePr>
        <p:xfrm>
          <a:off x="80742" y="579095"/>
          <a:ext cx="8979368" cy="39068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35BA1924-78AE-4011-AC56-499FDA106B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3526" y="4630253"/>
            <a:ext cx="1773454" cy="20912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B80E09B-9C6A-47D1-BB5A-26B4E63FF93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30422" y="4630253"/>
            <a:ext cx="1773454" cy="209122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B5ABDCF-3B09-493B-9E48-64D7AD38233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7318" y="4630253"/>
            <a:ext cx="1773452" cy="209122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031C523-3364-45E1-8723-C35FE2F641B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61957" y="4630252"/>
            <a:ext cx="1773452" cy="2091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636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6" y="40522"/>
            <a:ext cx="8854631" cy="431654"/>
          </a:xfrm>
        </p:spPr>
        <p:txBody>
          <a:bodyPr>
            <a:normAutofit/>
          </a:bodyPr>
          <a:lstStyle/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Finalize Draft Changes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5</a:t>
            </a:fld>
            <a:endParaRPr lang="en-US"/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4916" y="6404383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507847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A2C0C48-8C6A-4480-A589-77FE72917F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2033689"/>
              </p:ext>
            </p:extLst>
          </p:nvPr>
        </p:nvGraphicFramePr>
        <p:xfrm>
          <a:off x="148203" y="662703"/>
          <a:ext cx="8844793" cy="45004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4F91382-1F3F-48B6-AB50-9FE66DCAF11B}"/>
              </a:ext>
            </a:extLst>
          </p:cNvPr>
          <p:cNvSpPr/>
          <p:nvPr/>
        </p:nvSpPr>
        <p:spPr>
          <a:xfrm>
            <a:off x="539427" y="5222084"/>
            <a:ext cx="8062344" cy="1132083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0" vert="horz" wrap="square" lIns="92456" tIns="92456" rIns="92456" bIns="92456" numCol="1" spcCol="1270" anchor="ctr" anchorCtr="0">
            <a:noAutofit/>
          </a:bodyPr>
          <a:lstStyle/>
          <a:p>
            <a:r>
              <a:rPr lang="en-US"/>
              <a:t>Always ensure recording has uploaded to client files and add notes to client page</a:t>
            </a:r>
          </a:p>
          <a:p>
            <a:endParaRPr lang="en-US"/>
          </a:p>
          <a:p>
            <a:r>
              <a:rPr lang="en-US"/>
              <a:t>Exception: If a client wants to lower all program drafts, you must submit a Program Change to modify program terms </a:t>
            </a:r>
          </a:p>
        </p:txBody>
      </p:sp>
    </p:spTree>
    <p:extLst>
      <p:ext uri="{BB962C8B-B14F-4D97-AF65-F5344CB8AC3E}">
        <p14:creationId xmlns:p14="http://schemas.microsoft.com/office/powerpoint/2010/main" val="3348997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9DC55F4-8034-4279-A768-3BC59612D256}" vid="{D2D9A7DC-B5CD-4C3A-A780-7E5258CB9C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fca21091-4343-4232-a795-e59481497cb5" xsi:nil="true"/>
    <lcf76f155ced4ddcb4097134ff3c332f xmlns="dfbadaf6-90cf-41d3-a0ba-bbd98d259036">
      <Terms xmlns="http://schemas.microsoft.com/office/infopath/2007/PartnerControls"/>
    </lcf76f155ced4ddcb4097134ff3c332f>
    <_Flow_SignoffStatus xmlns="dfbadaf6-90cf-41d3-a0ba-bbd98d25903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3EA4EAC53434282EAA3F21CEC1BE7" ma:contentTypeVersion="29" ma:contentTypeDescription="Create a new document." ma:contentTypeScope="" ma:versionID="dab868ee6726c59ccc8963be21ce14c7">
  <xsd:schema xmlns:xsd="http://www.w3.org/2001/XMLSchema" xmlns:xs="http://www.w3.org/2001/XMLSchema" xmlns:p="http://schemas.microsoft.com/office/2006/metadata/properties" xmlns:ns1="http://schemas.microsoft.com/sharepoint/v3" xmlns:ns2="dfbadaf6-90cf-41d3-a0ba-bbd98d259036" xmlns:ns3="fca21091-4343-4232-a795-e59481497cb5" targetNamespace="http://schemas.microsoft.com/office/2006/metadata/properties" ma:root="true" ma:fieldsID="533221d39a40b5582d4a43f41012e827" ns1:_="" ns2:_="" ns3:_="">
    <xsd:import namespace="http://schemas.microsoft.com/sharepoint/v3"/>
    <xsd:import namespace="dfbadaf6-90cf-41d3-a0ba-bbd98d259036"/>
    <xsd:import namespace="fca21091-4343-4232-a795-e59481497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_Flow_SignoffStatu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adaf6-90cf-41d3-a0ba-bbd98d259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f4aff2b-04e6-48f0-83c9-56fafe2014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6" nillable="true" ma:displayName="Sign-off status" ma:internalName="Sign_x002d_off_x0020_status">
      <xsd:simpleType>
        <xsd:restriction base="dms:Text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21091-4343-4232-a795-e59481497cb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36b9b6e-086a-4dd3-8773-df145aa506ae}" ma:internalName="TaxCatchAll" ma:showField="CatchAllData" ma:web="fca21091-4343-4232-a795-e59481497c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C1D25B-C9D7-4A85-9CA8-F1FE7C31EA43}">
  <ds:schemaRefs>
    <ds:schemaRef ds:uri="dfbadaf6-90cf-41d3-a0ba-bbd98d259036"/>
    <ds:schemaRef ds:uri="fca21091-4343-4232-a795-e59481497cb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2B5E254-D000-4F70-9D65-263B748DC4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fbadaf6-90cf-41d3-a0ba-bbd98d259036"/>
    <ds:schemaRef ds:uri="fca21091-4343-4232-a795-e59481497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CBA5092-7189-4DD9-B469-74F2EB4767B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COA ppt template</Template>
  <Application>Microsoft Office PowerPoint</Application>
  <PresentationFormat>On-screen Show (4:3)</PresentationFormat>
  <Slides>5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Making a Draft Change</vt:lpstr>
      <vt:lpstr>Important for any client requesting to skip/reduce draft</vt:lpstr>
      <vt:lpstr>Client wishes to….</vt:lpstr>
      <vt:lpstr>Client wishes to….</vt:lpstr>
      <vt:lpstr>Finalize Draft Changes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Lending Tree Insights</dc:title>
  <dc:creator>Brandon Homuth</dc:creator>
  <cp:revision>6</cp:revision>
  <cp:lastPrinted>2020-12-17T16:31:33Z</cp:lastPrinted>
  <dcterms:created xsi:type="dcterms:W3CDTF">2020-07-08T17:20:15Z</dcterms:created>
  <dcterms:modified xsi:type="dcterms:W3CDTF">2026-02-12T20:11:04Z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0x010100E563EA4EAC53434282EAA3F21CEC1BE7</vt:lpwstr>
  </property>
  <property fmtid="{D5CDD505-2E9C-101B-9397-08002B2CF9AE}" pid="3" name="MediaServiceImageTags">
    <vt:lpwstr/>
  </property>
</Properties>
</file>