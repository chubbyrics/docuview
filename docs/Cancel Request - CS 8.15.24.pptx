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omments/modernComment_7A6_92260645.xml" ContentType="application/vnd.ms-powerpoint.comments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6"/>
  </p:notesMasterIdLst>
  <p:sldIdLst>
    <p:sldId id="1958" r:id="rId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7A5B8CC-3876-DBBD-2027-6F51F5282F47}" name="Heather Sellers" initials="HS" userId="S::hsellers@clearoneadvantage.com::25461d58-9233-4504-9b5c-0ad256442133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6357" autoAdjust="0"/>
  </p:normalViewPr>
  <p:slideViewPr>
    <p:cSldViewPr snapToGrid="0">
      <p:cViewPr varScale="1">
        <p:scale>
          <a:sx n="83" d="100"/>
          <a:sy n="83" d="100"/>
        </p:scale>
        <p:origin x="1194" y="9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microsoft.com/office/2018/10/relationships/authors" Target="authors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comments/modernComment_7A6_92260645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A49E9B2-C99C-4C88-8958-FB246364573B}" authorId="{A7A5B8CC-3876-DBBD-2027-6F51F5282F47}" status="resolved" created="2023-09-21T21:01:48.131" complete="10000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451965509" sldId="1958"/>
      <ac:spMk id="18" creationId="{CD0B4623-668A-41E0-B1A1-FDEDE9114300}"/>
      <ac:txMk cp="191" len="84">
        <ac:context len="276" hash="3326245791"/>
      </ac:txMk>
    </ac:txMkLst>
    <p188:pos x="5507728" y="1066277"/>
    <p188:txBody>
      <a:bodyPr/>
      <a:lstStyle/>
      <a:p>
        <a:r>
          <a:rPr lang="en-US"/>
          <a:t>Newly added [@Christina Borrello] </a:t>
        </a:r>
      </a:p>
    </p188:txBody>
  </p188:cm>
</p188:cmLst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3CCD257-1924-48B4-ABE1-D2A8FF896A4B}" type="doc">
      <dgm:prSet loTypeId="urn:microsoft.com/office/officeart/2005/8/layout/lProcess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63FE4BA-9D77-477A-9568-0C5983C2DA5D}">
      <dgm:prSet phldrT="[Text]" custT="1"/>
      <dgm:spPr/>
      <dgm:t>
        <a:bodyPr/>
        <a:lstStyle/>
        <a:p>
          <a:r>
            <a:rPr lang="en-US" sz="2400" dirty="0"/>
            <a:t>Cancel Request</a:t>
          </a:r>
        </a:p>
      </dgm:t>
    </dgm:pt>
    <dgm:pt modelId="{3A198E73-3493-4568-A742-BBCF018D41AE}" type="parTrans" cxnId="{21394CCE-7011-47FC-AA85-2DA5028ACE21}">
      <dgm:prSet/>
      <dgm:spPr/>
      <dgm:t>
        <a:bodyPr/>
        <a:lstStyle/>
        <a:p>
          <a:endParaRPr lang="en-US"/>
        </a:p>
      </dgm:t>
    </dgm:pt>
    <dgm:pt modelId="{A3201A0B-436D-481B-9CEF-36BFAEADF744}" type="sibTrans" cxnId="{21394CCE-7011-47FC-AA85-2DA5028ACE21}">
      <dgm:prSet/>
      <dgm:spPr/>
      <dgm:t>
        <a:bodyPr/>
        <a:lstStyle/>
        <a:p>
          <a:endParaRPr lang="en-US"/>
        </a:p>
      </dgm:t>
    </dgm:pt>
    <dgm:pt modelId="{A7BE293F-E82A-440F-A66F-3AEB7E34B962}">
      <dgm:prSet phldrT="[Text]"/>
      <dgm:spPr/>
      <dgm:t>
        <a:bodyPr/>
        <a:lstStyle/>
        <a:p>
          <a:r>
            <a:rPr lang="en-US" dirty="0"/>
            <a:t>Add New Request</a:t>
          </a:r>
        </a:p>
      </dgm:t>
    </dgm:pt>
    <dgm:pt modelId="{90DE5510-3538-405D-BD72-3AD96D8FE32B}" type="parTrans" cxnId="{211B29A4-E59C-41E8-A5BF-14CE926A3417}">
      <dgm:prSet/>
      <dgm:spPr/>
      <dgm:t>
        <a:bodyPr/>
        <a:lstStyle/>
        <a:p>
          <a:endParaRPr lang="en-US"/>
        </a:p>
      </dgm:t>
    </dgm:pt>
    <dgm:pt modelId="{8F3823DE-6B6C-43E5-8F9F-04A030D08242}" type="sibTrans" cxnId="{211B29A4-E59C-41E8-A5BF-14CE926A3417}">
      <dgm:prSet/>
      <dgm:spPr/>
      <dgm:t>
        <a:bodyPr/>
        <a:lstStyle/>
        <a:p>
          <a:endParaRPr lang="en-US"/>
        </a:p>
      </dgm:t>
    </dgm:pt>
    <dgm:pt modelId="{DA680C7B-40A8-49CC-84A8-523328B70E1E}">
      <dgm:prSet phldrT="[Text]"/>
      <dgm:spPr/>
      <dgm:t>
        <a:bodyPr/>
        <a:lstStyle/>
        <a:p>
          <a:r>
            <a:rPr lang="en-US" dirty="0"/>
            <a:t>Request Type - Cancel</a:t>
          </a:r>
        </a:p>
      </dgm:t>
    </dgm:pt>
    <dgm:pt modelId="{629E68D0-3338-4E91-99DB-CBEDCAE6959F}" type="parTrans" cxnId="{578E130A-DC94-4A17-B5E3-CB84708FB0C7}">
      <dgm:prSet/>
      <dgm:spPr/>
      <dgm:t>
        <a:bodyPr/>
        <a:lstStyle/>
        <a:p>
          <a:endParaRPr lang="en-US"/>
        </a:p>
      </dgm:t>
    </dgm:pt>
    <dgm:pt modelId="{37C86243-67E1-41EE-9251-B86B569FE1A6}" type="sibTrans" cxnId="{578E130A-DC94-4A17-B5E3-CB84708FB0C7}">
      <dgm:prSet/>
      <dgm:spPr/>
      <dgm:t>
        <a:bodyPr/>
        <a:lstStyle/>
        <a:p>
          <a:endParaRPr lang="en-US"/>
        </a:p>
      </dgm:t>
    </dgm:pt>
    <dgm:pt modelId="{D746E125-EDF8-4255-B151-9288346812CC}">
      <dgm:prSet phldrT="[Text]"/>
      <dgm:spPr/>
      <dgm:t>
        <a:bodyPr/>
        <a:lstStyle/>
        <a:p>
          <a:r>
            <a:rPr lang="en-US" dirty="0"/>
            <a:t>Responder – Cancel Queue</a:t>
          </a:r>
        </a:p>
      </dgm:t>
    </dgm:pt>
    <dgm:pt modelId="{BFAED94E-3DDC-4564-8C85-D73AC5B42C31}" type="parTrans" cxnId="{A43E0942-0D51-4BD4-B3B7-5CD52BF06BB9}">
      <dgm:prSet/>
      <dgm:spPr/>
      <dgm:t>
        <a:bodyPr/>
        <a:lstStyle/>
        <a:p>
          <a:endParaRPr lang="en-US"/>
        </a:p>
      </dgm:t>
    </dgm:pt>
    <dgm:pt modelId="{9DDCC440-12A1-402E-8DB2-4D5A9FDD35D9}" type="sibTrans" cxnId="{A43E0942-0D51-4BD4-B3B7-5CD52BF06BB9}">
      <dgm:prSet/>
      <dgm:spPr/>
      <dgm:t>
        <a:bodyPr/>
        <a:lstStyle/>
        <a:p>
          <a:endParaRPr lang="en-US"/>
        </a:p>
      </dgm:t>
    </dgm:pt>
    <dgm:pt modelId="{35BE63CD-906D-4D67-B2C6-7814F6A46545}">
      <dgm:prSet phldrT="[Text]"/>
      <dgm:spPr/>
      <dgm:t>
        <a:bodyPr/>
        <a:lstStyle/>
        <a:p>
          <a:r>
            <a:rPr lang="en-US" dirty="0"/>
            <a:t>Internal Status – Waiting for Responder</a:t>
          </a:r>
        </a:p>
      </dgm:t>
    </dgm:pt>
    <dgm:pt modelId="{69C4AA79-1965-4685-B42F-DB78CF3EC0B6}" type="parTrans" cxnId="{B64694BC-B4B4-4AE4-8899-43C2A4D8C4CA}">
      <dgm:prSet/>
      <dgm:spPr/>
      <dgm:t>
        <a:bodyPr/>
        <a:lstStyle/>
        <a:p>
          <a:endParaRPr lang="en-US"/>
        </a:p>
      </dgm:t>
    </dgm:pt>
    <dgm:pt modelId="{AD02CBC9-BF6A-4F93-8A86-B23786758D1A}" type="sibTrans" cxnId="{B64694BC-B4B4-4AE4-8899-43C2A4D8C4CA}">
      <dgm:prSet/>
      <dgm:spPr/>
      <dgm:t>
        <a:bodyPr/>
        <a:lstStyle/>
        <a:p>
          <a:endParaRPr lang="en-US"/>
        </a:p>
      </dgm:t>
    </dgm:pt>
    <dgm:pt modelId="{4E558F06-E13A-41E9-8DFE-1BCF9C9A6D42}">
      <dgm:prSet phldrT="[Text]"/>
      <dgm:spPr/>
      <dgm:t>
        <a:bodyPr/>
        <a:lstStyle/>
        <a:p>
          <a:r>
            <a:rPr lang="en-US" dirty="0"/>
            <a:t>NGO – Today</a:t>
          </a:r>
        </a:p>
      </dgm:t>
    </dgm:pt>
    <dgm:pt modelId="{18CEEB16-E158-4D9B-A951-4ED788B44717}" type="parTrans" cxnId="{E8046CC2-78C2-4699-9541-A905295141BE}">
      <dgm:prSet/>
      <dgm:spPr/>
      <dgm:t>
        <a:bodyPr/>
        <a:lstStyle/>
        <a:p>
          <a:endParaRPr lang="en-US"/>
        </a:p>
      </dgm:t>
    </dgm:pt>
    <dgm:pt modelId="{BCBC00E8-7A78-4642-AAA6-FD86C11622CD}" type="sibTrans" cxnId="{E8046CC2-78C2-4699-9541-A905295141BE}">
      <dgm:prSet/>
      <dgm:spPr/>
      <dgm:t>
        <a:bodyPr/>
        <a:lstStyle/>
        <a:p>
          <a:endParaRPr lang="en-US"/>
        </a:p>
      </dgm:t>
    </dgm:pt>
    <dgm:pt modelId="{7C008786-0D72-44C5-BB5C-C9EAD861BF6D}">
      <dgm:prSet phldrT="[Text]"/>
      <dgm:spPr/>
      <dgm:t>
        <a:bodyPr/>
        <a:lstStyle/>
        <a:p>
          <a:r>
            <a:rPr lang="en-US" dirty="0"/>
            <a:t>Request Notes – Please Save (save tool)</a:t>
          </a:r>
        </a:p>
      </dgm:t>
    </dgm:pt>
    <dgm:pt modelId="{72D1A156-FC35-48D9-AAA0-AB520ACAFA50}" type="parTrans" cxnId="{8B9BB364-FEE9-43CA-A881-CAC4FFBD29E2}">
      <dgm:prSet/>
      <dgm:spPr/>
      <dgm:t>
        <a:bodyPr/>
        <a:lstStyle/>
        <a:p>
          <a:endParaRPr lang="en-US"/>
        </a:p>
      </dgm:t>
    </dgm:pt>
    <dgm:pt modelId="{A71EF7B1-5536-4939-9191-EFF74D47C274}" type="sibTrans" cxnId="{8B9BB364-FEE9-43CA-A881-CAC4FFBD29E2}">
      <dgm:prSet/>
      <dgm:spPr/>
      <dgm:t>
        <a:bodyPr/>
        <a:lstStyle/>
        <a:p>
          <a:endParaRPr lang="en-US"/>
        </a:p>
      </dgm:t>
    </dgm:pt>
    <dgm:pt modelId="{B37A18A4-B15C-4622-9101-54C81DB66B81}">
      <dgm:prSet phldrT="[Text]"/>
      <dgm:spPr/>
      <dgm:t>
        <a:bodyPr/>
        <a:lstStyle/>
        <a:p>
          <a:r>
            <a:rPr lang="en-US" dirty="0"/>
            <a:t>Save and Close</a:t>
          </a:r>
        </a:p>
      </dgm:t>
    </dgm:pt>
    <dgm:pt modelId="{1F26548F-F58B-4629-A747-1116D2733633}" type="parTrans" cxnId="{B19179A5-D95E-4B38-A389-4907A50A77C8}">
      <dgm:prSet/>
      <dgm:spPr/>
      <dgm:t>
        <a:bodyPr/>
        <a:lstStyle/>
        <a:p>
          <a:endParaRPr lang="en-US"/>
        </a:p>
      </dgm:t>
    </dgm:pt>
    <dgm:pt modelId="{A5308886-3F65-44AD-92C9-D3E4D5B1CBC8}" type="sibTrans" cxnId="{B19179A5-D95E-4B38-A389-4907A50A77C8}">
      <dgm:prSet/>
      <dgm:spPr/>
      <dgm:t>
        <a:bodyPr/>
        <a:lstStyle/>
        <a:p>
          <a:endParaRPr lang="en-US"/>
        </a:p>
      </dgm:t>
    </dgm:pt>
    <dgm:pt modelId="{BF923A26-8E8F-43A8-A41D-ADD60CC38178}" type="pres">
      <dgm:prSet presAssocID="{73CCD257-1924-48B4-ABE1-D2A8FF896A4B}" presName="theList" presStyleCnt="0">
        <dgm:presLayoutVars>
          <dgm:dir/>
          <dgm:animLvl val="lvl"/>
          <dgm:resizeHandles val="exact"/>
        </dgm:presLayoutVars>
      </dgm:prSet>
      <dgm:spPr/>
    </dgm:pt>
    <dgm:pt modelId="{0760CB37-0220-434C-8231-C9DC2EC18B89}" type="pres">
      <dgm:prSet presAssocID="{A63FE4BA-9D77-477A-9568-0C5983C2DA5D}" presName="compNode" presStyleCnt="0"/>
      <dgm:spPr/>
    </dgm:pt>
    <dgm:pt modelId="{A90CCFD7-9582-4733-8B76-8938EB30933C}" type="pres">
      <dgm:prSet presAssocID="{A63FE4BA-9D77-477A-9568-0C5983C2DA5D}" presName="aNode" presStyleLbl="bgShp" presStyleIdx="0" presStyleCnt="1" custLinFactNeighborX="-10567" custLinFactNeighborY="1020"/>
      <dgm:spPr/>
    </dgm:pt>
    <dgm:pt modelId="{94D0E6EC-8C5B-482D-9A35-28D911A7C541}" type="pres">
      <dgm:prSet presAssocID="{A63FE4BA-9D77-477A-9568-0C5983C2DA5D}" presName="textNode" presStyleLbl="bgShp" presStyleIdx="0" presStyleCnt="1"/>
      <dgm:spPr/>
    </dgm:pt>
    <dgm:pt modelId="{359CA778-93B3-411C-BAEF-BBAC696EC0C3}" type="pres">
      <dgm:prSet presAssocID="{A63FE4BA-9D77-477A-9568-0C5983C2DA5D}" presName="compChildNode" presStyleCnt="0"/>
      <dgm:spPr/>
    </dgm:pt>
    <dgm:pt modelId="{7C0EE2DD-7C07-4958-A2E2-F35417DF2D85}" type="pres">
      <dgm:prSet presAssocID="{A63FE4BA-9D77-477A-9568-0C5983C2DA5D}" presName="theInnerList" presStyleCnt="0"/>
      <dgm:spPr/>
    </dgm:pt>
    <dgm:pt modelId="{18732A4F-EA5F-4ED5-B113-59D6C981F36D}" type="pres">
      <dgm:prSet presAssocID="{A7BE293F-E82A-440F-A66F-3AEB7E34B962}" presName="childNode" presStyleLbl="node1" presStyleIdx="0" presStyleCnt="7" custAng="0" custScaleY="2000000">
        <dgm:presLayoutVars>
          <dgm:bulletEnabled val="1"/>
        </dgm:presLayoutVars>
      </dgm:prSet>
      <dgm:spPr/>
    </dgm:pt>
    <dgm:pt modelId="{E0DA35CD-EA75-4E7C-9C1F-AF5543BEE088}" type="pres">
      <dgm:prSet presAssocID="{A7BE293F-E82A-440F-A66F-3AEB7E34B962}" presName="aSpace2" presStyleCnt="0"/>
      <dgm:spPr/>
    </dgm:pt>
    <dgm:pt modelId="{2E2E66E4-C23C-4C74-AD31-A8A54EBA563A}" type="pres">
      <dgm:prSet presAssocID="{DA680C7B-40A8-49CC-84A8-523328B70E1E}" presName="childNode" presStyleLbl="node1" presStyleIdx="1" presStyleCnt="7" custAng="0" custScaleY="2000000">
        <dgm:presLayoutVars>
          <dgm:bulletEnabled val="1"/>
        </dgm:presLayoutVars>
      </dgm:prSet>
      <dgm:spPr/>
    </dgm:pt>
    <dgm:pt modelId="{8347476A-D04C-4BC4-892B-AEAE44CB132F}" type="pres">
      <dgm:prSet presAssocID="{DA680C7B-40A8-49CC-84A8-523328B70E1E}" presName="aSpace2" presStyleCnt="0"/>
      <dgm:spPr/>
    </dgm:pt>
    <dgm:pt modelId="{19034476-3998-4B7D-A3C7-EB9C91E653FE}" type="pres">
      <dgm:prSet presAssocID="{D746E125-EDF8-4255-B151-9288346812CC}" presName="childNode" presStyleLbl="node1" presStyleIdx="2" presStyleCnt="7" custAng="0" custScaleY="2000000">
        <dgm:presLayoutVars>
          <dgm:bulletEnabled val="1"/>
        </dgm:presLayoutVars>
      </dgm:prSet>
      <dgm:spPr/>
    </dgm:pt>
    <dgm:pt modelId="{B814C5BF-946C-466F-8BE3-6D722B128826}" type="pres">
      <dgm:prSet presAssocID="{D746E125-EDF8-4255-B151-9288346812CC}" presName="aSpace2" presStyleCnt="0"/>
      <dgm:spPr/>
    </dgm:pt>
    <dgm:pt modelId="{2A2CBB94-8707-4BB8-97B6-BCB7C77C0993}" type="pres">
      <dgm:prSet presAssocID="{35BE63CD-906D-4D67-B2C6-7814F6A46545}" presName="childNode" presStyleLbl="node1" presStyleIdx="3" presStyleCnt="7" custAng="0" custScaleY="2000000">
        <dgm:presLayoutVars>
          <dgm:bulletEnabled val="1"/>
        </dgm:presLayoutVars>
      </dgm:prSet>
      <dgm:spPr/>
    </dgm:pt>
    <dgm:pt modelId="{4C649E08-57B6-4EDF-8685-3F36F5F9414E}" type="pres">
      <dgm:prSet presAssocID="{35BE63CD-906D-4D67-B2C6-7814F6A46545}" presName="aSpace2" presStyleCnt="0"/>
      <dgm:spPr/>
    </dgm:pt>
    <dgm:pt modelId="{E296B036-8E45-4114-8AEF-EC0EF638FC17}" type="pres">
      <dgm:prSet presAssocID="{4E558F06-E13A-41E9-8DFE-1BCF9C9A6D42}" presName="childNode" presStyleLbl="node1" presStyleIdx="4" presStyleCnt="7" custAng="0" custScaleY="2000000">
        <dgm:presLayoutVars>
          <dgm:bulletEnabled val="1"/>
        </dgm:presLayoutVars>
      </dgm:prSet>
      <dgm:spPr/>
    </dgm:pt>
    <dgm:pt modelId="{616A428E-6921-4BF8-B47F-D554A01AEB01}" type="pres">
      <dgm:prSet presAssocID="{4E558F06-E13A-41E9-8DFE-1BCF9C9A6D42}" presName="aSpace2" presStyleCnt="0"/>
      <dgm:spPr/>
    </dgm:pt>
    <dgm:pt modelId="{9B461A46-53E1-448B-9D1F-861192475BBE}" type="pres">
      <dgm:prSet presAssocID="{7C008786-0D72-44C5-BB5C-C9EAD861BF6D}" presName="childNode" presStyleLbl="node1" presStyleIdx="5" presStyleCnt="7" custAng="0" custScaleY="2000000">
        <dgm:presLayoutVars>
          <dgm:bulletEnabled val="1"/>
        </dgm:presLayoutVars>
      </dgm:prSet>
      <dgm:spPr/>
    </dgm:pt>
    <dgm:pt modelId="{2AC4A4FB-9E51-4C1F-95D2-049A0483C249}" type="pres">
      <dgm:prSet presAssocID="{7C008786-0D72-44C5-BB5C-C9EAD861BF6D}" presName="aSpace2" presStyleCnt="0"/>
      <dgm:spPr/>
    </dgm:pt>
    <dgm:pt modelId="{270FF089-8095-4081-BAD1-5BFDBAE6AAFC}" type="pres">
      <dgm:prSet presAssocID="{B37A18A4-B15C-4622-9101-54C81DB66B81}" presName="childNode" presStyleLbl="node1" presStyleIdx="6" presStyleCnt="7" custAng="0" custScaleY="2000000">
        <dgm:presLayoutVars>
          <dgm:bulletEnabled val="1"/>
        </dgm:presLayoutVars>
      </dgm:prSet>
      <dgm:spPr/>
    </dgm:pt>
  </dgm:ptLst>
  <dgm:cxnLst>
    <dgm:cxn modelId="{578E130A-DC94-4A17-B5E3-CB84708FB0C7}" srcId="{A63FE4BA-9D77-477A-9568-0C5983C2DA5D}" destId="{DA680C7B-40A8-49CC-84A8-523328B70E1E}" srcOrd="1" destOrd="0" parTransId="{629E68D0-3338-4E91-99DB-CBEDCAE6959F}" sibTransId="{37C86243-67E1-41EE-9251-B86B569FE1A6}"/>
    <dgm:cxn modelId="{736C5E24-5E9F-4C6A-92EF-83660AE21C07}" type="presOf" srcId="{B37A18A4-B15C-4622-9101-54C81DB66B81}" destId="{270FF089-8095-4081-BAD1-5BFDBAE6AAFC}" srcOrd="0" destOrd="0" presId="urn:microsoft.com/office/officeart/2005/8/layout/lProcess2"/>
    <dgm:cxn modelId="{AB909227-BC82-4AA2-B195-7816ABD378F6}" type="presOf" srcId="{35BE63CD-906D-4D67-B2C6-7814F6A46545}" destId="{2A2CBB94-8707-4BB8-97B6-BCB7C77C0993}" srcOrd="0" destOrd="0" presId="urn:microsoft.com/office/officeart/2005/8/layout/lProcess2"/>
    <dgm:cxn modelId="{A43E0942-0D51-4BD4-B3B7-5CD52BF06BB9}" srcId="{A63FE4BA-9D77-477A-9568-0C5983C2DA5D}" destId="{D746E125-EDF8-4255-B151-9288346812CC}" srcOrd="2" destOrd="0" parTransId="{BFAED94E-3DDC-4564-8C85-D73AC5B42C31}" sibTransId="{9DDCC440-12A1-402E-8DB2-4D5A9FDD35D9}"/>
    <dgm:cxn modelId="{2C491B44-D30A-4B16-ADAF-EF4C669CD4F6}" type="presOf" srcId="{D746E125-EDF8-4255-B151-9288346812CC}" destId="{19034476-3998-4B7D-A3C7-EB9C91E653FE}" srcOrd="0" destOrd="0" presId="urn:microsoft.com/office/officeart/2005/8/layout/lProcess2"/>
    <dgm:cxn modelId="{8B9BB364-FEE9-43CA-A881-CAC4FFBD29E2}" srcId="{A63FE4BA-9D77-477A-9568-0C5983C2DA5D}" destId="{7C008786-0D72-44C5-BB5C-C9EAD861BF6D}" srcOrd="5" destOrd="0" parTransId="{72D1A156-FC35-48D9-AAA0-AB520ACAFA50}" sibTransId="{A71EF7B1-5536-4939-9191-EFF74D47C274}"/>
    <dgm:cxn modelId="{9A5B4647-3271-4CBD-92BE-BB4550410FC7}" type="presOf" srcId="{4E558F06-E13A-41E9-8DFE-1BCF9C9A6D42}" destId="{E296B036-8E45-4114-8AEF-EC0EF638FC17}" srcOrd="0" destOrd="0" presId="urn:microsoft.com/office/officeart/2005/8/layout/lProcess2"/>
    <dgm:cxn modelId="{2BB7F08A-02FD-4EA7-85DE-A938E03957D6}" type="presOf" srcId="{73CCD257-1924-48B4-ABE1-D2A8FF896A4B}" destId="{BF923A26-8E8F-43A8-A41D-ADD60CC38178}" srcOrd="0" destOrd="0" presId="urn:microsoft.com/office/officeart/2005/8/layout/lProcess2"/>
    <dgm:cxn modelId="{FDB39B9B-0993-4DAC-A32F-36E1674AE537}" type="presOf" srcId="{DA680C7B-40A8-49CC-84A8-523328B70E1E}" destId="{2E2E66E4-C23C-4C74-AD31-A8A54EBA563A}" srcOrd="0" destOrd="0" presId="urn:microsoft.com/office/officeart/2005/8/layout/lProcess2"/>
    <dgm:cxn modelId="{211B29A4-E59C-41E8-A5BF-14CE926A3417}" srcId="{A63FE4BA-9D77-477A-9568-0C5983C2DA5D}" destId="{A7BE293F-E82A-440F-A66F-3AEB7E34B962}" srcOrd="0" destOrd="0" parTransId="{90DE5510-3538-405D-BD72-3AD96D8FE32B}" sibTransId="{8F3823DE-6B6C-43E5-8F9F-04A030D08242}"/>
    <dgm:cxn modelId="{B19179A5-D95E-4B38-A389-4907A50A77C8}" srcId="{A63FE4BA-9D77-477A-9568-0C5983C2DA5D}" destId="{B37A18A4-B15C-4622-9101-54C81DB66B81}" srcOrd="6" destOrd="0" parTransId="{1F26548F-F58B-4629-A747-1116D2733633}" sibTransId="{A5308886-3F65-44AD-92C9-D3E4D5B1CBC8}"/>
    <dgm:cxn modelId="{E95995B2-7E04-487F-B602-C41045FB0220}" type="presOf" srcId="{A7BE293F-E82A-440F-A66F-3AEB7E34B962}" destId="{18732A4F-EA5F-4ED5-B113-59D6C981F36D}" srcOrd="0" destOrd="0" presId="urn:microsoft.com/office/officeart/2005/8/layout/lProcess2"/>
    <dgm:cxn modelId="{B64694BC-B4B4-4AE4-8899-43C2A4D8C4CA}" srcId="{A63FE4BA-9D77-477A-9568-0C5983C2DA5D}" destId="{35BE63CD-906D-4D67-B2C6-7814F6A46545}" srcOrd="3" destOrd="0" parTransId="{69C4AA79-1965-4685-B42F-DB78CF3EC0B6}" sibTransId="{AD02CBC9-BF6A-4F93-8A86-B23786758D1A}"/>
    <dgm:cxn modelId="{E8046CC2-78C2-4699-9541-A905295141BE}" srcId="{A63FE4BA-9D77-477A-9568-0C5983C2DA5D}" destId="{4E558F06-E13A-41E9-8DFE-1BCF9C9A6D42}" srcOrd="4" destOrd="0" parTransId="{18CEEB16-E158-4D9B-A951-4ED788B44717}" sibTransId="{BCBC00E8-7A78-4642-AAA6-FD86C11622CD}"/>
    <dgm:cxn modelId="{21394CCE-7011-47FC-AA85-2DA5028ACE21}" srcId="{73CCD257-1924-48B4-ABE1-D2A8FF896A4B}" destId="{A63FE4BA-9D77-477A-9568-0C5983C2DA5D}" srcOrd="0" destOrd="0" parTransId="{3A198E73-3493-4568-A742-BBCF018D41AE}" sibTransId="{A3201A0B-436D-481B-9CEF-36BFAEADF744}"/>
    <dgm:cxn modelId="{5D47AEE7-7FB0-4828-B09C-AF88D397FD37}" type="presOf" srcId="{A63FE4BA-9D77-477A-9568-0C5983C2DA5D}" destId="{A90CCFD7-9582-4733-8B76-8938EB30933C}" srcOrd="0" destOrd="0" presId="urn:microsoft.com/office/officeart/2005/8/layout/lProcess2"/>
    <dgm:cxn modelId="{73BA69F5-FE94-44B3-812E-94CD9CC03052}" type="presOf" srcId="{A63FE4BA-9D77-477A-9568-0C5983C2DA5D}" destId="{94D0E6EC-8C5B-482D-9A35-28D911A7C541}" srcOrd="1" destOrd="0" presId="urn:microsoft.com/office/officeart/2005/8/layout/lProcess2"/>
    <dgm:cxn modelId="{BEAAEBFF-B0AA-41FD-8CC8-E69E6310A1C7}" type="presOf" srcId="{7C008786-0D72-44C5-BB5C-C9EAD861BF6D}" destId="{9B461A46-53E1-448B-9D1F-861192475BBE}" srcOrd="0" destOrd="0" presId="urn:microsoft.com/office/officeart/2005/8/layout/lProcess2"/>
    <dgm:cxn modelId="{DE9A2604-CB69-444F-895D-DE222C072D3F}" type="presParOf" srcId="{BF923A26-8E8F-43A8-A41D-ADD60CC38178}" destId="{0760CB37-0220-434C-8231-C9DC2EC18B89}" srcOrd="0" destOrd="0" presId="urn:microsoft.com/office/officeart/2005/8/layout/lProcess2"/>
    <dgm:cxn modelId="{B0C5B798-FFCD-4D35-8304-A485455AC980}" type="presParOf" srcId="{0760CB37-0220-434C-8231-C9DC2EC18B89}" destId="{A90CCFD7-9582-4733-8B76-8938EB30933C}" srcOrd="0" destOrd="0" presId="urn:microsoft.com/office/officeart/2005/8/layout/lProcess2"/>
    <dgm:cxn modelId="{A210A8BB-06F4-46A0-9938-E356B678E228}" type="presParOf" srcId="{0760CB37-0220-434C-8231-C9DC2EC18B89}" destId="{94D0E6EC-8C5B-482D-9A35-28D911A7C541}" srcOrd="1" destOrd="0" presId="urn:microsoft.com/office/officeart/2005/8/layout/lProcess2"/>
    <dgm:cxn modelId="{09DFB9E1-78F8-40A2-AAA1-7C00936B7A8D}" type="presParOf" srcId="{0760CB37-0220-434C-8231-C9DC2EC18B89}" destId="{359CA778-93B3-411C-BAEF-BBAC696EC0C3}" srcOrd="2" destOrd="0" presId="urn:microsoft.com/office/officeart/2005/8/layout/lProcess2"/>
    <dgm:cxn modelId="{92F49D97-A9E4-4DBD-8E45-235F099063CF}" type="presParOf" srcId="{359CA778-93B3-411C-BAEF-BBAC696EC0C3}" destId="{7C0EE2DD-7C07-4958-A2E2-F35417DF2D85}" srcOrd="0" destOrd="0" presId="urn:microsoft.com/office/officeart/2005/8/layout/lProcess2"/>
    <dgm:cxn modelId="{B964A857-7ACB-4667-A93A-14DB1F4580B0}" type="presParOf" srcId="{7C0EE2DD-7C07-4958-A2E2-F35417DF2D85}" destId="{18732A4F-EA5F-4ED5-B113-59D6C981F36D}" srcOrd="0" destOrd="0" presId="urn:microsoft.com/office/officeart/2005/8/layout/lProcess2"/>
    <dgm:cxn modelId="{D40EB53E-5BA3-4A3C-A584-A2C8308CF0DB}" type="presParOf" srcId="{7C0EE2DD-7C07-4958-A2E2-F35417DF2D85}" destId="{E0DA35CD-EA75-4E7C-9C1F-AF5543BEE088}" srcOrd="1" destOrd="0" presId="urn:microsoft.com/office/officeart/2005/8/layout/lProcess2"/>
    <dgm:cxn modelId="{2275063D-BDFA-4A17-9951-7F741DD6BDFE}" type="presParOf" srcId="{7C0EE2DD-7C07-4958-A2E2-F35417DF2D85}" destId="{2E2E66E4-C23C-4C74-AD31-A8A54EBA563A}" srcOrd="2" destOrd="0" presId="urn:microsoft.com/office/officeart/2005/8/layout/lProcess2"/>
    <dgm:cxn modelId="{9DA41CF0-A5C0-400A-A6A3-806CE041FA33}" type="presParOf" srcId="{7C0EE2DD-7C07-4958-A2E2-F35417DF2D85}" destId="{8347476A-D04C-4BC4-892B-AEAE44CB132F}" srcOrd="3" destOrd="0" presId="urn:microsoft.com/office/officeart/2005/8/layout/lProcess2"/>
    <dgm:cxn modelId="{B80370AD-14E5-4783-AE23-C31E203CA5CB}" type="presParOf" srcId="{7C0EE2DD-7C07-4958-A2E2-F35417DF2D85}" destId="{19034476-3998-4B7D-A3C7-EB9C91E653FE}" srcOrd="4" destOrd="0" presId="urn:microsoft.com/office/officeart/2005/8/layout/lProcess2"/>
    <dgm:cxn modelId="{CFA25F69-6D20-4DBE-92C8-09FD80B72B5B}" type="presParOf" srcId="{7C0EE2DD-7C07-4958-A2E2-F35417DF2D85}" destId="{B814C5BF-946C-466F-8BE3-6D722B128826}" srcOrd="5" destOrd="0" presId="urn:microsoft.com/office/officeart/2005/8/layout/lProcess2"/>
    <dgm:cxn modelId="{B5CDED7A-E7F8-4C2B-8DE3-85E01C1EAC5D}" type="presParOf" srcId="{7C0EE2DD-7C07-4958-A2E2-F35417DF2D85}" destId="{2A2CBB94-8707-4BB8-97B6-BCB7C77C0993}" srcOrd="6" destOrd="0" presId="urn:microsoft.com/office/officeart/2005/8/layout/lProcess2"/>
    <dgm:cxn modelId="{C24987A9-9AD2-4F2F-B5E0-A461D596C125}" type="presParOf" srcId="{7C0EE2DD-7C07-4958-A2E2-F35417DF2D85}" destId="{4C649E08-57B6-4EDF-8685-3F36F5F9414E}" srcOrd="7" destOrd="0" presId="urn:microsoft.com/office/officeart/2005/8/layout/lProcess2"/>
    <dgm:cxn modelId="{894D745E-6E58-4BCF-BDC6-92C61F864774}" type="presParOf" srcId="{7C0EE2DD-7C07-4958-A2E2-F35417DF2D85}" destId="{E296B036-8E45-4114-8AEF-EC0EF638FC17}" srcOrd="8" destOrd="0" presId="urn:microsoft.com/office/officeart/2005/8/layout/lProcess2"/>
    <dgm:cxn modelId="{2AC0B0B5-214E-45D1-9D8A-F4FF4A594BFF}" type="presParOf" srcId="{7C0EE2DD-7C07-4958-A2E2-F35417DF2D85}" destId="{616A428E-6921-4BF8-B47F-D554A01AEB01}" srcOrd="9" destOrd="0" presId="urn:microsoft.com/office/officeart/2005/8/layout/lProcess2"/>
    <dgm:cxn modelId="{7A578C1B-D8E2-4775-9C9B-D32259F0A7E2}" type="presParOf" srcId="{7C0EE2DD-7C07-4958-A2E2-F35417DF2D85}" destId="{9B461A46-53E1-448B-9D1F-861192475BBE}" srcOrd="10" destOrd="0" presId="urn:microsoft.com/office/officeart/2005/8/layout/lProcess2"/>
    <dgm:cxn modelId="{CFC584A9-2439-4AA6-9EEB-10B7839E168E}" type="presParOf" srcId="{7C0EE2DD-7C07-4958-A2E2-F35417DF2D85}" destId="{2AC4A4FB-9E51-4C1F-95D2-049A0483C249}" srcOrd="11" destOrd="0" presId="urn:microsoft.com/office/officeart/2005/8/layout/lProcess2"/>
    <dgm:cxn modelId="{36459848-20CD-490B-BAB2-E0C374371076}" type="presParOf" srcId="{7C0EE2DD-7C07-4958-A2E2-F35417DF2D85}" destId="{270FF089-8095-4081-BAD1-5BFDBAE6AAFC}" srcOrd="12" destOrd="0" presId="urn:microsoft.com/office/officeart/2005/8/layout/lProcess2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90CCFD7-9582-4733-8B76-8938EB30933C}">
      <dsp:nvSpPr>
        <dsp:cNvPr id="0" name=""/>
        <dsp:cNvSpPr/>
      </dsp:nvSpPr>
      <dsp:spPr>
        <a:xfrm>
          <a:off x="0" y="0"/>
          <a:ext cx="3734959" cy="312690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Cancel Request</a:t>
          </a:r>
        </a:p>
      </dsp:txBody>
      <dsp:txXfrm>
        <a:off x="0" y="0"/>
        <a:ext cx="3734959" cy="938072"/>
      </dsp:txXfrm>
    </dsp:sp>
    <dsp:sp modelId="{18732A4F-EA5F-4ED5-B113-59D6C981F36D}">
      <dsp:nvSpPr>
        <dsp:cNvPr id="0" name=""/>
        <dsp:cNvSpPr/>
      </dsp:nvSpPr>
      <dsp:spPr>
        <a:xfrm>
          <a:off x="373495" y="938177"/>
          <a:ext cx="2987967" cy="28842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26670" rIns="35560" bIns="2667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Add New Request</a:t>
          </a:r>
        </a:p>
      </dsp:txBody>
      <dsp:txXfrm>
        <a:off x="381943" y="946625"/>
        <a:ext cx="2971071" cy="271528"/>
      </dsp:txXfrm>
    </dsp:sp>
    <dsp:sp modelId="{2E2E66E4-C23C-4C74-AD31-A8A54EBA563A}">
      <dsp:nvSpPr>
        <dsp:cNvPr id="0" name=""/>
        <dsp:cNvSpPr/>
      </dsp:nvSpPr>
      <dsp:spPr>
        <a:xfrm>
          <a:off x="373495" y="1228820"/>
          <a:ext cx="2987967" cy="28842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26670" rIns="35560" bIns="2667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Request Type - Cancel</a:t>
          </a:r>
        </a:p>
      </dsp:txBody>
      <dsp:txXfrm>
        <a:off x="381943" y="1237268"/>
        <a:ext cx="2971071" cy="271528"/>
      </dsp:txXfrm>
    </dsp:sp>
    <dsp:sp modelId="{19034476-3998-4B7D-A3C7-EB9C91E653FE}">
      <dsp:nvSpPr>
        <dsp:cNvPr id="0" name=""/>
        <dsp:cNvSpPr/>
      </dsp:nvSpPr>
      <dsp:spPr>
        <a:xfrm>
          <a:off x="373495" y="1519463"/>
          <a:ext cx="2987967" cy="28842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26670" rIns="35560" bIns="2667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Responder – Cancel Queue</a:t>
          </a:r>
        </a:p>
      </dsp:txBody>
      <dsp:txXfrm>
        <a:off x="381943" y="1527911"/>
        <a:ext cx="2971071" cy="271528"/>
      </dsp:txXfrm>
    </dsp:sp>
    <dsp:sp modelId="{2A2CBB94-8707-4BB8-97B6-BCB7C77C0993}">
      <dsp:nvSpPr>
        <dsp:cNvPr id="0" name=""/>
        <dsp:cNvSpPr/>
      </dsp:nvSpPr>
      <dsp:spPr>
        <a:xfrm>
          <a:off x="373495" y="1810106"/>
          <a:ext cx="2987967" cy="28842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26670" rIns="35560" bIns="2667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Internal Status – Waiting for Responder</a:t>
          </a:r>
        </a:p>
      </dsp:txBody>
      <dsp:txXfrm>
        <a:off x="381943" y="1818554"/>
        <a:ext cx="2971071" cy="271528"/>
      </dsp:txXfrm>
    </dsp:sp>
    <dsp:sp modelId="{E296B036-8E45-4114-8AEF-EC0EF638FC17}">
      <dsp:nvSpPr>
        <dsp:cNvPr id="0" name=""/>
        <dsp:cNvSpPr/>
      </dsp:nvSpPr>
      <dsp:spPr>
        <a:xfrm>
          <a:off x="373495" y="2100748"/>
          <a:ext cx="2987967" cy="28842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26670" rIns="35560" bIns="2667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NGO – Today</a:t>
          </a:r>
        </a:p>
      </dsp:txBody>
      <dsp:txXfrm>
        <a:off x="381943" y="2109196"/>
        <a:ext cx="2971071" cy="271528"/>
      </dsp:txXfrm>
    </dsp:sp>
    <dsp:sp modelId="{9B461A46-53E1-448B-9D1F-861192475BBE}">
      <dsp:nvSpPr>
        <dsp:cNvPr id="0" name=""/>
        <dsp:cNvSpPr/>
      </dsp:nvSpPr>
      <dsp:spPr>
        <a:xfrm>
          <a:off x="373495" y="2391391"/>
          <a:ext cx="2987967" cy="28842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26670" rIns="35560" bIns="2667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Request Notes – Please Save (save tool)</a:t>
          </a:r>
        </a:p>
      </dsp:txBody>
      <dsp:txXfrm>
        <a:off x="381943" y="2399839"/>
        <a:ext cx="2971071" cy="271528"/>
      </dsp:txXfrm>
    </dsp:sp>
    <dsp:sp modelId="{270FF089-8095-4081-BAD1-5BFDBAE6AAFC}">
      <dsp:nvSpPr>
        <dsp:cNvPr id="0" name=""/>
        <dsp:cNvSpPr/>
      </dsp:nvSpPr>
      <dsp:spPr>
        <a:xfrm>
          <a:off x="373495" y="2682034"/>
          <a:ext cx="2987967" cy="28842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26670" rIns="35560" bIns="2667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Save and Close</a:t>
          </a:r>
        </a:p>
      </dsp:txBody>
      <dsp:txXfrm>
        <a:off x="381943" y="2690482"/>
        <a:ext cx="2971071" cy="27152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Process2">
  <dgm:title val=""/>
  <dgm:desc val=""/>
  <dgm:catLst>
    <dgm:cat type="list" pri="10000"/>
    <dgm:cat type="relationship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h"/>
      <dgm:constr type="w" for="ch" forName="aSpace" refType="w" fact="0.075"/>
      <dgm:constr type="h" for="des" forName="aSpace2" refType="h" fact="0.1"/>
      <dgm:constr type="primFontSz" for="des" forName="textNode" op="equ"/>
      <dgm:constr type="primFontSz" for="des" forName="childNode" op="equ"/>
    </dgm:constrLst>
    <dgm:ruleLst/>
    <dgm:forEach name="aNode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onstrLst>
          <dgm:constr type="w" for="ch" forName="aNode" refType="w"/>
          <dgm:constr type="h" for="ch" forName="aNode" refType="h"/>
          <dgm:constr type="w" for="ch" forName="textNode" refType="w"/>
          <dgm:constr type="h" for="ch" forName="textNode" refType="h" fact="0.3"/>
          <dgm:constr type="ctrX" for="ch" forName="textNode" refType="w" fact="0.5"/>
          <dgm:constr type="w" for="ch" forName="compChildNode" refType="w" fact="0.8"/>
          <dgm:constr type="h" for="ch" forName="compChildNode" refType="h" fact="0.65"/>
          <dgm:constr type="t" for="ch" forName="compChildNode" refType="h" fact="0.3"/>
          <dgm:constr type="ctrX" for="ch" forName="compChildNode" refType="w" fact="0.5"/>
        </dgm:constrLst>
        <dgm:ruleLst/>
        <dgm:layoutNode name="aNode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/>
          <dgm:ruleLst/>
        </dgm:layoutNode>
        <dgm:layoutNode name="textNode" styleLbl="bgShp">
          <dgm:alg type="tx"/>
          <dgm:shape xmlns:r="http://schemas.openxmlformats.org/officeDocument/2006/relationships" type="rect" r:blip="" hideGeom="1">
            <dgm:adjLst>
              <dgm:adj idx="1" val="0.1"/>
            </dgm:adjLst>
          </dgm:shape>
          <dgm:presOf axis="self"/>
          <dgm:constrLst>
            <dgm:constr type="primFontSz" val="65"/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ompChild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des" forName="childNode" refType="w"/>
            <dgm:constr type="h" for="des" forName="childNode" refType="h"/>
          </dgm:constrLst>
          <dgm:ruleLst/>
          <dgm:layoutNode name="theInnerList">
            <dgm:alg type="lin"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childNodeForEach" axis="ch" ptType="node">
              <dgm:layoutNode name="childNode" styleLbl="node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desOrSelf" ptType="node"/>
                <dgm:constrLst>
                  <dgm:constr type="primFontSz" val="65"/>
                  <dgm:constr type="tMarg" refType="primFontSz" fact="0.15"/>
                  <dgm:constr type="bMarg" refType="primFontSz" fact="0.15"/>
                  <dgm:constr type="lMarg" refType="primFontSz" fact="0.2"/>
                  <dgm:constr type="rMarg" refType="primFontSz" fact="0.2"/>
                </dgm:constrLst>
                <dgm:ruleLst>
                  <dgm:rule type="primFontSz" val="5" fact="NaN" max="NaN"/>
                </dgm:ruleLst>
              </dgm:layoutNode>
              <dgm:choose name="Name3">
                <dgm:if name="Name4" axis="self" ptType="node" func="revPos" op="equ" val="1"/>
                <dgm:else name="Name5">
                  <dgm:layoutNode name="aSpace2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else>
              </dgm:choose>
            </dgm:forEach>
          </dgm:layoutNode>
        </dgm:layoutNode>
      </dgm:layoutNode>
      <dgm:choose name="Name6">
        <dgm:if name="Name7" axis="self" ptType="node" func="revPos" op="equ" val="1"/>
        <dgm:else name="Name8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51794E-0FE0-4C03-BECB-FEF0CAAD48C1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8E390E-9EB2-4815-A496-32276558C1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90448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818EA0-D2EF-4C38-A8B1-0D8C28DF25E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63063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A6B08-7864-41CF-B0A1-FE2A672591DA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1E689-DD1A-4E81-8266-B57D7B328F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533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A6B08-7864-41CF-B0A1-FE2A672591DA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1E689-DD1A-4E81-8266-B57D7B328F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0355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A6B08-7864-41CF-B0A1-FE2A672591DA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1E689-DD1A-4E81-8266-B57D7B328F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7326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A6B08-7864-41CF-B0A1-FE2A672591DA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1E689-DD1A-4E81-8266-B57D7B328F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61903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A6B08-7864-41CF-B0A1-FE2A672591DA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1E689-DD1A-4E81-8266-B57D7B328F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2323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A6B08-7864-41CF-B0A1-FE2A672591DA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1E689-DD1A-4E81-8266-B57D7B328F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9389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A6B08-7864-41CF-B0A1-FE2A672591DA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1E689-DD1A-4E81-8266-B57D7B328F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33331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A6B08-7864-41CF-B0A1-FE2A672591DA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1E689-DD1A-4E81-8266-B57D7B328F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5951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A6B08-7864-41CF-B0A1-FE2A672591DA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1E689-DD1A-4E81-8266-B57D7B328F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50152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A6B08-7864-41CF-B0A1-FE2A672591DA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1E689-DD1A-4E81-8266-B57D7B328F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76885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A6B08-7864-41CF-B0A1-FE2A672591DA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1E689-DD1A-4E81-8266-B57D7B328F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53506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BA6B08-7864-41CF-B0A1-FE2A672591DA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D1E689-DD1A-4E81-8266-B57D7B328F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38138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3" Type="http://schemas.microsoft.com/office/2018/10/relationships/comments" Target="../comments/modernComment_7A6_92260645.xml"/><Relationship Id="rId7" Type="http://schemas.openxmlformats.org/officeDocument/2006/relationships/diagramQuickStyle" Target="../diagrams/quickStyle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1.xml"/><Relationship Id="rId5" Type="http://schemas.openxmlformats.org/officeDocument/2006/relationships/diagramData" Target="../diagrams/data1.xml"/><Relationship Id="rId4" Type="http://schemas.openxmlformats.org/officeDocument/2006/relationships/image" Target="../media/image1.png"/><Relationship Id="rId9" Type="http://schemas.microsoft.com/office/2007/relationships/diagramDrawing" Target="../diagrams/drawin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177C8-003C-49AC-9E7A-B4F3742C33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26" y="40522"/>
            <a:ext cx="8854631" cy="431654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CS – Cancel Request Process</a:t>
            </a:r>
            <a:endParaRPr lang="en-US" sz="2000" dirty="0">
              <a:solidFill>
                <a:srgbClr val="FF0000"/>
              </a:solidFill>
              <a:highlight>
                <a:srgbClr val="FFFF00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8DC1C-CF51-4F7D-8E83-F954D2933D5A}" type="slidenum">
              <a:rPr lang="en-US" smtClean="0"/>
              <a:t>1</a:t>
            </a:fld>
            <a:endParaRPr lang="en-US" dirty="0"/>
          </a:p>
        </p:txBody>
      </p:sp>
      <p:pic>
        <p:nvPicPr>
          <p:cNvPr id="4" name="Picture 2" descr="ClearOne Advantage">
            <a:extLst>
              <a:ext uri="{FF2B5EF4-FFF2-40B4-BE49-F238E27FC236}">
                <a16:creationId xmlns:a16="http://schemas.microsoft.com/office/drawing/2014/main" id="{9E7A9EBC-4E6F-49FE-9AB3-E487E8E2A7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4163" y="6274961"/>
            <a:ext cx="1395194" cy="3906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20115940-8E32-4E7D-86BE-414C54C86E36}"/>
              </a:ext>
            </a:extLst>
          </p:cNvPr>
          <p:cNvSpPr/>
          <p:nvPr/>
        </p:nvSpPr>
        <p:spPr>
          <a:xfrm>
            <a:off x="0" y="507847"/>
            <a:ext cx="9144000" cy="45719"/>
          </a:xfrm>
          <a:prstGeom prst="rect">
            <a:avLst/>
          </a:prstGeom>
          <a:solidFill>
            <a:srgbClr val="8C93A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A8D4339-08D2-45B0-9F42-759D6275E028}"/>
              </a:ext>
            </a:extLst>
          </p:cNvPr>
          <p:cNvSpPr/>
          <p:nvPr/>
        </p:nvSpPr>
        <p:spPr>
          <a:xfrm>
            <a:off x="289420" y="594802"/>
            <a:ext cx="3661795" cy="65317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Connect</a:t>
            </a:r>
            <a:r>
              <a:rPr lang="en-US" sz="1400" dirty="0"/>
              <a:t> and </a:t>
            </a:r>
            <a:r>
              <a:rPr lang="en-US" sz="1400" b="1" dirty="0"/>
              <a:t>Discover</a:t>
            </a:r>
            <a:r>
              <a:rPr lang="en-US" sz="1400" dirty="0"/>
              <a:t> client’s reason for canceling their program, Listen and empathize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4EA2AA92-BEC8-4D43-98F8-0309D8F92E67}"/>
              </a:ext>
            </a:extLst>
          </p:cNvPr>
          <p:cNvSpPr/>
          <p:nvPr/>
        </p:nvSpPr>
        <p:spPr>
          <a:xfrm>
            <a:off x="4049497" y="816526"/>
            <a:ext cx="841285" cy="20972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F7602A5-41BE-4DA8-9AB1-A95B62F67FCA}"/>
              </a:ext>
            </a:extLst>
          </p:cNvPr>
          <p:cNvSpPr/>
          <p:nvPr/>
        </p:nvSpPr>
        <p:spPr>
          <a:xfrm>
            <a:off x="4989064" y="594802"/>
            <a:ext cx="3865515" cy="65317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See what </a:t>
            </a:r>
            <a:r>
              <a:rPr lang="en-US" sz="1400" b="1" dirty="0"/>
              <a:t>resolution</a:t>
            </a:r>
            <a:r>
              <a:rPr lang="en-US" sz="1400" dirty="0"/>
              <a:t> we may be able to provide. (Focus on what we </a:t>
            </a:r>
            <a:r>
              <a:rPr lang="en-US" sz="1400" b="1" dirty="0"/>
              <a:t>can</a:t>
            </a:r>
            <a:r>
              <a:rPr lang="en-US" sz="1400" dirty="0"/>
              <a:t> do). Agree to solution. </a:t>
            </a:r>
            <a:r>
              <a:rPr lang="en-US" sz="1400" b="1" dirty="0"/>
              <a:t>Recap</a:t>
            </a:r>
            <a:r>
              <a:rPr lang="en-US" sz="1400" dirty="0"/>
              <a:t>.</a:t>
            </a:r>
          </a:p>
        </p:txBody>
      </p:sp>
      <p:graphicFrame>
        <p:nvGraphicFramePr>
          <p:cNvPr id="10" name="Diagram 9">
            <a:extLst>
              <a:ext uri="{FF2B5EF4-FFF2-40B4-BE49-F238E27FC236}">
                <a16:creationId xmlns:a16="http://schemas.microsoft.com/office/drawing/2014/main" id="{EF41341A-6CCA-4BCE-A72D-BDEF269E9DC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0180585"/>
              </p:ext>
            </p:extLst>
          </p:nvPr>
        </p:nvGraphicFramePr>
        <p:xfrm>
          <a:off x="2372621" y="2108157"/>
          <a:ext cx="3734959" cy="31269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A2499392-D247-4587-99C1-34BB9C9964A2}"/>
              </a:ext>
            </a:extLst>
          </p:cNvPr>
          <p:cNvSpPr/>
          <p:nvPr/>
        </p:nvSpPr>
        <p:spPr>
          <a:xfrm>
            <a:off x="1685107" y="1356245"/>
            <a:ext cx="5791784" cy="508681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/>
              <a:t>If resolution is not agreed upon complete a cancel request &amp; update Client Status to Potential Cancel by Request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05CA7043-03D5-4206-913F-19569E3B6B5D}"/>
              </a:ext>
            </a:extLst>
          </p:cNvPr>
          <p:cNvSpPr/>
          <p:nvPr/>
        </p:nvSpPr>
        <p:spPr>
          <a:xfrm>
            <a:off x="535381" y="2895031"/>
            <a:ext cx="1739405" cy="1204183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/>
              <a:t>Cold Transfer to Client Relations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2CD6C14D-2E58-4EB3-A533-E2EE055B5853}"/>
              </a:ext>
            </a:extLst>
          </p:cNvPr>
          <p:cNvSpPr/>
          <p:nvPr/>
        </p:nvSpPr>
        <p:spPr>
          <a:xfrm>
            <a:off x="6608500" y="3809783"/>
            <a:ext cx="2180568" cy="1423508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Calibri"/>
              </a:rPr>
              <a:t>If client states cancel is due to BK, ensure we add this note on cancel request for CR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CD0B4623-668A-41E0-B1A1-FDEDE9114300}"/>
              </a:ext>
            </a:extLst>
          </p:cNvPr>
          <p:cNvSpPr/>
          <p:nvPr/>
        </p:nvSpPr>
        <p:spPr>
          <a:xfrm>
            <a:off x="535381" y="5347970"/>
            <a:ext cx="7909698" cy="88119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b="1" dirty="0"/>
              <a:t>Remember</a:t>
            </a:r>
            <a:r>
              <a:rPr lang="en-US" dirty="0"/>
              <a:t>!</a:t>
            </a:r>
          </a:p>
          <a:p>
            <a:pPr algn="ctr"/>
            <a:r>
              <a:rPr lang="en-US" sz="1400" dirty="0"/>
              <a:t>Do not discuss any refunds, or timeframes, or complete any recordings</a:t>
            </a:r>
          </a:p>
          <a:p>
            <a:pPr algn="ctr"/>
            <a:r>
              <a:rPr lang="en-US" sz="1400" dirty="0"/>
              <a:t>Cancel requests do not stop any drafts that are already pending but they </a:t>
            </a:r>
            <a:r>
              <a:rPr lang="en-US" sz="1400" b="1" dirty="0"/>
              <a:t>do</a:t>
            </a:r>
            <a:r>
              <a:rPr lang="en-US" sz="1400" dirty="0"/>
              <a:t> stop drafts after 5 business days. </a:t>
            </a:r>
            <a:r>
              <a:rPr lang="en-US" sz="1400" b="1" dirty="0"/>
              <a:t>**If the client is BLP enrolled, move the next draft to the last program draft date.</a:t>
            </a:r>
            <a:endParaRPr lang="en-US" sz="1400" b="1" dirty="0">
              <a:cs typeface="Calibri"/>
            </a:endParaRP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454EB140-A4DE-4456-8C5F-240E71FFAB4F}"/>
              </a:ext>
            </a:extLst>
          </p:cNvPr>
          <p:cNvSpPr/>
          <p:nvPr/>
        </p:nvSpPr>
        <p:spPr>
          <a:xfrm>
            <a:off x="6608429" y="1982700"/>
            <a:ext cx="2180568" cy="867758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Skip any drafts within the next 5 business days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8CB2CB4A-79A8-49D5-D013-730F50CDABA2}"/>
              </a:ext>
            </a:extLst>
          </p:cNvPr>
          <p:cNvSpPr/>
          <p:nvPr/>
        </p:nvSpPr>
        <p:spPr>
          <a:xfrm>
            <a:off x="6608428" y="2958678"/>
            <a:ext cx="2180568" cy="711057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Read cancel script verbatim (in SOP)</a:t>
            </a:r>
            <a:endParaRPr lang="en-US" dirty="0">
              <a:cs typeface="Calibri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38C2237-A6C3-23F9-EC2C-42B27F8DE450}"/>
              </a:ext>
            </a:extLst>
          </p:cNvPr>
          <p:cNvSpPr txBox="1"/>
          <p:nvPr/>
        </p:nvSpPr>
        <p:spPr>
          <a:xfrm>
            <a:off x="6903720" y="583"/>
            <a:ext cx="216678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cs typeface="Calibri"/>
              </a:rPr>
              <a:t>Reviewed 8/15/2024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1965509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TaxCatchAll xmlns="fca21091-4343-4232-a795-e59481497cb5" xsi:nil="true"/>
    <lcf76f155ced4ddcb4097134ff3c332f xmlns="dfbadaf6-90cf-41d3-a0ba-bbd98d259036">
      <Terms xmlns="http://schemas.microsoft.com/office/infopath/2007/PartnerControls"/>
    </lcf76f155ced4ddcb4097134ff3c332f>
    <SharedWithUsers xmlns="fca21091-4343-4232-a795-e59481497cb5">
      <UserInfo>
        <DisplayName>Victoria Labadie</DisplayName>
        <AccountId>313</AccountId>
        <AccountType/>
      </UserInfo>
    </SharedWithUsers>
    <_Flow_SignoffStatus xmlns="dfbadaf6-90cf-41d3-a0ba-bbd98d259036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563EA4EAC53434282EAA3F21CEC1BE7" ma:contentTypeVersion="29" ma:contentTypeDescription="Create a new document." ma:contentTypeScope="" ma:versionID="d1e6db6382f9bf0a238767834c1ba2e8">
  <xsd:schema xmlns:xsd="http://www.w3.org/2001/XMLSchema" xmlns:xs="http://www.w3.org/2001/XMLSchema" xmlns:p="http://schemas.microsoft.com/office/2006/metadata/properties" xmlns:ns1="http://schemas.microsoft.com/sharepoint/v3" xmlns:ns2="dfbadaf6-90cf-41d3-a0ba-bbd98d259036" xmlns:ns3="fca21091-4343-4232-a795-e59481497cb5" targetNamespace="http://schemas.microsoft.com/office/2006/metadata/properties" ma:root="true" ma:fieldsID="0d55a77fe706b52e8d7bff5f40b8e9f5" ns1:_="" ns2:_="" ns3:_="">
    <xsd:import namespace="http://schemas.microsoft.com/sharepoint/v3"/>
    <xsd:import namespace="dfbadaf6-90cf-41d3-a0ba-bbd98d259036"/>
    <xsd:import namespace="fca21091-4343-4232-a795-e59481497cb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AutoTags" minOccurs="0"/>
                <xsd:element ref="ns1:_ip_UnifiedCompliancePolicyProperties" minOccurs="0"/>
                <xsd:element ref="ns1:_ip_UnifiedCompliancePolicyUIActio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_Flow_SignoffStatus" minOccurs="0"/>
                <xsd:element ref="ns2:MediaServiceLocation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7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8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fbadaf6-90cf-41d3-a0ba-bbd98d25903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0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1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3f4aff2b-04e6-48f0-83c9-56fafe2014f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Flow_SignoffStatus" ma:index="26" nillable="true" ma:displayName="Sign-off status" ma:internalName="Sign_x002d_off_x0020_status">
      <xsd:simpleType>
        <xsd:restriction base="dms:Text"/>
      </xsd:simpleType>
    </xsd:element>
    <xsd:element name="MediaServiceLocation" ma:index="27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8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ca21091-4343-4232-a795-e59481497cb5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d36b9b6e-086a-4dd3-8773-df145aa506ae}" ma:internalName="TaxCatchAll" ma:showField="CatchAllData" ma:web="fca21091-4343-4232-a795-e59481497cb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A3280A9-74EE-47E5-A9C7-6964AA49836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A0154E4-F227-4696-B191-57C2C410BC46}">
  <ds:schemaRefs>
    <ds:schemaRef ds:uri="http://purl.org/dc/terms/"/>
    <ds:schemaRef ds:uri="http://purl.org/dc/elements/1.1/"/>
    <ds:schemaRef ds:uri="http://schemas.microsoft.com/office/2006/documentManagement/types"/>
    <ds:schemaRef ds:uri="http://schemas.microsoft.com/office/infopath/2007/PartnerControls"/>
    <ds:schemaRef ds:uri="http://schemas.microsoft.com/office/2006/metadata/properties"/>
    <ds:schemaRef ds:uri="http://schemas.openxmlformats.org/package/2006/metadata/core-properties"/>
    <ds:schemaRef ds:uri="dfbadaf6-90cf-41d3-a0ba-bbd98d259036"/>
    <ds:schemaRef ds:uri="http://schemas.microsoft.com/sharepoint/v3"/>
    <ds:schemaRef ds:uri="fca21091-4343-4232-a795-e59481497cb5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E8B56D4F-D77A-4BFB-B4A6-B3AE4909BFA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dfbadaf6-90cf-41d3-a0ba-bbd98d259036"/>
    <ds:schemaRef ds:uri="fca21091-4343-4232-a795-e59481497cb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46</TotalTime>
  <Words>196</Words>
  <Application>Microsoft Office PowerPoint</Application>
  <PresentationFormat>On-screen Show (4:3)</PresentationFormat>
  <Paragraphs>23</Paragraphs>
  <Slides>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CS – Cancel Request Process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Cancel without OFC and without Active SIFS</dc:title>
  <dc:creator>Christina Borrello</dc:creator>
  <cp:lastModifiedBy>Samantha Shumaker</cp:lastModifiedBy>
  <cp:revision>55</cp:revision>
  <dcterms:created xsi:type="dcterms:W3CDTF">2021-09-02T18:42:54Z</dcterms:created>
  <dcterms:modified xsi:type="dcterms:W3CDTF">2026-02-12T20:04:32Z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0x010100E563EA4EAC53434282EAA3F21CEC1BE7</vt:lpwstr>
  </property>
  <property fmtid="{D5CDD505-2E9C-101B-9397-08002B2CF9AE}" pid="3" name="MediaServiceImageTags">
    <vt:lpwstr/>
  </property>
</Properties>
</file>