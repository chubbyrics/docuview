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52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31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13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780"/>
    </p:cViewPr>
  </p:sorterViewPr>
  <p:notesViewPr>
    <p:cSldViewPr snapToGrid="0">
      <p:cViewPr varScale="1">
        <p:scale>
          <a:sx n="82" d="100"/>
          <a:sy n="82" d="100"/>
        </p:scale>
        <p:origin x="381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w:/r/sites/COACustomerService/_layouts/15/Doc.aspx?sourcedoc=%7B8554F56C-50A6-46AF-B4BE-EE1BA8C71F29%7D&amp;file=Authorized%20Third%20Parties%208.13.24.docx&amp;action=default&amp;mobileredirect=true&amp;DefaultItemOpen=1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w:/r/sites/COACustomerService/_layouts/15/Doc.aspx?sourcedoc=%7B8554F56C-50A6-46AF-B4BE-EE1BA8C71F29%7D&amp;file=Authorized%20Third%20Parties%208.13.24.docx&amp;action=default&amp;mobileredirect=true&amp;DefaultItemOpen=1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C6A41-D707-4BA2-B419-1D01D1789B7C}" type="doc">
      <dgm:prSet loTypeId="urn:microsoft.com/office/officeart/2005/8/layout/bProcess3" loCatId="process" qsTypeId="urn:microsoft.com/office/officeart/2005/8/quickstyle/3d3" qsCatId="3D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7B9E2A2-1022-4C68-9A40-52B7DBCD3B4C}">
      <dgm:prSet phldrT="[Text]"/>
      <dgm:spPr/>
      <dgm:t>
        <a:bodyPr/>
        <a:lstStyle/>
        <a:p>
          <a:r>
            <a:rPr lang="en-US" dirty="0"/>
            <a:t>Open blank copy of </a:t>
          </a:r>
          <a:r>
            <a:rPr lang="en-US" dirty="0">
              <a:hlinkClick xmlns:r="http://schemas.openxmlformats.org/officeDocument/2006/relationships" r:id="rId1"/>
            </a:rPr>
            <a:t>Authorization for Third Party Communication</a:t>
          </a:r>
          <a:r>
            <a:rPr lang="en-US" dirty="0"/>
            <a:t>.</a:t>
          </a:r>
        </a:p>
      </dgm:t>
    </dgm:pt>
    <dgm:pt modelId="{5D68EA54-7A26-43E0-9139-E4D277D6DA12}" type="parTrans" cxnId="{9EE9720C-A407-4111-85C0-8C81EB01BD39}">
      <dgm:prSet/>
      <dgm:spPr/>
      <dgm:t>
        <a:bodyPr/>
        <a:lstStyle/>
        <a:p>
          <a:endParaRPr lang="en-US"/>
        </a:p>
      </dgm:t>
    </dgm:pt>
    <dgm:pt modelId="{FDC578B2-CBFA-435F-907A-89C7FFB40CCC}" type="sibTrans" cxnId="{9EE9720C-A407-4111-85C0-8C81EB01BD39}">
      <dgm:prSet/>
      <dgm:spPr/>
      <dgm:t>
        <a:bodyPr/>
        <a:lstStyle/>
        <a:p>
          <a:endParaRPr lang="en-US"/>
        </a:p>
      </dgm:t>
    </dgm:pt>
    <dgm:pt modelId="{3629C7E6-7A87-430B-90E0-C09122EC6DCD}">
      <dgm:prSet phldrT="[Text]"/>
      <dgm:spPr/>
      <dgm:t>
        <a:bodyPr/>
        <a:lstStyle/>
        <a:p>
          <a:r>
            <a:rPr lang="en-US" dirty="0"/>
            <a:t>Complete the fields for Client/Co-Client and name of authorized party</a:t>
          </a:r>
        </a:p>
      </dgm:t>
    </dgm:pt>
    <dgm:pt modelId="{039CE14A-8E29-4085-A109-176BF5D21A0A}" type="parTrans" cxnId="{26C67CF0-1078-4CAC-9DE4-B1805D7234B9}">
      <dgm:prSet/>
      <dgm:spPr/>
      <dgm:t>
        <a:bodyPr/>
        <a:lstStyle/>
        <a:p>
          <a:endParaRPr lang="en-US"/>
        </a:p>
      </dgm:t>
    </dgm:pt>
    <dgm:pt modelId="{AB07DB11-A268-4144-BC84-307D2AABFAD4}" type="sibTrans" cxnId="{26C67CF0-1078-4CAC-9DE4-B1805D7234B9}">
      <dgm:prSet/>
      <dgm:spPr/>
      <dgm:t>
        <a:bodyPr/>
        <a:lstStyle/>
        <a:p>
          <a:endParaRPr lang="en-US"/>
        </a:p>
      </dgm:t>
    </dgm:pt>
    <dgm:pt modelId="{C706C5EE-3EE0-4FA6-994A-1ABFC614BC22}">
      <dgm:prSet phldrT="[Text]"/>
      <dgm:spPr/>
      <dgm:t>
        <a:bodyPr/>
        <a:lstStyle/>
        <a:p>
          <a:r>
            <a:rPr lang="en-US" dirty="0"/>
            <a:t>Save</a:t>
          </a:r>
          <a:r>
            <a:rPr lang="en-US" baseline="0" dirty="0"/>
            <a:t> doc and send to client to sign via </a:t>
          </a:r>
          <a:r>
            <a:rPr lang="en-US" dirty="0">
              <a:latin typeface="Calibri Light" panose="020F0302020204030204"/>
            </a:rPr>
            <a:t>OneSpan</a:t>
          </a:r>
          <a:endParaRPr lang="en-US" dirty="0"/>
        </a:p>
      </dgm:t>
    </dgm:pt>
    <dgm:pt modelId="{67447F66-6FD0-4E32-8EAB-3D7AD0647DE1}" type="parTrans" cxnId="{A0F3DC6B-C344-4BD1-8522-D8982DAA1C9C}">
      <dgm:prSet/>
      <dgm:spPr/>
      <dgm:t>
        <a:bodyPr/>
        <a:lstStyle/>
        <a:p>
          <a:endParaRPr lang="en-US"/>
        </a:p>
      </dgm:t>
    </dgm:pt>
    <dgm:pt modelId="{DB24F220-F917-4F74-A256-B6DBB8657442}" type="sibTrans" cxnId="{A0F3DC6B-C344-4BD1-8522-D8982DAA1C9C}">
      <dgm:prSet/>
      <dgm:spPr/>
      <dgm:t>
        <a:bodyPr/>
        <a:lstStyle/>
        <a:p>
          <a:endParaRPr lang="en-US"/>
        </a:p>
      </dgm:t>
    </dgm:pt>
    <dgm:pt modelId="{99A3BA10-1CFD-4EBA-8A12-3FC7753F0C33}">
      <dgm:prSet phldrT="[Text]"/>
      <dgm:spPr/>
      <dgm:t>
        <a:bodyPr/>
        <a:lstStyle/>
        <a:p>
          <a:r>
            <a:rPr lang="en-US" dirty="0"/>
            <a:t>When</a:t>
          </a:r>
          <a:r>
            <a:rPr lang="en-US" baseline="0" dirty="0"/>
            <a:t> you’ve received the document back, save to Client Files</a:t>
          </a:r>
          <a:endParaRPr lang="en-US" dirty="0"/>
        </a:p>
      </dgm:t>
    </dgm:pt>
    <dgm:pt modelId="{AEC11845-D210-40A9-8D35-372C63ABECA9}" type="parTrans" cxnId="{CD25BCB6-E42A-4699-A56A-8B5512FDE053}">
      <dgm:prSet/>
      <dgm:spPr/>
      <dgm:t>
        <a:bodyPr/>
        <a:lstStyle/>
        <a:p>
          <a:endParaRPr lang="en-US"/>
        </a:p>
      </dgm:t>
    </dgm:pt>
    <dgm:pt modelId="{20BCB38E-AE19-45FA-A5CA-81030A27EE9D}" type="sibTrans" cxnId="{CD25BCB6-E42A-4699-A56A-8B5512FDE053}">
      <dgm:prSet/>
      <dgm:spPr/>
      <dgm:t>
        <a:bodyPr/>
        <a:lstStyle/>
        <a:p>
          <a:endParaRPr lang="en-US"/>
        </a:p>
      </dgm:t>
    </dgm:pt>
    <dgm:pt modelId="{0DCB85F2-1CCB-452B-85AF-20A39F877989}">
      <dgm:prSet phldrT="[Text]"/>
      <dgm:spPr/>
      <dgm:t>
        <a:bodyPr/>
        <a:lstStyle/>
        <a:p>
          <a:r>
            <a:rPr lang="en-US" dirty="0"/>
            <a:t>Add alert to Client Page</a:t>
          </a:r>
        </a:p>
        <a:p>
          <a:r>
            <a:rPr lang="en-US" dirty="0"/>
            <a:t>“</a:t>
          </a:r>
          <a:r>
            <a:rPr lang="en-US" i="1" dirty="0"/>
            <a:t>John Smith </a:t>
          </a:r>
          <a:r>
            <a:rPr lang="en-US" dirty="0"/>
            <a:t>– Authorized Third Party”</a:t>
          </a:r>
        </a:p>
      </dgm:t>
    </dgm:pt>
    <dgm:pt modelId="{FAFCBCA2-8BA9-4CB7-9B7E-2EBB5241C3EA}" type="parTrans" cxnId="{45E55E88-C41E-480F-B3F1-C4701342B320}">
      <dgm:prSet/>
      <dgm:spPr/>
      <dgm:t>
        <a:bodyPr/>
        <a:lstStyle/>
        <a:p>
          <a:endParaRPr lang="en-US"/>
        </a:p>
      </dgm:t>
    </dgm:pt>
    <dgm:pt modelId="{54340EF8-73C8-4C2F-9699-C95F9D6EB5FA}" type="sibTrans" cxnId="{45E55E88-C41E-480F-B3F1-C4701342B320}">
      <dgm:prSet/>
      <dgm:spPr/>
      <dgm:t>
        <a:bodyPr/>
        <a:lstStyle/>
        <a:p>
          <a:endParaRPr lang="en-US"/>
        </a:p>
      </dgm:t>
    </dgm:pt>
    <dgm:pt modelId="{D43FB511-999A-4DC5-AF42-97C3A67982BE}" type="pres">
      <dgm:prSet presAssocID="{FDDC6A41-D707-4BA2-B419-1D01D1789B7C}" presName="Name0" presStyleCnt="0">
        <dgm:presLayoutVars>
          <dgm:dir/>
          <dgm:resizeHandles val="exact"/>
        </dgm:presLayoutVars>
      </dgm:prSet>
      <dgm:spPr/>
    </dgm:pt>
    <dgm:pt modelId="{4EC91FFB-4C30-4C9D-8437-37188355F479}" type="pres">
      <dgm:prSet presAssocID="{27B9E2A2-1022-4C68-9A40-52B7DBCD3B4C}" presName="node" presStyleLbl="node1" presStyleIdx="0" presStyleCnt="5" custScaleY="120692">
        <dgm:presLayoutVars>
          <dgm:bulletEnabled val="1"/>
        </dgm:presLayoutVars>
      </dgm:prSet>
      <dgm:spPr/>
    </dgm:pt>
    <dgm:pt modelId="{76867AC3-0E5B-4E11-955A-1E557494D72F}" type="pres">
      <dgm:prSet presAssocID="{FDC578B2-CBFA-435F-907A-89C7FFB40CCC}" presName="sibTrans" presStyleLbl="sibTrans1D1" presStyleIdx="0" presStyleCnt="4"/>
      <dgm:spPr/>
    </dgm:pt>
    <dgm:pt modelId="{6DA6E2F0-5D97-4A2E-9B11-B0E44E43B85C}" type="pres">
      <dgm:prSet presAssocID="{FDC578B2-CBFA-435F-907A-89C7FFB40CCC}" presName="connectorText" presStyleLbl="sibTrans1D1" presStyleIdx="0" presStyleCnt="4"/>
      <dgm:spPr/>
    </dgm:pt>
    <dgm:pt modelId="{81BD3B9F-5E1E-4FF8-9DF7-0C5CB359967B}" type="pres">
      <dgm:prSet presAssocID="{3629C7E6-7A87-430B-90E0-C09122EC6DCD}" presName="node" presStyleLbl="node1" presStyleIdx="1" presStyleCnt="5" custScaleY="121647">
        <dgm:presLayoutVars>
          <dgm:bulletEnabled val="1"/>
        </dgm:presLayoutVars>
      </dgm:prSet>
      <dgm:spPr/>
    </dgm:pt>
    <dgm:pt modelId="{F6A77814-D829-4A6C-B470-6B80DD2C7F2E}" type="pres">
      <dgm:prSet presAssocID="{AB07DB11-A268-4144-BC84-307D2AABFAD4}" presName="sibTrans" presStyleLbl="sibTrans1D1" presStyleIdx="1" presStyleCnt="4"/>
      <dgm:spPr/>
    </dgm:pt>
    <dgm:pt modelId="{F57EA3A1-5FE0-4070-85B6-8E7F72FF7A2E}" type="pres">
      <dgm:prSet presAssocID="{AB07DB11-A268-4144-BC84-307D2AABFAD4}" presName="connectorText" presStyleLbl="sibTrans1D1" presStyleIdx="1" presStyleCnt="4"/>
      <dgm:spPr/>
    </dgm:pt>
    <dgm:pt modelId="{674C2478-B478-49D5-96B9-2A2DD88153B8}" type="pres">
      <dgm:prSet presAssocID="{C706C5EE-3EE0-4FA6-994A-1ABFC614BC22}" presName="node" presStyleLbl="node1" presStyleIdx="2" presStyleCnt="5" custScaleY="120351">
        <dgm:presLayoutVars>
          <dgm:bulletEnabled val="1"/>
        </dgm:presLayoutVars>
      </dgm:prSet>
      <dgm:spPr/>
    </dgm:pt>
    <dgm:pt modelId="{6ED7E845-41C2-4405-883A-B0374731BF58}" type="pres">
      <dgm:prSet presAssocID="{DB24F220-F917-4F74-A256-B6DBB8657442}" presName="sibTrans" presStyleLbl="sibTrans1D1" presStyleIdx="2" presStyleCnt="4"/>
      <dgm:spPr/>
    </dgm:pt>
    <dgm:pt modelId="{825A01C1-1E34-4882-9BD2-2D0874DCE6AD}" type="pres">
      <dgm:prSet presAssocID="{DB24F220-F917-4F74-A256-B6DBB8657442}" presName="connectorText" presStyleLbl="sibTrans1D1" presStyleIdx="2" presStyleCnt="4"/>
      <dgm:spPr/>
    </dgm:pt>
    <dgm:pt modelId="{E0D913FE-BE3E-4EE1-BD19-745F9410A16E}" type="pres">
      <dgm:prSet presAssocID="{99A3BA10-1CFD-4EBA-8A12-3FC7753F0C33}" presName="node" presStyleLbl="node1" presStyleIdx="3" presStyleCnt="5" custLinFactNeighborX="61033">
        <dgm:presLayoutVars>
          <dgm:bulletEnabled val="1"/>
        </dgm:presLayoutVars>
      </dgm:prSet>
      <dgm:spPr/>
    </dgm:pt>
    <dgm:pt modelId="{B92E6336-354C-40C2-87B1-AF4A8B0C8D3D}" type="pres">
      <dgm:prSet presAssocID="{20BCB38E-AE19-45FA-A5CA-81030A27EE9D}" presName="sibTrans" presStyleLbl="sibTrans1D1" presStyleIdx="3" presStyleCnt="4"/>
      <dgm:spPr/>
    </dgm:pt>
    <dgm:pt modelId="{0ADA3671-4E27-4D9C-A956-51C1F9FA1D90}" type="pres">
      <dgm:prSet presAssocID="{20BCB38E-AE19-45FA-A5CA-81030A27EE9D}" presName="connectorText" presStyleLbl="sibTrans1D1" presStyleIdx="3" presStyleCnt="4"/>
      <dgm:spPr/>
    </dgm:pt>
    <dgm:pt modelId="{47461DFC-892D-4906-86ED-56245FD856AA}" type="pres">
      <dgm:prSet presAssocID="{0DCB85F2-1CCB-452B-85AF-20A39F877989}" presName="node" presStyleLbl="node1" presStyleIdx="4" presStyleCnt="5" custLinFactNeighborX="61041">
        <dgm:presLayoutVars>
          <dgm:bulletEnabled val="1"/>
        </dgm:presLayoutVars>
      </dgm:prSet>
      <dgm:spPr/>
    </dgm:pt>
  </dgm:ptLst>
  <dgm:cxnLst>
    <dgm:cxn modelId="{52DC8C09-E94C-4028-9F4A-E912A573DBD6}" type="presOf" srcId="{AB07DB11-A268-4144-BC84-307D2AABFAD4}" destId="{F57EA3A1-5FE0-4070-85B6-8E7F72FF7A2E}" srcOrd="1" destOrd="0" presId="urn:microsoft.com/office/officeart/2005/8/layout/bProcess3"/>
    <dgm:cxn modelId="{9EE9720C-A407-4111-85C0-8C81EB01BD39}" srcId="{FDDC6A41-D707-4BA2-B419-1D01D1789B7C}" destId="{27B9E2A2-1022-4C68-9A40-52B7DBCD3B4C}" srcOrd="0" destOrd="0" parTransId="{5D68EA54-7A26-43E0-9139-E4D277D6DA12}" sibTransId="{FDC578B2-CBFA-435F-907A-89C7FFB40CCC}"/>
    <dgm:cxn modelId="{94EE9B13-B991-4078-A385-B4957B1AC472}" type="presOf" srcId="{FDC578B2-CBFA-435F-907A-89C7FFB40CCC}" destId="{76867AC3-0E5B-4E11-955A-1E557494D72F}" srcOrd="0" destOrd="0" presId="urn:microsoft.com/office/officeart/2005/8/layout/bProcess3"/>
    <dgm:cxn modelId="{39323517-E844-4F3B-A110-AA915DDB1813}" type="presOf" srcId="{DB24F220-F917-4F74-A256-B6DBB8657442}" destId="{825A01C1-1E34-4882-9BD2-2D0874DCE6AD}" srcOrd="1" destOrd="0" presId="urn:microsoft.com/office/officeart/2005/8/layout/bProcess3"/>
    <dgm:cxn modelId="{F5CA3D27-B6EF-40D0-8E76-04BD82B40BA3}" type="presOf" srcId="{3629C7E6-7A87-430B-90E0-C09122EC6DCD}" destId="{81BD3B9F-5E1E-4FF8-9DF7-0C5CB359967B}" srcOrd="0" destOrd="0" presId="urn:microsoft.com/office/officeart/2005/8/layout/bProcess3"/>
    <dgm:cxn modelId="{D28D6C32-3762-45A5-8E7A-6098C3D3AAC8}" type="presOf" srcId="{27B9E2A2-1022-4C68-9A40-52B7DBCD3B4C}" destId="{4EC91FFB-4C30-4C9D-8437-37188355F479}" srcOrd="0" destOrd="0" presId="urn:microsoft.com/office/officeart/2005/8/layout/bProcess3"/>
    <dgm:cxn modelId="{8CF87963-3714-41EF-A53E-C5CDDFD434B6}" type="presOf" srcId="{20BCB38E-AE19-45FA-A5CA-81030A27EE9D}" destId="{B92E6336-354C-40C2-87B1-AF4A8B0C8D3D}" srcOrd="0" destOrd="0" presId="urn:microsoft.com/office/officeart/2005/8/layout/bProcess3"/>
    <dgm:cxn modelId="{A0F3DC6B-C344-4BD1-8522-D8982DAA1C9C}" srcId="{FDDC6A41-D707-4BA2-B419-1D01D1789B7C}" destId="{C706C5EE-3EE0-4FA6-994A-1ABFC614BC22}" srcOrd="2" destOrd="0" parTransId="{67447F66-6FD0-4E32-8EAB-3D7AD0647DE1}" sibTransId="{DB24F220-F917-4F74-A256-B6DBB8657442}"/>
    <dgm:cxn modelId="{D1AE0477-DF50-4F52-A901-020293F54275}" type="presOf" srcId="{C706C5EE-3EE0-4FA6-994A-1ABFC614BC22}" destId="{674C2478-B478-49D5-96B9-2A2DD88153B8}" srcOrd="0" destOrd="0" presId="urn:microsoft.com/office/officeart/2005/8/layout/bProcess3"/>
    <dgm:cxn modelId="{45E55E88-C41E-480F-B3F1-C4701342B320}" srcId="{FDDC6A41-D707-4BA2-B419-1D01D1789B7C}" destId="{0DCB85F2-1CCB-452B-85AF-20A39F877989}" srcOrd="4" destOrd="0" parTransId="{FAFCBCA2-8BA9-4CB7-9B7E-2EBB5241C3EA}" sibTransId="{54340EF8-73C8-4C2F-9699-C95F9D6EB5FA}"/>
    <dgm:cxn modelId="{70A11393-0E41-418F-808C-B1D7439954E5}" type="presOf" srcId="{99A3BA10-1CFD-4EBA-8A12-3FC7753F0C33}" destId="{E0D913FE-BE3E-4EE1-BD19-745F9410A16E}" srcOrd="0" destOrd="0" presId="urn:microsoft.com/office/officeart/2005/8/layout/bProcess3"/>
    <dgm:cxn modelId="{44AFBF9B-64ED-470D-AC7C-BB80A2294ED9}" type="presOf" srcId="{AB07DB11-A268-4144-BC84-307D2AABFAD4}" destId="{F6A77814-D829-4A6C-B470-6B80DD2C7F2E}" srcOrd="0" destOrd="0" presId="urn:microsoft.com/office/officeart/2005/8/layout/bProcess3"/>
    <dgm:cxn modelId="{2C09C2A5-019C-4D9C-ABA8-240728F8DDBA}" type="presOf" srcId="{DB24F220-F917-4F74-A256-B6DBB8657442}" destId="{6ED7E845-41C2-4405-883A-B0374731BF58}" srcOrd="0" destOrd="0" presId="urn:microsoft.com/office/officeart/2005/8/layout/bProcess3"/>
    <dgm:cxn modelId="{CD25BCB6-E42A-4699-A56A-8B5512FDE053}" srcId="{FDDC6A41-D707-4BA2-B419-1D01D1789B7C}" destId="{99A3BA10-1CFD-4EBA-8A12-3FC7753F0C33}" srcOrd="3" destOrd="0" parTransId="{AEC11845-D210-40A9-8D35-372C63ABECA9}" sibTransId="{20BCB38E-AE19-45FA-A5CA-81030A27EE9D}"/>
    <dgm:cxn modelId="{EC22AEC2-847D-46F2-9EB9-C29909D9CB6B}" type="presOf" srcId="{0DCB85F2-1CCB-452B-85AF-20A39F877989}" destId="{47461DFC-892D-4906-86ED-56245FD856AA}" srcOrd="0" destOrd="0" presId="urn:microsoft.com/office/officeart/2005/8/layout/bProcess3"/>
    <dgm:cxn modelId="{FF3B4BC5-D845-49F9-9F90-DB3EB0FB8B5B}" type="presOf" srcId="{FDDC6A41-D707-4BA2-B419-1D01D1789B7C}" destId="{D43FB511-999A-4DC5-AF42-97C3A67982BE}" srcOrd="0" destOrd="0" presId="urn:microsoft.com/office/officeart/2005/8/layout/bProcess3"/>
    <dgm:cxn modelId="{927551C6-0020-473D-ABCB-AF3DD866F80A}" type="presOf" srcId="{FDC578B2-CBFA-435F-907A-89C7FFB40CCC}" destId="{6DA6E2F0-5D97-4A2E-9B11-B0E44E43B85C}" srcOrd="1" destOrd="0" presId="urn:microsoft.com/office/officeart/2005/8/layout/bProcess3"/>
    <dgm:cxn modelId="{1479CFDB-ADEC-475D-BCB2-D48EF95F4B46}" type="presOf" srcId="{20BCB38E-AE19-45FA-A5CA-81030A27EE9D}" destId="{0ADA3671-4E27-4D9C-A956-51C1F9FA1D90}" srcOrd="1" destOrd="0" presId="urn:microsoft.com/office/officeart/2005/8/layout/bProcess3"/>
    <dgm:cxn modelId="{26C67CF0-1078-4CAC-9DE4-B1805D7234B9}" srcId="{FDDC6A41-D707-4BA2-B419-1D01D1789B7C}" destId="{3629C7E6-7A87-430B-90E0-C09122EC6DCD}" srcOrd="1" destOrd="0" parTransId="{039CE14A-8E29-4085-A109-176BF5D21A0A}" sibTransId="{AB07DB11-A268-4144-BC84-307D2AABFAD4}"/>
    <dgm:cxn modelId="{4508D547-EE26-4856-A297-32B937F8E7F9}" type="presParOf" srcId="{D43FB511-999A-4DC5-AF42-97C3A67982BE}" destId="{4EC91FFB-4C30-4C9D-8437-37188355F479}" srcOrd="0" destOrd="0" presId="urn:microsoft.com/office/officeart/2005/8/layout/bProcess3"/>
    <dgm:cxn modelId="{9AE9EF15-EDF8-4785-B0FF-18A2849AB2F1}" type="presParOf" srcId="{D43FB511-999A-4DC5-AF42-97C3A67982BE}" destId="{76867AC3-0E5B-4E11-955A-1E557494D72F}" srcOrd="1" destOrd="0" presId="urn:microsoft.com/office/officeart/2005/8/layout/bProcess3"/>
    <dgm:cxn modelId="{49877B18-59D1-4C20-B96D-260C56F43CA4}" type="presParOf" srcId="{76867AC3-0E5B-4E11-955A-1E557494D72F}" destId="{6DA6E2F0-5D97-4A2E-9B11-B0E44E43B85C}" srcOrd="0" destOrd="0" presId="urn:microsoft.com/office/officeart/2005/8/layout/bProcess3"/>
    <dgm:cxn modelId="{7F3D2756-21EC-4270-988A-FBE6823E07F1}" type="presParOf" srcId="{D43FB511-999A-4DC5-AF42-97C3A67982BE}" destId="{81BD3B9F-5E1E-4FF8-9DF7-0C5CB359967B}" srcOrd="2" destOrd="0" presId="urn:microsoft.com/office/officeart/2005/8/layout/bProcess3"/>
    <dgm:cxn modelId="{77082574-9ABE-43B4-97CB-201276886F63}" type="presParOf" srcId="{D43FB511-999A-4DC5-AF42-97C3A67982BE}" destId="{F6A77814-D829-4A6C-B470-6B80DD2C7F2E}" srcOrd="3" destOrd="0" presId="urn:microsoft.com/office/officeart/2005/8/layout/bProcess3"/>
    <dgm:cxn modelId="{0DFB03E4-E113-41E1-A13D-E9292F126049}" type="presParOf" srcId="{F6A77814-D829-4A6C-B470-6B80DD2C7F2E}" destId="{F57EA3A1-5FE0-4070-85B6-8E7F72FF7A2E}" srcOrd="0" destOrd="0" presId="urn:microsoft.com/office/officeart/2005/8/layout/bProcess3"/>
    <dgm:cxn modelId="{FA314BE1-032D-4F52-B5F0-B20F9A1E7BC3}" type="presParOf" srcId="{D43FB511-999A-4DC5-AF42-97C3A67982BE}" destId="{674C2478-B478-49D5-96B9-2A2DD88153B8}" srcOrd="4" destOrd="0" presId="urn:microsoft.com/office/officeart/2005/8/layout/bProcess3"/>
    <dgm:cxn modelId="{0BA10E7D-866C-426E-B821-ED93A0DBBFB2}" type="presParOf" srcId="{D43FB511-999A-4DC5-AF42-97C3A67982BE}" destId="{6ED7E845-41C2-4405-883A-B0374731BF58}" srcOrd="5" destOrd="0" presId="urn:microsoft.com/office/officeart/2005/8/layout/bProcess3"/>
    <dgm:cxn modelId="{3AF67EC6-ACD7-4EEF-841C-27F36DE6AFD1}" type="presParOf" srcId="{6ED7E845-41C2-4405-883A-B0374731BF58}" destId="{825A01C1-1E34-4882-9BD2-2D0874DCE6AD}" srcOrd="0" destOrd="0" presId="urn:microsoft.com/office/officeart/2005/8/layout/bProcess3"/>
    <dgm:cxn modelId="{B0FE5C2F-2D1A-4DC4-90AC-E1ADB9DEEABF}" type="presParOf" srcId="{D43FB511-999A-4DC5-AF42-97C3A67982BE}" destId="{E0D913FE-BE3E-4EE1-BD19-745F9410A16E}" srcOrd="6" destOrd="0" presId="urn:microsoft.com/office/officeart/2005/8/layout/bProcess3"/>
    <dgm:cxn modelId="{95A8B96A-DC5F-4578-AC86-23B02AEF91D4}" type="presParOf" srcId="{D43FB511-999A-4DC5-AF42-97C3A67982BE}" destId="{B92E6336-354C-40C2-87B1-AF4A8B0C8D3D}" srcOrd="7" destOrd="0" presId="urn:microsoft.com/office/officeart/2005/8/layout/bProcess3"/>
    <dgm:cxn modelId="{DED67A1B-24A8-461A-BC7E-F421AD3DE537}" type="presParOf" srcId="{B92E6336-354C-40C2-87B1-AF4A8B0C8D3D}" destId="{0ADA3671-4E27-4D9C-A956-51C1F9FA1D90}" srcOrd="0" destOrd="0" presId="urn:microsoft.com/office/officeart/2005/8/layout/bProcess3"/>
    <dgm:cxn modelId="{096DFF45-24A5-408F-A695-73E5DBC83144}" type="presParOf" srcId="{D43FB511-999A-4DC5-AF42-97C3A67982BE}" destId="{47461DFC-892D-4906-86ED-56245FD856AA}" srcOrd="8" destOrd="0" presId="urn:microsoft.com/office/officeart/2005/8/layout/bProcess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67AC3-0E5B-4E11-955A-1E557494D72F}">
      <dsp:nvSpPr>
        <dsp:cNvPr id="0" name=""/>
        <dsp:cNvSpPr/>
      </dsp:nvSpPr>
      <dsp:spPr>
        <a:xfrm>
          <a:off x="2161713" y="1412951"/>
          <a:ext cx="46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689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2150" y="1456190"/>
        <a:ext cx="24814" cy="4962"/>
      </dsp:txXfrm>
    </dsp:sp>
    <dsp:sp modelId="{4EC91FFB-4C30-4C9D-8437-37188355F479}">
      <dsp:nvSpPr>
        <dsp:cNvPr id="0" name=""/>
        <dsp:cNvSpPr/>
      </dsp:nvSpPr>
      <dsp:spPr>
        <a:xfrm>
          <a:off x="5732" y="677391"/>
          <a:ext cx="2157781" cy="15625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Open blank copy of </a:t>
          </a:r>
          <a:r>
            <a:rPr lang="en-US" sz="1500" kern="1200" dirty="0">
              <a:hlinkClick xmlns:r="http://schemas.openxmlformats.org/officeDocument/2006/relationships" r:id="rId1"/>
            </a:rPr>
            <a:t>Authorization for Third Party Communication</a:t>
          </a:r>
          <a:r>
            <a:rPr lang="en-US" sz="1500" kern="1200" dirty="0"/>
            <a:t>.</a:t>
          </a:r>
        </a:p>
      </dsp:txBody>
      <dsp:txXfrm>
        <a:off x="5732" y="677391"/>
        <a:ext cx="2157781" cy="1562561"/>
      </dsp:txXfrm>
    </dsp:sp>
    <dsp:sp modelId="{F6A77814-D829-4A6C-B470-6B80DD2C7F2E}">
      <dsp:nvSpPr>
        <dsp:cNvPr id="0" name=""/>
        <dsp:cNvSpPr/>
      </dsp:nvSpPr>
      <dsp:spPr>
        <a:xfrm>
          <a:off x="4815784" y="1412951"/>
          <a:ext cx="4656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689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6221" y="1456190"/>
        <a:ext cx="24814" cy="4962"/>
      </dsp:txXfrm>
    </dsp:sp>
    <dsp:sp modelId="{81BD3B9F-5E1E-4FF8-9DF7-0C5CB359967B}">
      <dsp:nvSpPr>
        <dsp:cNvPr id="0" name=""/>
        <dsp:cNvSpPr/>
      </dsp:nvSpPr>
      <dsp:spPr>
        <a:xfrm>
          <a:off x="2659802" y="671209"/>
          <a:ext cx="2157781" cy="15749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Complete the fields for Client/Co-Client and name of authorized party</a:t>
          </a:r>
        </a:p>
      </dsp:txBody>
      <dsp:txXfrm>
        <a:off x="2659802" y="671209"/>
        <a:ext cx="2157781" cy="1574925"/>
      </dsp:txXfrm>
    </dsp:sp>
    <dsp:sp modelId="{6ED7E845-41C2-4405-883A-B0374731BF58}">
      <dsp:nvSpPr>
        <dsp:cNvPr id="0" name=""/>
        <dsp:cNvSpPr/>
      </dsp:nvSpPr>
      <dsp:spPr>
        <a:xfrm>
          <a:off x="2401581" y="2235945"/>
          <a:ext cx="3991182" cy="474079"/>
        </a:xfrm>
        <a:custGeom>
          <a:avLst/>
          <a:gdLst/>
          <a:ahLst/>
          <a:cxnLst/>
          <a:rect l="0" t="0" r="0" b="0"/>
          <a:pathLst>
            <a:path>
              <a:moveTo>
                <a:pt x="3991182" y="0"/>
              </a:moveTo>
              <a:lnTo>
                <a:pt x="3991182" y="254139"/>
              </a:lnTo>
              <a:lnTo>
                <a:pt x="0" y="254139"/>
              </a:lnTo>
              <a:lnTo>
                <a:pt x="0" y="474079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6598" y="2470503"/>
        <a:ext cx="201148" cy="4962"/>
      </dsp:txXfrm>
    </dsp:sp>
    <dsp:sp modelId="{674C2478-B478-49D5-96B9-2A2DD88153B8}">
      <dsp:nvSpPr>
        <dsp:cNvPr id="0" name=""/>
        <dsp:cNvSpPr/>
      </dsp:nvSpPr>
      <dsp:spPr>
        <a:xfrm>
          <a:off x="5313873" y="679598"/>
          <a:ext cx="2157781" cy="15581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Save</a:t>
          </a:r>
          <a:r>
            <a:rPr lang="en-US" sz="1500" kern="1200" baseline="0" dirty="0"/>
            <a:t> doc and send to client to sign via </a:t>
          </a:r>
          <a:r>
            <a:rPr lang="en-US" sz="1500" kern="1200" dirty="0">
              <a:latin typeface="Calibri Light" panose="020F0302020204030204"/>
            </a:rPr>
            <a:t>OneSpan</a:t>
          </a:r>
          <a:endParaRPr lang="en-US" sz="1500" kern="1200" dirty="0"/>
        </a:p>
      </dsp:txBody>
      <dsp:txXfrm>
        <a:off x="5313873" y="679598"/>
        <a:ext cx="2157781" cy="1558146"/>
      </dsp:txXfrm>
    </dsp:sp>
    <dsp:sp modelId="{B92E6336-354C-40C2-87B1-AF4A8B0C8D3D}">
      <dsp:nvSpPr>
        <dsp:cNvPr id="0" name=""/>
        <dsp:cNvSpPr/>
      </dsp:nvSpPr>
      <dsp:spPr>
        <a:xfrm>
          <a:off x="3478671" y="3344038"/>
          <a:ext cx="46586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86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99191" y="3387277"/>
        <a:ext cx="24823" cy="4962"/>
      </dsp:txXfrm>
    </dsp:sp>
    <dsp:sp modelId="{E0D913FE-BE3E-4EE1-BD19-745F9410A16E}">
      <dsp:nvSpPr>
        <dsp:cNvPr id="0" name=""/>
        <dsp:cNvSpPr/>
      </dsp:nvSpPr>
      <dsp:spPr>
        <a:xfrm>
          <a:off x="1322690" y="2742424"/>
          <a:ext cx="2157781" cy="12946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When</a:t>
          </a:r>
          <a:r>
            <a:rPr lang="en-US" sz="1500" kern="1200" baseline="0" dirty="0"/>
            <a:t> you’ve received the document back, save to Client Files</a:t>
          </a:r>
          <a:endParaRPr lang="en-US" sz="1500" kern="1200" dirty="0"/>
        </a:p>
      </dsp:txBody>
      <dsp:txXfrm>
        <a:off x="1322690" y="2742424"/>
        <a:ext cx="2157781" cy="1294668"/>
      </dsp:txXfrm>
    </dsp:sp>
    <dsp:sp modelId="{47461DFC-892D-4906-86ED-56245FD856AA}">
      <dsp:nvSpPr>
        <dsp:cNvPr id="0" name=""/>
        <dsp:cNvSpPr/>
      </dsp:nvSpPr>
      <dsp:spPr>
        <a:xfrm>
          <a:off x="3976934" y="2742424"/>
          <a:ext cx="2157781" cy="12946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Add alert to Client Page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“</a:t>
          </a:r>
          <a:r>
            <a:rPr lang="en-US" sz="1500" i="1" kern="1200" dirty="0"/>
            <a:t>John Smith </a:t>
          </a:r>
          <a:r>
            <a:rPr lang="en-US" sz="1500" kern="1200" dirty="0"/>
            <a:t>– Authorized Third Party”</a:t>
          </a:r>
        </a:p>
      </dsp:txBody>
      <dsp:txXfrm>
        <a:off x="3976934" y="2742424"/>
        <a:ext cx="2157781" cy="1294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68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Third Party Authorization</a:t>
            </a:r>
            <a:endParaRPr lang="en-US" sz="200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1ABEB-D50E-4565-8ABF-7E89056194E5}"/>
              </a:ext>
            </a:extLst>
          </p:cNvPr>
          <p:cNvSpPr/>
          <p:nvPr/>
        </p:nvSpPr>
        <p:spPr>
          <a:xfrm>
            <a:off x="419450" y="704674"/>
            <a:ext cx="8313489" cy="101506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Whenever a client asks for a third party to speak on their behalf we should ask if it is one-time or permanent.</a:t>
            </a:r>
          </a:p>
          <a:p>
            <a:pPr algn="ctr"/>
            <a:r>
              <a:rPr lang="en-US" sz="1600" dirty="0"/>
              <a:t>If one-time – notate your comments with the “one-time authorization for </a:t>
            </a:r>
            <a:r>
              <a:rPr lang="en-US" sz="1600" i="1" dirty="0"/>
              <a:t>John Smith</a:t>
            </a:r>
            <a:r>
              <a:rPr lang="en-US" sz="1600" dirty="0"/>
              <a:t>”</a:t>
            </a:r>
          </a:p>
          <a:p>
            <a:pPr algn="ctr"/>
            <a:r>
              <a:rPr lang="en-US" sz="1600" dirty="0"/>
              <a:t>For Permanent – Follow the process below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6B30EF4-F700-49B2-B9F3-21F436A7A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543643"/>
              </p:ext>
            </p:extLst>
          </p:nvPr>
        </p:nvGraphicFramePr>
        <p:xfrm>
          <a:off x="833306" y="1134819"/>
          <a:ext cx="7477387" cy="4708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43A52-7F73-4E42-856B-F05F08F6BC59}"/>
              </a:ext>
            </a:extLst>
          </p:cNvPr>
          <p:cNvSpPr/>
          <p:nvPr/>
        </p:nvSpPr>
        <p:spPr>
          <a:xfrm>
            <a:off x="419450" y="5264884"/>
            <a:ext cx="8313489" cy="9709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**Important** The Third-Party Authorization is for COA use only (provide program progress, discuss accounts, provide settlement terms/breakdown/percentage) and is not for anything transactional related to Global Holdings (ex. drafts, SDs, NSFs, bank changes, global auths, add/remove accounts, and cancels)</a:t>
            </a:r>
          </a:p>
        </p:txBody>
      </p:sp>
    </p:spTree>
    <p:extLst>
      <p:ext uri="{BB962C8B-B14F-4D97-AF65-F5344CB8AC3E}">
        <p14:creationId xmlns:p14="http://schemas.microsoft.com/office/powerpoint/2010/main" val="409953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a50bad3c638598752483e3e576d1490c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f8f025033282243cc96c211b2abd8d6e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Props1.xml><?xml version="1.0" encoding="utf-8"?>
<ds:datastoreItem xmlns:ds="http://schemas.openxmlformats.org/officeDocument/2006/customXml" ds:itemID="{612EF6FF-E181-4203-AECB-B45C742EC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C1D25B-C9D7-4A85-9CA8-F1FE7C31EA43}">
  <ds:schemaRefs>
    <ds:schemaRef ds:uri="http://schemas.openxmlformats.org/package/2006/metadata/core-properties"/>
    <ds:schemaRef ds:uri="http://schemas.microsoft.com/office/infopath/2007/PartnerControls"/>
    <ds:schemaRef ds:uri="dfbadaf6-90cf-41d3-a0ba-bbd98d259036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microsoft.com/sharepoint/v3"/>
    <ds:schemaRef ds:uri="fca21091-4343-4232-a795-e59481497c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TotalTime>35429</TotalTime>
  <Words>167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Third Party Authorization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lastModifiedBy>Christina Borrello</cp:lastModifiedBy>
  <cp:revision>531</cp:revision>
  <cp:lastPrinted>2020-12-17T16:31:33Z</cp:lastPrinted>
  <dcterms:created xsi:type="dcterms:W3CDTF">2020-07-08T17:20:15Z</dcterms:created>
  <dcterms:modified xsi:type="dcterms:W3CDTF">2026-02-12T20:00:15Z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