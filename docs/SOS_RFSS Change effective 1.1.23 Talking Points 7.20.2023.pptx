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4"/>
  </p:sldMasterIdLst>
  <p:notesMasterIdLst>
    <p:notesMasterId r:id="rId8"/>
  </p:notesMasterIdLst>
  <p:sldIdLst>
    <p:sldId id="1958" r:id="rId5"/>
    <p:sldId id="1959" r:id="rId6"/>
    <p:sldId id="1960" r:id="rId7"/>
  </p:sldIdLst>
  <p:sldSz cx="9144000" cy="6858000" type="screen4x3"/>
  <p:notesSz cx="7086600" cy="93726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Brandon Homuth" initials="BH" lastIdx="1" clrIdx="0">
    <p:extLst>
      <p:ext uri="{19B8F6BF-5375-455C-9EA6-DF929625EA0E}">
        <p15:presenceInfo xmlns:p15="http://schemas.microsoft.com/office/powerpoint/2012/main" userId="S::bhomuth@finance.clearoneadvantage.com::86c609f6-c353-4116-b809-d837f34ce853" providerId="AD"/>
      </p:ext>
    </p:extLst>
  </p:cmAuthor>
  <p:cmAuthor id="2" name="Matthew Falkowski" initials="MF" lastIdx="1" clrIdx="1">
    <p:extLst>
      <p:ext uri="{19B8F6BF-5375-455C-9EA6-DF929625EA0E}">
        <p15:presenceInfo xmlns:p15="http://schemas.microsoft.com/office/powerpoint/2012/main" userId="S::mfalkowski@finance.clearoneadvantage.com::e04e5b67-bb43-4176-a3a7-5c533b516048" providerId="AD"/>
      </p:ext>
    </p:extLst>
  </p:cmAuthor>
  <p:cmAuthor id="3" name="Rick Gross" initials="RG" lastIdx="1" clrIdx="2">
    <p:extLst>
      <p:ext uri="{19B8F6BF-5375-455C-9EA6-DF929625EA0E}">
        <p15:presenceInfo xmlns:p15="http://schemas.microsoft.com/office/powerpoint/2012/main" userId="S::rgross@finance.clearoneadvantage.com::56070022-d45c-4555-8b5e-ed6b6470e084"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FB4BE"/>
    <a:srgbClr val="FF0000"/>
    <a:srgbClr val="8C93A2"/>
    <a:srgbClr val="C4151B"/>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cSldViewPr>
  </p:slide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13" Type="http://schemas.openxmlformats.org/officeDocument/2006/relationships/tableStyles" Target="tableStyles.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theme" Target="theme/theme1.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viewProps" Target="viewProps.xml"/><Relationship Id="rId5" Type="http://schemas.openxmlformats.org/officeDocument/2006/relationships/slide" Target="slides/slide1.xml"/><Relationship Id="rId10"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commentAuthors" Target="commentAuthor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1"/>
            <a:ext cx="3070860" cy="470258"/>
          </a:xfrm>
          <a:prstGeom prst="rect">
            <a:avLst/>
          </a:prstGeom>
        </p:spPr>
        <p:txBody>
          <a:bodyPr vert="horz" lIns="94046" tIns="47023" rIns="94046" bIns="47023" rtlCol="0"/>
          <a:lstStyle>
            <a:lvl1pPr algn="l">
              <a:defRPr sz="1200"/>
            </a:lvl1pPr>
          </a:lstStyle>
          <a:p>
            <a:endParaRPr lang="en-US"/>
          </a:p>
        </p:txBody>
      </p:sp>
      <p:sp>
        <p:nvSpPr>
          <p:cNvPr id="3" name="Date Placeholder 2"/>
          <p:cNvSpPr>
            <a:spLocks noGrp="1"/>
          </p:cNvSpPr>
          <p:nvPr>
            <p:ph type="dt" idx="1"/>
          </p:nvPr>
        </p:nvSpPr>
        <p:spPr>
          <a:xfrm>
            <a:off x="4014100" y="1"/>
            <a:ext cx="3070860" cy="470258"/>
          </a:xfrm>
          <a:prstGeom prst="rect">
            <a:avLst/>
          </a:prstGeom>
        </p:spPr>
        <p:txBody>
          <a:bodyPr vert="horz" lIns="94046" tIns="47023" rIns="94046" bIns="47023" rtlCol="0"/>
          <a:lstStyle>
            <a:lvl1pPr algn="r">
              <a:defRPr sz="1200"/>
            </a:lvl1pPr>
          </a:lstStyle>
          <a:p>
            <a:fld id="{F9FBA1EC-A60A-495A-B477-8D73E8948888}" type="datetimeFigureOut">
              <a:rPr lang="en-US" smtClean="0"/>
              <a:t>2/12/2026</a:t>
            </a:fld>
            <a:endParaRPr lang="en-US"/>
          </a:p>
        </p:txBody>
      </p:sp>
      <p:sp>
        <p:nvSpPr>
          <p:cNvPr id="4" name="Slide Image Placeholder 3"/>
          <p:cNvSpPr>
            <a:spLocks noGrp="1" noRot="1" noChangeAspect="1"/>
          </p:cNvSpPr>
          <p:nvPr>
            <p:ph type="sldImg" idx="2"/>
          </p:nvPr>
        </p:nvSpPr>
        <p:spPr>
          <a:xfrm>
            <a:off x="1435100" y="1171575"/>
            <a:ext cx="4216400" cy="3163888"/>
          </a:xfrm>
          <a:prstGeom prst="rect">
            <a:avLst/>
          </a:prstGeom>
          <a:noFill/>
          <a:ln w="12700">
            <a:solidFill>
              <a:prstClr val="black"/>
            </a:solidFill>
          </a:ln>
        </p:spPr>
        <p:txBody>
          <a:bodyPr vert="horz" lIns="94046" tIns="47023" rIns="94046" bIns="47023" rtlCol="0" anchor="ctr"/>
          <a:lstStyle/>
          <a:p>
            <a:endParaRPr lang="en-US"/>
          </a:p>
        </p:txBody>
      </p:sp>
      <p:sp>
        <p:nvSpPr>
          <p:cNvPr id="5" name="Notes Placeholder 4"/>
          <p:cNvSpPr>
            <a:spLocks noGrp="1"/>
          </p:cNvSpPr>
          <p:nvPr>
            <p:ph type="body" sz="quarter" idx="3"/>
          </p:nvPr>
        </p:nvSpPr>
        <p:spPr>
          <a:xfrm>
            <a:off x="708660" y="4510565"/>
            <a:ext cx="5669280" cy="3690461"/>
          </a:xfrm>
          <a:prstGeom prst="rect">
            <a:avLst/>
          </a:prstGeom>
        </p:spPr>
        <p:txBody>
          <a:bodyPr vert="horz" lIns="94046" tIns="47023" rIns="94046" bIns="47023"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902344"/>
            <a:ext cx="3070860" cy="470257"/>
          </a:xfrm>
          <a:prstGeom prst="rect">
            <a:avLst/>
          </a:prstGeom>
        </p:spPr>
        <p:txBody>
          <a:bodyPr vert="horz" lIns="94046" tIns="47023" rIns="94046" bIns="47023" rtlCol="0" anchor="b"/>
          <a:lstStyle>
            <a:lvl1pPr algn="l">
              <a:defRPr sz="1200"/>
            </a:lvl1pPr>
          </a:lstStyle>
          <a:p>
            <a:endParaRPr lang="en-US"/>
          </a:p>
        </p:txBody>
      </p:sp>
      <p:sp>
        <p:nvSpPr>
          <p:cNvPr id="7" name="Slide Number Placeholder 6"/>
          <p:cNvSpPr>
            <a:spLocks noGrp="1"/>
          </p:cNvSpPr>
          <p:nvPr>
            <p:ph type="sldNum" sz="quarter" idx="5"/>
          </p:nvPr>
        </p:nvSpPr>
        <p:spPr>
          <a:xfrm>
            <a:off x="4014100" y="8902344"/>
            <a:ext cx="3070860" cy="470257"/>
          </a:xfrm>
          <a:prstGeom prst="rect">
            <a:avLst/>
          </a:prstGeom>
        </p:spPr>
        <p:txBody>
          <a:bodyPr vert="horz" lIns="94046" tIns="47023" rIns="94046" bIns="47023" rtlCol="0" anchor="b"/>
          <a:lstStyle>
            <a:lvl1pPr algn="r">
              <a:defRPr sz="1200"/>
            </a:lvl1pPr>
          </a:lstStyle>
          <a:p>
            <a:fld id="{56818EA0-D2EF-4C38-A8B1-0D8C28DF25EC}" type="slidenum">
              <a:rPr lang="en-US" smtClean="0"/>
              <a:t>‹#›</a:t>
            </a:fld>
            <a:endParaRPr lang="en-US"/>
          </a:p>
        </p:txBody>
      </p:sp>
    </p:spTree>
    <p:extLst>
      <p:ext uri="{BB962C8B-B14F-4D97-AF65-F5344CB8AC3E}">
        <p14:creationId xmlns:p14="http://schemas.microsoft.com/office/powerpoint/2010/main" val="209620270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US"/>
              <a:t>Enrollments were down to $61MM in December from $81MM in November</a:t>
            </a:r>
          </a:p>
          <a:p>
            <a:pPr marL="171450" indent="-171450">
              <a:buFont typeface="Arial" panose="020B0604020202020204" pitchFamily="34" charset="0"/>
              <a:buChar char="•"/>
            </a:pPr>
            <a:endParaRPr lang="en-US"/>
          </a:p>
          <a:p>
            <a:pPr marL="171450" indent="-171450">
              <a:buFont typeface="Arial" panose="020B0604020202020204" pitchFamily="34" charset="0"/>
              <a:buChar char="•"/>
            </a:pPr>
            <a:r>
              <a:rPr lang="en-US"/>
              <a:t>Internal (non-affiliate) enrollments of $46MM were 23% below forecast ($60MM)</a:t>
            </a:r>
          </a:p>
          <a:p>
            <a:pPr marL="171450" indent="-171450">
              <a:buFont typeface="Arial" panose="020B0604020202020204" pitchFamily="34" charset="0"/>
              <a:buChar char="•"/>
            </a:pPr>
            <a:endParaRPr lang="en-US"/>
          </a:p>
          <a:p>
            <a:pPr marL="171450" indent="-171450">
              <a:buFont typeface="Arial" panose="020B0604020202020204" pitchFamily="34" charset="0"/>
              <a:buChar char="•"/>
            </a:pPr>
            <a:r>
              <a:rPr lang="en-US"/>
              <a:t>Drivers include macro factors: holiday seasonality, </a:t>
            </a:r>
            <a:r>
              <a:rPr lang="en-US" err="1"/>
              <a:t>covid</a:t>
            </a:r>
            <a:r>
              <a:rPr lang="en-US"/>
              <a:t> increases, stimulus allowing customers to put off decisions</a:t>
            </a:r>
          </a:p>
          <a:p>
            <a:pPr marL="171450" indent="-171450">
              <a:buFont typeface="Arial" panose="020B0604020202020204" pitchFamily="34" charset="0"/>
              <a:buChar char="•"/>
            </a:pPr>
            <a:endParaRPr lang="en-US"/>
          </a:p>
          <a:p>
            <a:pPr marL="171450" indent="-171450">
              <a:buFont typeface="Arial" panose="020B0604020202020204" pitchFamily="34" charset="0"/>
              <a:buChar char="•"/>
            </a:pPr>
            <a:r>
              <a:rPr lang="en-US"/>
              <a:t>Internally we are observing it is harder to reach customers, lower P2 rates, and lower close rates</a:t>
            </a:r>
          </a:p>
        </p:txBody>
      </p:sp>
      <p:sp>
        <p:nvSpPr>
          <p:cNvPr id="4" name="Slide Number Placeholder 3"/>
          <p:cNvSpPr>
            <a:spLocks noGrp="1"/>
          </p:cNvSpPr>
          <p:nvPr>
            <p:ph type="sldNum" sz="quarter" idx="5"/>
          </p:nvPr>
        </p:nvSpPr>
        <p:spPr/>
        <p:txBody>
          <a:bodyPr/>
          <a:lstStyle/>
          <a:p>
            <a:fld id="{56818EA0-D2EF-4C38-A8B1-0D8C28DF25EC}" type="slidenum">
              <a:rPr lang="en-US" smtClean="0"/>
              <a:t>1</a:t>
            </a:fld>
            <a:endParaRPr lang="en-US"/>
          </a:p>
        </p:txBody>
      </p:sp>
    </p:spTree>
    <p:extLst>
      <p:ext uri="{BB962C8B-B14F-4D97-AF65-F5344CB8AC3E}">
        <p14:creationId xmlns:p14="http://schemas.microsoft.com/office/powerpoint/2010/main" val="216798124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US"/>
              <a:t>Enrollments were down to $61MM in December from $81MM in November</a:t>
            </a:r>
          </a:p>
          <a:p>
            <a:pPr marL="171450" indent="-171450">
              <a:buFont typeface="Arial" panose="020B0604020202020204" pitchFamily="34" charset="0"/>
              <a:buChar char="•"/>
            </a:pPr>
            <a:endParaRPr lang="en-US"/>
          </a:p>
          <a:p>
            <a:pPr marL="171450" indent="-171450">
              <a:buFont typeface="Arial" panose="020B0604020202020204" pitchFamily="34" charset="0"/>
              <a:buChar char="•"/>
            </a:pPr>
            <a:r>
              <a:rPr lang="en-US"/>
              <a:t>Internal (non-affiliate) enrollments of $46MM were 23% below forecast ($60MM)</a:t>
            </a:r>
          </a:p>
          <a:p>
            <a:pPr marL="171450" indent="-171450">
              <a:buFont typeface="Arial" panose="020B0604020202020204" pitchFamily="34" charset="0"/>
              <a:buChar char="•"/>
            </a:pPr>
            <a:endParaRPr lang="en-US"/>
          </a:p>
          <a:p>
            <a:pPr marL="171450" indent="-171450">
              <a:buFont typeface="Arial" panose="020B0604020202020204" pitchFamily="34" charset="0"/>
              <a:buChar char="•"/>
            </a:pPr>
            <a:r>
              <a:rPr lang="en-US"/>
              <a:t>Drivers include macro factors: holiday seasonality, </a:t>
            </a:r>
            <a:r>
              <a:rPr lang="en-US" err="1"/>
              <a:t>covid</a:t>
            </a:r>
            <a:r>
              <a:rPr lang="en-US"/>
              <a:t> increases, stimulus allowing customers to put off decisions</a:t>
            </a:r>
          </a:p>
          <a:p>
            <a:pPr marL="171450" indent="-171450">
              <a:buFont typeface="Arial" panose="020B0604020202020204" pitchFamily="34" charset="0"/>
              <a:buChar char="•"/>
            </a:pPr>
            <a:endParaRPr lang="en-US"/>
          </a:p>
          <a:p>
            <a:pPr marL="171450" indent="-171450">
              <a:buFont typeface="Arial" panose="020B0604020202020204" pitchFamily="34" charset="0"/>
              <a:buChar char="•"/>
            </a:pPr>
            <a:r>
              <a:rPr lang="en-US"/>
              <a:t>Internally we are observing it is harder to reach customers, lower P2 rates, and lower close rates</a:t>
            </a:r>
          </a:p>
        </p:txBody>
      </p:sp>
      <p:sp>
        <p:nvSpPr>
          <p:cNvPr id="4" name="Slide Number Placeholder 3"/>
          <p:cNvSpPr>
            <a:spLocks noGrp="1"/>
          </p:cNvSpPr>
          <p:nvPr>
            <p:ph type="sldNum" sz="quarter" idx="5"/>
          </p:nvPr>
        </p:nvSpPr>
        <p:spPr/>
        <p:txBody>
          <a:bodyPr/>
          <a:lstStyle/>
          <a:p>
            <a:fld id="{56818EA0-D2EF-4C38-A8B1-0D8C28DF25EC}" type="slidenum">
              <a:rPr lang="en-US" smtClean="0"/>
              <a:t>2</a:t>
            </a:fld>
            <a:endParaRPr lang="en-US"/>
          </a:p>
        </p:txBody>
      </p:sp>
    </p:spTree>
    <p:extLst>
      <p:ext uri="{BB962C8B-B14F-4D97-AF65-F5344CB8AC3E}">
        <p14:creationId xmlns:p14="http://schemas.microsoft.com/office/powerpoint/2010/main" val="422993928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US"/>
              <a:t>Enrollments were down to $61MM in December from $81MM in November</a:t>
            </a:r>
          </a:p>
          <a:p>
            <a:pPr marL="171450" indent="-171450">
              <a:buFont typeface="Arial" panose="020B0604020202020204" pitchFamily="34" charset="0"/>
              <a:buChar char="•"/>
            </a:pPr>
            <a:endParaRPr lang="en-US"/>
          </a:p>
          <a:p>
            <a:pPr marL="171450" indent="-171450">
              <a:buFont typeface="Arial" panose="020B0604020202020204" pitchFamily="34" charset="0"/>
              <a:buChar char="•"/>
            </a:pPr>
            <a:r>
              <a:rPr lang="en-US"/>
              <a:t>Internal (non-affiliate) enrollments of $46MM were 23% below forecast ($60MM)</a:t>
            </a:r>
          </a:p>
          <a:p>
            <a:pPr marL="171450" indent="-171450">
              <a:buFont typeface="Arial" panose="020B0604020202020204" pitchFamily="34" charset="0"/>
              <a:buChar char="•"/>
            </a:pPr>
            <a:endParaRPr lang="en-US"/>
          </a:p>
          <a:p>
            <a:pPr marL="171450" indent="-171450">
              <a:buFont typeface="Arial" panose="020B0604020202020204" pitchFamily="34" charset="0"/>
              <a:buChar char="•"/>
            </a:pPr>
            <a:r>
              <a:rPr lang="en-US"/>
              <a:t>Drivers include macro factors: holiday seasonality, </a:t>
            </a:r>
            <a:r>
              <a:rPr lang="en-US" err="1"/>
              <a:t>covid</a:t>
            </a:r>
            <a:r>
              <a:rPr lang="en-US"/>
              <a:t> increases, stimulus allowing customers to put off decisions</a:t>
            </a:r>
          </a:p>
          <a:p>
            <a:pPr marL="171450" indent="-171450">
              <a:buFont typeface="Arial" panose="020B0604020202020204" pitchFamily="34" charset="0"/>
              <a:buChar char="•"/>
            </a:pPr>
            <a:endParaRPr lang="en-US"/>
          </a:p>
          <a:p>
            <a:pPr marL="171450" indent="-171450">
              <a:buFont typeface="Arial" panose="020B0604020202020204" pitchFamily="34" charset="0"/>
              <a:buChar char="•"/>
            </a:pPr>
            <a:r>
              <a:rPr lang="en-US"/>
              <a:t>Internally we are observing it is harder to reach customers, lower P2 rates, and lower close rates</a:t>
            </a:r>
          </a:p>
        </p:txBody>
      </p:sp>
      <p:sp>
        <p:nvSpPr>
          <p:cNvPr id="4" name="Slide Number Placeholder 3"/>
          <p:cNvSpPr>
            <a:spLocks noGrp="1"/>
          </p:cNvSpPr>
          <p:nvPr>
            <p:ph type="sldNum" sz="quarter" idx="5"/>
          </p:nvPr>
        </p:nvSpPr>
        <p:spPr/>
        <p:txBody>
          <a:bodyPr/>
          <a:lstStyle/>
          <a:p>
            <a:fld id="{56818EA0-D2EF-4C38-A8B1-0D8C28DF25EC}" type="slidenum">
              <a:rPr lang="en-US" smtClean="0"/>
              <a:t>3</a:t>
            </a:fld>
            <a:endParaRPr lang="en-US"/>
          </a:p>
        </p:txBody>
      </p:sp>
    </p:spTree>
    <p:extLst>
      <p:ext uri="{BB962C8B-B14F-4D97-AF65-F5344CB8AC3E}">
        <p14:creationId xmlns:p14="http://schemas.microsoft.com/office/powerpoint/2010/main" val="81213705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6A1F91-5DAF-4308-8CD1-103E6D52D74B}"/>
              </a:ext>
            </a:extLst>
          </p:cNvPr>
          <p:cNvSpPr>
            <a:spLocks noGrp="1"/>
          </p:cNvSpPr>
          <p:nvPr>
            <p:ph type="ctrTitle"/>
          </p:nvPr>
        </p:nvSpPr>
        <p:spPr>
          <a:xfrm>
            <a:off x="1143000" y="1122363"/>
            <a:ext cx="6858000" cy="2387600"/>
          </a:xfrm>
        </p:spPr>
        <p:txBody>
          <a:bodyPr anchor="b"/>
          <a:lstStyle>
            <a:lvl1pPr algn="ctr">
              <a:defRPr sz="4500"/>
            </a:lvl1pPr>
          </a:lstStyle>
          <a:p>
            <a:r>
              <a:rPr lang="en-US"/>
              <a:t>Click to edit Master title style</a:t>
            </a:r>
          </a:p>
        </p:txBody>
      </p:sp>
      <p:sp>
        <p:nvSpPr>
          <p:cNvPr id="3" name="Subtitle 2">
            <a:extLst>
              <a:ext uri="{FF2B5EF4-FFF2-40B4-BE49-F238E27FC236}">
                <a16:creationId xmlns:a16="http://schemas.microsoft.com/office/drawing/2014/main" id="{E8C9D70A-3474-4171-B199-95A7785332F2}"/>
              </a:ext>
            </a:extLst>
          </p:cNvPr>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p>
        </p:txBody>
      </p:sp>
      <p:sp>
        <p:nvSpPr>
          <p:cNvPr id="4" name="Date Placeholder 3">
            <a:extLst>
              <a:ext uri="{FF2B5EF4-FFF2-40B4-BE49-F238E27FC236}">
                <a16:creationId xmlns:a16="http://schemas.microsoft.com/office/drawing/2014/main" id="{EF0CA482-2466-4B34-B5F0-68952F622156}"/>
              </a:ext>
            </a:extLst>
          </p:cNvPr>
          <p:cNvSpPr>
            <a:spLocks noGrp="1"/>
          </p:cNvSpPr>
          <p:nvPr>
            <p:ph type="dt" sz="half" idx="10"/>
          </p:nvPr>
        </p:nvSpPr>
        <p:spPr/>
        <p:txBody>
          <a:bodyPr/>
          <a:lstStyle/>
          <a:p>
            <a:fld id="{B202E932-A71F-4C87-8F29-F42C899ED4BE}" type="datetime1">
              <a:rPr lang="en-US" smtClean="0"/>
              <a:t>2/12/2026</a:t>
            </a:fld>
            <a:endParaRPr lang="en-US"/>
          </a:p>
        </p:txBody>
      </p:sp>
      <p:sp>
        <p:nvSpPr>
          <p:cNvPr id="5" name="Footer Placeholder 4">
            <a:extLst>
              <a:ext uri="{FF2B5EF4-FFF2-40B4-BE49-F238E27FC236}">
                <a16:creationId xmlns:a16="http://schemas.microsoft.com/office/drawing/2014/main" id="{CA64685A-6E3E-4417-9863-4F2A54DAB06E}"/>
              </a:ext>
            </a:extLst>
          </p:cNvPr>
          <p:cNvSpPr>
            <a:spLocks noGrp="1"/>
          </p:cNvSpPr>
          <p:nvPr>
            <p:ph type="ftr" sz="quarter" idx="11"/>
          </p:nvPr>
        </p:nvSpPr>
        <p:spPr/>
        <p:txBody>
          <a:bodyPr/>
          <a:lstStyle/>
          <a:p>
            <a:r>
              <a:rPr lang="en-US"/>
              <a:t>Confidential</a:t>
            </a:r>
          </a:p>
        </p:txBody>
      </p:sp>
      <p:sp>
        <p:nvSpPr>
          <p:cNvPr id="6" name="Slide Number Placeholder 5">
            <a:extLst>
              <a:ext uri="{FF2B5EF4-FFF2-40B4-BE49-F238E27FC236}">
                <a16:creationId xmlns:a16="http://schemas.microsoft.com/office/drawing/2014/main" id="{0946F1FC-F314-455E-89ED-44D601039748}"/>
              </a:ext>
            </a:extLst>
          </p:cNvPr>
          <p:cNvSpPr>
            <a:spLocks noGrp="1"/>
          </p:cNvSpPr>
          <p:nvPr>
            <p:ph type="sldNum" sz="quarter" idx="12"/>
          </p:nvPr>
        </p:nvSpPr>
        <p:spPr/>
        <p:txBody>
          <a:bodyPr/>
          <a:lstStyle/>
          <a:p>
            <a:fld id="{AAB8DC1C-CF51-4F7D-8E83-F954D2933D5A}" type="slidenum">
              <a:rPr lang="en-US" smtClean="0"/>
              <a:t>‹#›</a:t>
            </a:fld>
            <a:endParaRPr lang="en-US"/>
          </a:p>
        </p:txBody>
      </p:sp>
    </p:spTree>
    <p:extLst>
      <p:ext uri="{BB962C8B-B14F-4D97-AF65-F5344CB8AC3E}">
        <p14:creationId xmlns:p14="http://schemas.microsoft.com/office/powerpoint/2010/main" val="235164976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D47936-FF79-4BAD-9467-808480C37ED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1601E9D8-3E19-4E1C-8437-CFC470EFE845}"/>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BF7E1A8-58BC-40F9-A6E9-C2EA9C48BBF1}"/>
              </a:ext>
            </a:extLst>
          </p:cNvPr>
          <p:cNvSpPr>
            <a:spLocks noGrp="1"/>
          </p:cNvSpPr>
          <p:nvPr>
            <p:ph type="dt" sz="half" idx="10"/>
          </p:nvPr>
        </p:nvSpPr>
        <p:spPr/>
        <p:txBody>
          <a:bodyPr/>
          <a:lstStyle/>
          <a:p>
            <a:fld id="{A8742F31-02C1-498D-9CC2-B92C2CDF434E}" type="datetime1">
              <a:rPr lang="en-US" smtClean="0"/>
              <a:t>2/12/2026</a:t>
            </a:fld>
            <a:endParaRPr lang="en-US"/>
          </a:p>
        </p:txBody>
      </p:sp>
      <p:sp>
        <p:nvSpPr>
          <p:cNvPr id="5" name="Footer Placeholder 4">
            <a:extLst>
              <a:ext uri="{FF2B5EF4-FFF2-40B4-BE49-F238E27FC236}">
                <a16:creationId xmlns:a16="http://schemas.microsoft.com/office/drawing/2014/main" id="{47323A46-7D43-4A54-93C9-9EF0E81BAA9E}"/>
              </a:ext>
            </a:extLst>
          </p:cNvPr>
          <p:cNvSpPr>
            <a:spLocks noGrp="1"/>
          </p:cNvSpPr>
          <p:nvPr>
            <p:ph type="ftr" sz="quarter" idx="11"/>
          </p:nvPr>
        </p:nvSpPr>
        <p:spPr/>
        <p:txBody>
          <a:bodyPr/>
          <a:lstStyle/>
          <a:p>
            <a:r>
              <a:rPr lang="en-US"/>
              <a:t>Confidential</a:t>
            </a:r>
          </a:p>
        </p:txBody>
      </p:sp>
      <p:sp>
        <p:nvSpPr>
          <p:cNvPr id="6" name="Slide Number Placeholder 5">
            <a:extLst>
              <a:ext uri="{FF2B5EF4-FFF2-40B4-BE49-F238E27FC236}">
                <a16:creationId xmlns:a16="http://schemas.microsoft.com/office/drawing/2014/main" id="{1B07370E-CEFD-4DE4-A0FC-6F069EA2A374}"/>
              </a:ext>
            </a:extLst>
          </p:cNvPr>
          <p:cNvSpPr>
            <a:spLocks noGrp="1"/>
          </p:cNvSpPr>
          <p:nvPr>
            <p:ph type="sldNum" sz="quarter" idx="12"/>
          </p:nvPr>
        </p:nvSpPr>
        <p:spPr/>
        <p:txBody>
          <a:bodyPr/>
          <a:lstStyle/>
          <a:p>
            <a:fld id="{AAB8DC1C-CF51-4F7D-8E83-F954D2933D5A}" type="slidenum">
              <a:rPr lang="en-US" smtClean="0"/>
              <a:t>‹#›</a:t>
            </a:fld>
            <a:endParaRPr lang="en-US"/>
          </a:p>
        </p:txBody>
      </p:sp>
    </p:spTree>
    <p:extLst>
      <p:ext uri="{BB962C8B-B14F-4D97-AF65-F5344CB8AC3E}">
        <p14:creationId xmlns:p14="http://schemas.microsoft.com/office/powerpoint/2010/main" val="93899792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A6B35C-AE0D-47A6-9D58-2B81B44D71F7}"/>
              </a:ext>
            </a:extLst>
          </p:cNvPr>
          <p:cNvSpPr>
            <a:spLocks noGrp="1"/>
          </p:cNvSpPr>
          <p:nvPr>
            <p:ph type="title"/>
          </p:nvPr>
        </p:nvSpPr>
        <p:spPr>
          <a:xfrm>
            <a:off x="623888" y="1709739"/>
            <a:ext cx="7886700" cy="2852737"/>
          </a:xfrm>
        </p:spPr>
        <p:txBody>
          <a:bodyPr anchor="b"/>
          <a:lstStyle>
            <a:lvl1pPr>
              <a:defRPr sz="4500"/>
            </a:lvl1pPr>
          </a:lstStyle>
          <a:p>
            <a:r>
              <a:rPr lang="en-US"/>
              <a:t>Click to edit Master title style</a:t>
            </a:r>
          </a:p>
        </p:txBody>
      </p:sp>
      <p:sp>
        <p:nvSpPr>
          <p:cNvPr id="3" name="Text Placeholder 2">
            <a:extLst>
              <a:ext uri="{FF2B5EF4-FFF2-40B4-BE49-F238E27FC236}">
                <a16:creationId xmlns:a16="http://schemas.microsoft.com/office/drawing/2014/main" id="{EC171A32-793D-441B-AD68-4238442E166B}"/>
              </a:ext>
            </a:extLst>
          </p:cNvPr>
          <p:cNvSpPr>
            <a:spLocks noGrp="1"/>
          </p:cNvSpPr>
          <p:nvPr>
            <p:ph type="body" idx="1"/>
          </p:nvPr>
        </p:nvSpPr>
        <p:spPr>
          <a:xfrm>
            <a:off x="623888" y="4589464"/>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02011632-D9DF-4A7B-BF50-F25DCA778EA2}"/>
              </a:ext>
            </a:extLst>
          </p:cNvPr>
          <p:cNvSpPr>
            <a:spLocks noGrp="1"/>
          </p:cNvSpPr>
          <p:nvPr>
            <p:ph type="dt" sz="half" idx="10"/>
          </p:nvPr>
        </p:nvSpPr>
        <p:spPr/>
        <p:txBody>
          <a:bodyPr/>
          <a:lstStyle/>
          <a:p>
            <a:fld id="{257A7864-DF79-4588-8239-29C6AE689228}" type="datetime1">
              <a:rPr lang="en-US" smtClean="0"/>
              <a:t>2/12/2026</a:t>
            </a:fld>
            <a:endParaRPr lang="en-US"/>
          </a:p>
        </p:txBody>
      </p:sp>
      <p:sp>
        <p:nvSpPr>
          <p:cNvPr id="5" name="Footer Placeholder 4">
            <a:extLst>
              <a:ext uri="{FF2B5EF4-FFF2-40B4-BE49-F238E27FC236}">
                <a16:creationId xmlns:a16="http://schemas.microsoft.com/office/drawing/2014/main" id="{CFA3D7EE-09FD-4EC1-91CB-5868F9A4EFCA}"/>
              </a:ext>
            </a:extLst>
          </p:cNvPr>
          <p:cNvSpPr>
            <a:spLocks noGrp="1"/>
          </p:cNvSpPr>
          <p:nvPr>
            <p:ph type="ftr" sz="quarter" idx="11"/>
          </p:nvPr>
        </p:nvSpPr>
        <p:spPr/>
        <p:txBody>
          <a:bodyPr/>
          <a:lstStyle/>
          <a:p>
            <a:r>
              <a:rPr lang="en-US"/>
              <a:t>Confidential</a:t>
            </a:r>
          </a:p>
        </p:txBody>
      </p:sp>
      <p:sp>
        <p:nvSpPr>
          <p:cNvPr id="6" name="Slide Number Placeholder 5">
            <a:extLst>
              <a:ext uri="{FF2B5EF4-FFF2-40B4-BE49-F238E27FC236}">
                <a16:creationId xmlns:a16="http://schemas.microsoft.com/office/drawing/2014/main" id="{8A59428E-60CF-473F-90FC-33845451FC64}"/>
              </a:ext>
            </a:extLst>
          </p:cNvPr>
          <p:cNvSpPr>
            <a:spLocks noGrp="1"/>
          </p:cNvSpPr>
          <p:nvPr>
            <p:ph type="sldNum" sz="quarter" idx="12"/>
          </p:nvPr>
        </p:nvSpPr>
        <p:spPr/>
        <p:txBody>
          <a:bodyPr/>
          <a:lstStyle/>
          <a:p>
            <a:fld id="{AAB8DC1C-CF51-4F7D-8E83-F954D2933D5A}" type="slidenum">
              <a:rPr lang="en-US" smtClean="0"/>
              <a:t>‹#›</a:t>
            </a:fld>
            <a:endParaRPr lang="en-US"/>
          </a:p>
        </p:txBody>
      </p:sp>
    </p:spTree>
    <p:extLst>
      <p:ext uri="{BB962C8B-B14F-4D97-AF65-F5344CB8AC3E}">
        <p14:creationId xmlns:p14="http://schemas.microsoft.com/office/powerpoint/2010/main" val="65444517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56AAB0-7FF6-4933-9E22-F868C192534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8B08B35-4553-47E2-9C69-248E2027A1F4}"/>
              </a:ext>
            </a:extLst>
          </p:cNvPr>
          <p:cNvSpPr>
            <a:spLocks noGrp="1"/>
          </p:cNvSpPr>
          <p:nvPr>
            <p:ph sz="half" idx="1"/>
          </p:nvPr>
        </p:nvSpPr>
        <p:spPr>
          <a:xfrm>
            <a:off x="6286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9AF70A51-07F6-4B4E-AC1B-00C92A5F9E1D}"/>
              </a:ext>
            </a:extLst>
          </p:cNvPr>
          <p:cNvSpPr>
            <a:spLocks noGrp="1"/>
          </p:cNvSpPr>
          <p:nvPr>
            <p:ph sz="half" idx="2"/>
          </p:nvPr>
        </p:nvSpPr>
        <p:spPr>
          <a:xfrm>
            <a:off x="46291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E9B59BD2-1DA7-47C2-927E-1EDAB02E4829}"/>
              </a:ext>
            </a:extLst>
          </p:cNvPr>
          <p:cNvSpPr>
            <a:spLocks noGrp="1"/>
          </p:cNvSpPr>
          <p:nvPr>
            <p:ph type="dt" sz="half" idx="10"/>
          </p:nvPr>
        </p:nvSpPr>
        <p:spPr/>
        <p:txBody>
          <a:bodyPr/>
          <a:lstStyle/>
          <a:p>
            <a:fld id="{5AA8FAA2-19A9-44AB-B8FA-E5869F238D47}" type="datetime1">
              <a:rPr lang="en-US" smtClean="0"/>
              <a:t>2/12/2026</a:t>
            </a:fld>
            <a:endParaRPr lang="en-US"/>
          </a:p>
        </p:txBody>
      </p:sp>
      <p:sp>
        <p:nvSpPr>
          <p:cNvPr id="6" name="Footer Placeholder 5">
            <a:extLst>
              <a:ext uri="{FF2B5EF4-FFF2-40B4-BE49-F238E27FC236}">
                <a16:creationId xmlns:a16="http://schemas.microsoft.com/office/drawing/2014/main" id="{F00BB89C-01D5-4C85-B148-89F7B797D350}"/>
              </a:ext>
            </a:extLst>
          </p:cNvPr>
          <p:cNvSpPr>
            <a:spLocks noGrp="1"/>
          </p:cNvSpPr>
          <p:nvPr>
            <p:ph type="ftr" sz="quarter" idx="11"/>
          </p:nvPr>
        </p:nvSpPr>
        <p:spPr/>
        <p:txBody>
          <a:bodyPr/>
          <a:lstStyle/>
          <a:p>
            <a:r>
              <a:rPr lang="en-US"/>
              <a:t>Confidential</a:t>
            </a:r>
          </a:p>
        </p:txBody>
      </p:sp>
      <p:sp>
        <p:nvSpPr>
          <p:cNvPr id="7" name="Slide Number Placeholder 6">
            <a:extLst>
              <a:ext uri="{FF2B5EF4-FFF2-40B4-BE49-F238E27FC236}">
                <a16:creationId xmlns:a16="http://schemas.microsoft.com/office/drawing/2014/main" id="{D0D56DD1-999E-4E85-80AF-C5D57619E242}"/>
              </a:ext>
            </a:extLst>
          </p:cNvPr>
          <p:cNvSpPr>
            <a:spLocks noGrp="1"/>
          </p:cNvSpPr>
          <p:nvPr>
            <p:ph type="sldNum" sz="quarter" idx="12"/>
          </p:nvPr>
        </p:nvSpPr>
        <p:spPr/>
        <p:txBody>
          <a:bodyPr/>
          <a:lstStyle/>
          <a:p>
            <a:fld id="{AAB8DC1C-CF51-4F7D-8E83-F954D2933D5A}" type="slidenum">
              <a:rPr lang="en-US" smtClean="0"/>
              <a:t>‹#›</a:t>
            </a:fld>
            <a:endParaRPr lang="en-US"/>
          </a:p>
        </p:txBody>
      </p:sp>
    </p:spTree>
    <p:extLst>
      <p:ext uri="{BB962C8B-B14F-4D97-AF65-F5344CB8AC3E}">
        <p14:creationId xmlns:p14="http://schemas.microsoft.com/office/powerpoint/2010/main" val="382877242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52E3C4-28DC-4891-B961-D5AC5549E4D1}"/>
              </a:ext>
            </a:extLst>
          </p:cNvPr>
          <p:cNvSpPr>
            <a:spLocks noGrp="1"/>
          </p:cNvSpPr>
          <p:nvPr>
            <p:ph type="title"/>
          </p:nvPr>
        </p:nvSpPr>
        <p:spPr>
          <a:xfrm>
            <a:off x="629841" y="365126"/>
            <a:ext cx="78867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2E439514-3694-4568-AA95-82CF0B69D200}"/>
              </a:ext>
            </a:extLst>
          </p:cNvPr>
          <p:cNvSpPr>
            <a:spLocks noGrp="1"/>
          </p:cNvSpPr>
          <p:nvPr>
            <p:ph type="body" idx="1"/>
          </p:nvPr>
        </p:nvSpPr>
        <p:spPr>
          <a:xfrm>
            <a:off x="629842" y="1681163"/>
            <a:ext cx="3868340"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a:extLst>
              <a:ext uri="{FF2B5EF4-FFF2-40B4-BE49-F238E27FC236}">
                <a16:creationId xmlns:a16="http://schemas.microsoft.com/office/drawing/2014/main" id="{3DA333A6-5E74-4ACD-8AC0-FAB6C7E080F8}"/>
              </a:ext>
            </a:extLst>
          </p:cNvPr>
          <p:cNvSpPr>
            <a:spLocks noGrp="1"/>
          </p:cNvSpPr>
          <p:nvPr>
            <p:ph sz="half" idx="2"/>
          </p:nvPr>
        </p:nvSpPr>
        <p:spPr>
          <a:xfrm>
            <a:off x="629842" y="2505075"/>
            <a:ext cx="3868340"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AD9B50B8-823E-4597-A8E8-6A9638DD921B}"/>
              </a:ext>
            </a:extLst>
          </p:cNvPr>
          <p:cNvSpPr>
            <a:spLocks noGrp="1"/>
          </p:cNvSpPr>
          <p:nvPr>
            <p:ph type="body" sz="quarter" idx="3"/>
          </p:nvPr>
        </p:nvSpPr>
        <p:spPr>
          <a:xfrm>
            <a:off x="4629150" y="1681163"/>
            <a:ext cx="3887391"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a:extLst>
              <a:ext uri="{FF2B5EF4-FFF2-40B4-BE49-F238E27FC236}">
                <a16:creationId xmlns:a16="http://schemas.microsoft.com/office/drawing/2014/main" id="{73E8A5CD-818C-4AC2-9FF0-0375B10D2C56}"/>
              </a:ext>
            </a:extLst>
          </p:cNvPr>
          <p:cNvSpPr>
            <a:spLocks noGrp="1"/>
          </p:cNvSpPr>
          <p:nvPr>
            <p:ph sz="quarter" idx="4"/>
          </p:nvPr>
        </p:nvSpPr>
        <p:spPr>
          <a:xfrm>
            <a:off x="4629150" y="2505075"/>
            <a:ext cx="3887391"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F9147E56-F9CA-448D-BF16-285FBDD66A3B}"/>
              </a:ext>
            </a:extLst>
          </p:cNvPr>
          <p:cNvSpPr>
            <a:spLocks noGrp="1"/>
          </p:cNvSpPr>
          <p:nvPr>
            <p:ph type="dt" sz="half" idx="10"/>
          </p:nvPr>
        </p:nvSpPr>
        <p:spPr/>
        <p:txBody>
          <a:bodyPr/>
          <a:lstStyle/>
          <a:p>
            <a:fld id="{D8D6C686-7BE9-4586-A687-B2D1E9405BF2}" type="datetime1">
              <a:rPr lang="en-US" smtClean="0"/>
              <a:t>2/12/2026</a:t>
            </a:fld>
            <a:endParaRPr lang="en-US"/>
          </a:p>
        </p:txBody>
      </p:sp>
      <p:sp>
        <p:nvSpPr>
          <p:cNvPr id="8" name="Footer Placeholder 7">
            <a:extLst>
              <a:ext uri="{FF2B5EF4-FFF2-40B4-BE49-F238E27FC236}">
                <a16:creationId xmlns:a16="http://schemas.microsoft.com/office/drawing/2014/main" id="{9151C511-854E-4BC2-B903-8E577EE9A9CB}"/>
              </a:ext>
            </a:extLst>
          </p:cNvPr>
          <p:cNvSpPr>
            <a:spLocks noGrp="1"/>
          </p:cNvSpPr>
          <p:nvPr>
            <p:ph type="ftr" sz="quarter" idx="11"/>
          </p:nvPr>
        </p:nvSpPr>
        <p:spPr/>
        <p:txBody>
          <a:bodyPr/>
          <a:lstStyle/>
          <a:p>
            <a:r>
              <a:rPr lang="en-US"/>
              <a:t>Confidential</a:t>
            </a:r>
          </a:p>
        </p:txBody>
      </p:sp>
      <p:sp>
        <p:nvSpPr>
          <p:cNvPr id="9" name="Slide Number Placeholder 8">
            <a:extLst>
              <a:ext uri="{FF2B5EF4-FFF2-40B4-BE49-F238E27FC236}">
                <a16:creationId xmlns:a16="http://schemas.microsoft.com/office/drawing/2014/main" id="{20CA9210-8AFB-4D59-BF25-4EFD379E7791}"/>
              </a:ext>
            </a:extLst>
          </p:cNvPr>
          <p:cNvSpPr>
            <a:spLocks noGrp="1"/>
          </p:cNvSpPr>
          <p:nvPr>
            <p:ph type="sldNum" sz="quarter" idx="12"/>
          </p:nvPr>
        </p:nvSpPr>
        <p:spPr/>
        <p:txBody>
          <a:bodyPr/>
          <a:lstStyle/>
          <a:p>
            <a:fld id="{AAB8DC1C-CF51-4F7D-8E83-F954D2933D5A}" type="slidenum">
              <a:rPr lang="en-US" smtClean="0"/>
              <a:t>‹#›</a:t>
            </a:fld>
            <a:endParaRPr lang="en-US"/>
          </a:p>
        </p:txBody>
      </p:sp>
    </p:spTree>
    <p:extLst>
      <p:ext uri="{BB962C8B-B14F-4D97-AF65-F5344CB8AC3E}">
        <p14:creationId xmlns:p14="http://schemas.microsoft.com/office/powerpoint/2010/main" val="281228170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4B0A4E-7214-4395-B4A9-683862A1792D}"/>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6A1BA23A-F6DD-474E-874D-71837CECE2D0}"/>
              </a:ext>
            </a:extLst>
          </p:cNvPr>
          <p:cNvSpPr>
            <a:spLocks noGrp="1"/>
          </p:cNvSpPr>
          <p:nvPr>
            <p:ph type="dt" sz="half" idx="10"/>
          </p:nvPr>
        </p:nvSpPr>
        <p:spPr/>
        <p:txBody>
          <a:bodyPr/>
          <a:lstStyle/>
          <a:p>
            <a:fld id="{A407A63C-776B-4C75-811A-901240DE072E}" type="datetime1">
              <a:rPr lang="en-US" smtClean="0"/>
              <a:t>2/12/2026</a:t>
            </a:fld>
            <a:endParaRPr lang="en-US"/>
          </a:p>
        </p:txBody>
      </p:sp>
      <p:sp>
        <p:nvSpPr>
          <p:cNvPr id="4" name="Footer Placeholder 3">
            <a:extLst>
              <a:ext uri="{FF2B5EF4-FFF2-40B4-BE49-F238E27FC236}">
                <a16:creationId xmlns:a16="http://schemas.microsoft.com/office/drawing/2014/main" id="{168EEFDA-3E42-47C0-93DC-C1219B95B61A}"/>
              </a:ext>
            </a:extLst>
          </p:cNvPr>
          <p:cNvSpPr>
            <a:spLocks noGrp="1"/>
          </p:cNvSpPr>
          <p:nvPr>
            <p:ph type="ftr" sz="quarter" idx="11"/>
          </p:nvPr>
        </p:nvSpPr>
        <p:spPr/>
        <p:txBody>
          <a:bodyPr/>
          <a:lstStyle/>
          <a:p>
            <a:r>
              <a:rPr lang="en-US"/>
              <a:t>Confidential</a:t>
            </a:r>
          </a:p>
        </p:txBody>
      </p:sp>
      <p:sp>
        <p:nvSpPr>
          <p:cNvPr id="5" name="Slide Number Placeholder 4">
            <a:extLst>
              <a:ext uri="{FF2B5EF4-FFF2-40B4-BE49-F238E27FC236}">
                <a16:creationId xmlns:a16="http://schemas.microsoft.com/office/drawing/2014/main" id="{2311EABA-4C8C-473F-B711-E494A05F4495}"/>
              </a:ext>
            </a:extLst>
          </p:cNvPr>
          <p:cNvSpPr>
            <a:spLocks noGrp="1"/>
          </p:cNvSpPr>
          <p:nvPr>
            <p:ph type="sldNum" sz="quarter" idx="12"/>
          </p:nvPr>
        </p:nvSpPr>
        <p:spPr/>
        <p:txBody>
          <a:bodyPr/>
          <a:lstStyle/>
          <a:p>
            <a:fld id="{AAB8DC1C-CF51-4F7D-8E83-F954D2933D5A}" type="slidenum">
              <a:rPr lang="en-US" smtClean="0"/>
              <a:t>‹#›</a:t>
            </a:fld>
            <a:endParaRPr lang="en-US"/>
          </a:p>
        </p:txBody>
      </p:sp>
    </p:spTree>
    <p:extLst>
      <p:ext uri="{BB962C8B-B14F-4D97-AF65-F5344CB8AC3E}">
        <p14:creationId xmlns:p14="http://schemas.microsoft.com/office/powerpoint/2010/main" val="254209839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8E834C0-0139-4568-8744-EE8A5CE98791}"/>
              </a:ext>
            </a:extLst>
          </p:cNvPr>
          <p:cNvSpPr>
            <a:spLocks noGrp="1"/>
          </p:cNvSpPr>
          <p:nvPr>
            <p:ph type="dt" sz="half" idx="10"/>
          </p:nvPr>
        </p:nvSpPr>
        <p:spPr/>
        <p:txBody>
          <a:bodyPr/>
          <a:lstStyle/>
          <a:p>
            <a:fld id="{656B8578-255A-4EAB-AB9D-DF676188B002}" type="datetime1">
              <a:rPr lang="en-US" smtClean="0"/>
              <a:t>2/12/2026</a:t>
            </a:fld>
            <a:endParaRPr lang="en-US"/>
          </a:p>
        </p:txBody>
      </p:sp>
      <p:sp>
        <p:nvSpPr>
          <p:cNvPr id="3" name="Footer Placeholder 2">
            <a:extLst>
              <a:ext uri="{FF2B5EF4-FFF2-40B4-BE49-F238E27FC236}">
                <a16:creationId xmlns:a16="http://schemas.microsoft.com/office/drawing/2014/main" id="{ED01E73B-DCCE-4735-81B5-1825A15AD9DC}"/>
              </a:ext>
            </a:extLst>
          </p:cNvPr>
          <p:cNvSpPr>
            <a:spLocks noGrp="1"/>
          </p:cNvSpPr>
          <p:nvPr>
            <p:ph type="ftr" sz="quarter" idx="11"/>
          </p:nvPr>
        </p:nvSpPr>
        <p:spPr/>
        <p:txBody>
          <a:bodyPr/>
          <a:lstStyle/>
          <a:p>
            <a:r>
              <a:rPr lang="en-US"/>
              <a:t>Confidential</a:t>
            </a:r>
          </a:p>
        </p:txBody>
      </p:sp>
      <p:sp>
        <p:nvSpPr>
          <p:cNvPr id="4" name="Slide Number Placeholder 3">
            <a:extLst>
              <a:ext uri="{FF2B5EF4-FFF2-40B4-BE49-F238E27FC236}">
                <a16:creationId xmlns:a16="http://schemas.microsoft.com/office/drawing/2014/main" id="{B049F196-8163-4B75-8CAC-61E1C785D812}"/>
              </a:ext>
            </a:extLst>
          </p:cNvPr>
          <p:cNvSpPr>
            <a:spLocks noGrp="1"/>
          </p:cNvSpPr>
          <p:nvPr>
            <p:ph type="sldNum" sz="quarter" idx="12"/>
          </p:nvPr>
        </p:nvSpPr>
        <p:spPr/>
        <p:txBody>
          <a:bodyPr/>
          <a:lstStyle/>
          <a:p>
            <a:fld id="{AAB8DC1C-CF51-4F7D-8E83-F954D2933D5A}" type="slidenum">
              <a:rPr lang="en-US" smtClean="0"/>
              <a:t>‹#›</a:t>
            </a:fld>
            <a:endParaRPr lang="en-US"/>
          </a:p>
        </p:txBody>
      </p:sp>
    </p:spTree>
    <p:extLst>
      <p:ext uri="{BB962C8B-B14F-4D97-AF65-F5344CB8AC3E}">
        <p14:creationId xmlns:p14="http://schemas.microsoft.com/office/powerpoint/2010/main" val="347172265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48E244-A061-4E80-BC9C-E6AB7DBD1859}"/>
              </a:ext>
            </a:extLst>
          </p:cNvPr>
          <p:cNvSpPr>
            <a:spLocks noGrp="1"/>
          </p:cNvSpPr>
          <p:nvPr>
            <p:ph type="title"/>
          </p:nvPr>
        </p:nvSpPr>
        <p:spPr>
          <a:xfrm>
            <a:off x="629841" y="457200"/>
            <a:ext cx="2949178" cy="1600200"/>
          </a:xfrm>
        </p:spPr>
        <p:txBody>
          <a:bodyPr anchor="b"/>
          <a:lstStyle>
            <a:lvl1pPr>
              <a:defRPr sz="2400"/>
            </a:lvl1pPr>
          </a:lstStyle>
          <a:p>
            <a:r>
              <a:rPr lang="en-US"/>
              <a:t>Click to edit Master title style</a:t>
            </a:r>
          </a:p>
        </p:txBody>
      </p:sp>
      <p:sp>
        <p:nvSpPr>
          <p:cNvPr id="3" name="Content Placeholder 2">
            <a:extLst>
              <a:ext uri="{FF2B5EF4-FFF2-40B4-BE49-F238E27FC236}">
                <a16:creationId xmlns:a16="http://schemas.microsoft.com/office/drawing/2014/main" id="{93C428FE-F029-409E-B569-681CD14E9DD9}"/>
              </a:ext>
            </a:extLst>
          </p:cNvPr>
          <p:cNvSpPr>
            <a:spLocks noGrp="1"/>
          </p:cNvSpPr>
          <p:nvPr>
            <p:ph idx="1"/>
          </p:nvPr>
        </p:nvSpPr>
        <p:spPr>
          <a:xfrm>
            <a:off x="3887391" y="987426"/>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528A74DE-FA8C-4583-9E68-BF0214191D87}"/>
              </a:ext>
            </a:extLst>
          </p:cNvPr>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a:extLst>
              <a:ext uri="{FF2B5EF4-FFF2-40B4-BE49-F238E27FC236}">
                <a16:creationId xmlns:a16="http://schemas.microsoft.com/office/drawing/2014/main" id="{1EE68F3A-DC58-4F1A-923E-357CDF901CEC}"/>
              </a:ext>
            </a:extLst>
          </p:cNvPr>
          <p:cNvSpPr>
            <a:spLocks noGrp="1"/>
          </p:cNvSpPr>
          <p:nvPr>
            <p:ph type="dt" sz="half" idx="10"/>
          </p:nvPr>
        </p:nvSpPr>
        <p:spPr/>
        <p:txBody>
          <a:bodyPr/>
          <a:lstStyle/>
          <a:p>
            <a:fld id="{ABAE85B3-C4AE-4BB1-B021-68841BA35016}" type="datetime1">
              <a:rPr lang="en-US" smtClean="0"/>
              <a:t>2/12/2026</a:t>
            </a:fld>
            <a:endParaRPr lang="en-US"/>
          </a:p>
        </p:txBody>
      </p:sp>
      <p:sp>
        <p:nvSpPr>
          <p:cNvPr id="6" name="Footer Placeholder 5">
            <a:extLst>
              <a:ext uri="{FF2B5EF4-FFF2-40B4-BE49-F238E27FC236}">
                <a16:creationId xmlns:a16="http://schemas.microsoft.com/office/drawing/2014/main" id="{12D46901-5A47-40C9-BF0C-854E9818E462}"/>
              </a:ext>
            </a:extLst>
          </p:cNvPr>
          <p:cNvSpPr>
            <a:spLocks noGrp="1"/>
          </p:cNvSpPr>
          <p:nvPr>
            <p:ph type="ftr" sz="quarter" idx="11"/>
          </p:nvPr>
        </p:nvSpPr>
        <p:spPr/>
        <p:txBody>
          <a:bodyPr/>
          <a:lstStyle/>
          <a:p>
            <a:r>
              <a:rPr lang="en-US"/>
              <a:t>Confidential</a:t>
            </a:r>
          </a:p>
        </p:txBody>
      </p:sp>
      <p:sp>
        <p:nvSpPr>
          <p:cNvPr id="7" name="Slide Number Placeholder 6">
            <a:extLst>
              <a:ext uri="{FF2B5EF4-FFF2-40B4-BE49-F238E27FC236}">
                <a16:creationId xmlns:a16="http://schemas.microsoft.com/office/drawing/2014/main" id="{0FF1F09E-1A7A-4217-88C3-C6FCE58F00CF}"/>
              </a:ext>
            </a:extLst>
          </p:cNvPr>
          <p:cNvSpPr>
            <a:spLocks noGrp="1"/>
          </p:cNvSpPr>
          <p:nvPr>
            <p:ph type="sldNum" sz="quarter" idx="12"/>
          </p:nvPr>
        </p:nvSpPr>
        <p:spPr/>
        <p:txBody>
          <a:bodyPr/>
          <a:lstStyle/>
          <a:p>
            <a:fld id="{AAB8DC1C-CF51-4F7D-8E83-F954D2933D5A}" type="slidenum">
              <a:rPr lang="en-US" smtClean="0"/>
              <a:t>‹#›</a:t>
            </a:fld>
            <a:endParaRPr lang="en-US"/>
          </a:p>
        </p:txBody>
      </p:sp>
    </p:spTree>
    <p:extLst>
      <p:ext uri="{BB962C8B-B14F-4D97-AF65-F5344CB8AC3E}">
        <p14:creationId xmlns:p14="http://schemas.microsoft.com/office/powerpoint/2010/main" val="270059876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C130C2-9AC3-40D2-82EA-7358BE3F3FC6}"/>
              </a:ext>
            </a:extLst>
          </p:cNvPr>
          <p:cNvSpPr>
            <a:spLocks noGrp="1"/>
          </p:cNvSpPr>
          <p:nvPr>
            <p:ph type="title"/>
          </p:nvPr>
        </p:nvSpPr>
        <p:spPr>
          <a:xfrm>
            <a:off x="629841" y="457200"/>
            <a:ext cx="2949178" cy="1600200"/>
          </a:xfrm>
        </p:spPr>
        <p:txBody>
          <a:bodyPr anchor="b"/>
          <a:lstStyle>
            <a:lvl1pPr>
              <a:defRPr sz="2400"/>
            </a:lvl1pPr>
          </a:lstStyle>
          <a:p>
            <a:r>
              <a:rPr lang="en-US"/>
              <a:t>Click to edit Master title style</a:t>
            </a:r>
          </a:p>
        </p:txBody>
      </p:sp>
      <p:sp>
        <p:nvSpPr>
          <p:cNvPr id="3" name="Picture Placeholder 2">
            <a:extLst>
              <a:ext uri="{FF2B5EF4-FFF2-40B4-BE49-F238E27FC236}">
                <a16:creationId xmlns:a16="http://schemas.microsoft.com/office/drawing/2014/main" id="{4ED3CFF1-6F5E-4EDE-9591-B88623C670E0}"/>
              </a:ext>
            </a:extLst>
          </p:cNvPr>
          <p:cNvSpPr>
            <a:spLocks noGrp="1"/>
          </p:cNvSpPr>
          <p:nvPr>
            <p:ph type="pic" idx="1"/>
          </p:nvPr>
        </p:nvSpPr>
        <p:spPr>
          <a:xfrm>
            <a:off x="3887391" y="987426"/>
            <a:ext cx="4629150" cy="4873625"/>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a:t>Click icon to add picture</a:t>
            </a:r>
          </a:p>
        </p:txBody>
      </p:sp>
      <p:sp>
        <p:nvSpPr>
          <p:cNvPr id="4" name="Text Placeholder 3">
            <a:extLst>
              <a:ext uri="{FF2B5EF4-FFF2-40B4-BE49-F238E27FC236}">
                <a16:creationId xmlns:a16="http://schemas.microsoft.com/office/drawing/2014/main" id="{8D14FF47-9845-4311-A900-C88BE6D75120}"/>
              </a:ext>
            </a:extLst>
          </p:cNvPr>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a:extLst>
              <a:ext uri="{FF2B5EF4-FFF2-40B4-BE49-F238E27FC236}">
                <a16:creationId xmlns:a16="http://schemas.microsoft.com/office/drawing/2014/main" id="{79FEED47-9E30-48B0-BD7D-5D140FE87D54}"/>
              </a:ext>
            </a:extLst>
          </p:cNvPr>
          <p:cNvSpPr>
            <a:spLocks noGrp="1"/>
          </p:cNvSpPr>
          <p:nvPr>
            <p:ph type="dt" sz="half" idx="10"/>
          </p:nvPr>
        </p:nvSpPr>
        <p:spPr/>
        <p:txBody>
          <a:bodyPr/>
          <a:lstStyle/>
          <a:p>
            <a:fld id="{8BEE9113-9AB1-4051-924D-DF3D9AA7B385}" type="datetime1">
              <a:rPr lang="en-US" smtClean="0"/>
              <a:t>2/12/2026</a:t>
            </a:fld>
            <a:endParaRPr lang="en-US"/>
          </a:p>
        </p:txBody>
      </p:sp>
      <p:sp>
        <p:nvSpPr>
          <p:cNvPr id="6" name="Footer Placeholder 5">
            <a:extLst>
              <a:ext uri="{FF2B5EF4-FFF2-40B4-BE49-F238E27FC236}">
                <a16:creationId xmlns:a16="http://schemas.microsoft.com/office/drawing/2014/main" id="{4DDE5465-F8EA-489B-B0CE-6D03E7A74ED2}"/>
              </a:ext>
            </a:extLst>
          </p:cNvPr>
          <p:cNvSpPr>
            <a:spLocks noGrp="1"/>
          </p:cNvSpPr>
          <p:nvPr>
            <p:ph type="ftr" sz="quarter" idx="11"/>
          </p:nvPr>
        </p:nvSpPr>
        <p:spPr/>
        <p:txBody>
          <a:bodyPr/>
          <a:lstStyle/>
          <a:p>
            <a:r>
              <a:rPr lang="en-US"/>
              <a:t>Confidential</a:t>
            </a:r>
          </a:p>
        </p:txBody>
      </p:sp>
      <p:sp>
        <p:nvSpPr>
          <p:cNvPr id="7" name="Slide Number Placeholder 6">
            <a:extLst>
              <a:ext uri="{FF2B5EF4-FFF2-40B4-BE49-F238E27FC236}">
                <a16:creationId xmlns:a16="http://schemas.microsoft.com/office/drawing/2014/main" id="{C1EB23C1-C907-4F63-83FE-12326EA9ADA2}"/>
              </a:ext>
            </a:extLst>
          </p:cNvPr>
          <p:cNvSpPr>
            <a:spLocks noGrp="1"/>
          </p:cNvSpPr>
          <p:nvPr>
            <p:ph type="sldNum" sz="quarter" idx="12"/>
          </p:nvPr>
        </p:nvSpPr>
        <p:spPr/>
        <p:txBody>
          <a:bodyPr/>
          <a:lstStyle/>
          <a:p>
            <a:fld id="{AAB8DC1C-CF51-4F7D-8E83-F954D2933D5A}" type="slidenum">
              <a:rPr lang="en-US" smtClean="0"/>
              <a:t>‹#›</a:t>
            </a:fld>
            <a:endParaRPr lang="en-US"/>
          </a:p>
        </p:txBody>
      </p:sp>
    </p:spTree>
    <p:extLst>
      <p:ext uri="{BB962C8B-B14F-4D97-AF65-F5344CB8AC3E}">
        <p14:creationId xmlns:p14="http://schemas.microsoft.com/office/powerpoint/2010/main" val="266181815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01A720-C411-4ED2-9590-91859DC25352}"/>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E3AC8D4A-1E59-44F0-B9D5-55F4EF518AB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A2D2062-E7CF-4226-ABBC-7FAB80D53B72}"/>
              </a:ext>
            </a:extLst>
          </p:cNvPr>
          <p:cNvSpPr>
            <a:spLocks noGrp="1"/>
          </p:cNvSpPr>
          <p:nvPr>
            <p:ph type="dt" sz="half" idx="10"/>
          </p:nvPr>
        </p:nvSpPr>
        <p:spPr/>
        <p:txBody>
          <a:bodyPr/>
          <a:lstStyle/>
          <a:p>
            <a:fld id="{00EE5AC6-156C-4CB5-BA0A-41EEB99F2C31}" type="datetime1">
              <a:rPr lang="en-US" smtClean="0"/>
              <a:t>2/12/2026</a:t>
            </a:fld>
            <a:endParaRPr lang="en-US"/>
          </a:p>
        </p:txBody>
      </p:sp>
      <p:sp>
        <p:nvSpPr>
          <p:cNvPr id="5" name="Footer Placeholder 4">
            <a:extLst>
              <a:ext uri="{FF2B5EF4-FFF2-40B4-BE49-F238E27FC236}">
                <a16:creationId xmlns:a16="http://schemas.microsoft.com/office/drawing/2014/main" id="{2FDE2C07-11CD-4FCA-9EF9-DBCB439607F9}"/>
              </a:ext>
            </a:extLst>
          </p:cNvPr>
          <p:cNvSpPr>
            <a:spLocks noGrp="1"/>
          </p:cNvSpPr>
          <p:nvPr>
            <p:ph type="ftr" sz="quarter" idx="11"/>
          </p:nvPr>
        </p:nvSpPr>
        <p:spPr/>
        <p:txBody>
          <a:bodyPr/>
          <a:lstStyle/>
          <a:p>
            <a:r>
              <a:rPr lang="en-US"/>
              <a:t>Confidential</a:t>
            </a:r>
          </a:p>
        </p:txBody>
      </p:sp>
      <p:sp>
        <p:nvSpPr>
          <p:cNvPr id="6" name="Slide Number Placeholder 5">
            <a:extLst>
              <a:ext uri="{FF2B5EF4-FFF2-40B4-BE49-F238E27FC236}">
                <a16:creationId xmlns:a16="http://schemas.microsoft.com/office/drawing/2014/main" id="{57EF8289-ACCF-49F8-B239-9BC52C1BA584}"/>
              </a:ext>
            </a:extLst>
          </p:cNvPr>
          <p:cNvSpPr>
            <a:spLocks noGrp="1"/>
          </p:cNvSpPr>
          <p:nvPr>
            <p:ph type="sldNum" sz="quarter" idx="12"/>
          </p:nvPr>
        </p:nvSpPr>
        <p:spPr/>
        <p:txBody>
          <a:bodyPr/>
          <a:lstStyle/>
          <a:p>
            <a:fld id="{AAB8DC1C-CF51-4F7D-8E83-F954D2933D5A}" type="slidenum">
              <a:rPr lang="en-US" smtClean="0"/>
              <a:t>‹#›</a:t>
            </a:fld>
            <a:endParaRPr lang="en-US"/>
          </a:p>
        </p:txBody>
      </p:sp>
    </p:spTree>
    <p:extLst>
      <p:ext uri="{BB962C8B-B14F-4D97-AF65-F5344CB8AC3E}">
        <p14:creationId xmlns:p14="http://schemas.microsoft.com/office/powerpoint/2010/main" val="294346633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B1DD16A-B6EA-4F1C-B1D6-276E8C388D64}"/>
              </a:ext>
            </a:extLst>
          </p:cNvPr>
          <p:cNvSpPr>
            <a:spLocks noGrp="1"/>
          </p:cNvSpPr>
          <p:nvPr>
            <p:ph type="title" orient="vert"/>
          </p:nvPr>
        </p:nvSpPr>
        <p:spPr>
          <a:xfrm>
            <a:off x="6543675" y="365125"/>
            <a:ext cx="1971675"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82D3C60F-2B01-4456-A9C9-E40F68052A87}"/>
              </a:ext>
            </a:extLst>
          </p:cNvPr>
          <p:cNvSpPr>
            <a:spLocks noGrp="1"/>
          </p:cNvSpPr>
          <p:nvPr>
            <p:ph type="body" orient="vert" idx="1"/>
          </p:nvPr>
        </p:nvSpPr>
        <p:spPr>
          <a:xfrm>
            <a:off x="628650" y="365125"/>
            <a:ext cx="5800725"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A3CACA6-C1E6-45CC-987A-36AA89D2CB9A}"/>
              </a:ext>
            </a:extLst>
          </p:cNvPr>
          <p:cNvSpPr>
            <a:spLocks noGrp="1"/>
          </p:cNvSpPr>
          <p:nvPr>
            <p:ph type="dt" sz="half" idx="10"/>
          </p:nvPr>
        </p:nvSpPr>
        <p:spPr/>
        <p:txBody>
          <a:bodyPr/>
          <a:lstStyle/>
          <a:p>
            <a:fld id="{EC721CCD-7326-4A57-A1EF-8B0B37DF77B7}" type="datetime1">
              <a:rPr lang="en-US" smtClean="0"/>
              <a:t>2/12/2026</a:t>
            </a:fld>
            <a:endParaRPr lang="en-US"/>
          </a:p>
        </p:txBody>
      </p:sp>
      <p:sp>
        <p:nvSpPr>
          <p:cNvPr id="5" name="Footer Placeholder 4">
            <a:extLst>
              <a:ext uri="{FF2B5EF4-FFF2-40B4-BE49-F238E27FC236}">
                <a16:creationId xmlns:a16="http://schemas.microsoft.com/office/drawing/2014/main" id="{55DBCBA4-F9B0-4FFA-8023-E056B2BF9DB4}"/>
              </a:ext>
            </a:extLst>
          </p:cNvPr>
          <p:cNvSpPr>
            <a:spLocks noGrp="1"/>
          </p:cNvSpPr>
          <p:nvPr>
            <p:ph type="ftr" sz="quarter" idx="11"/>
          </p:nvPr>
        </p:nvSpPr>
        <p:spPr/>
        <p:txBody>
          <a:bodyPr/>
          <a:lstStyle/>
          <a:p>
            <a:r>
              <a:rPr lang="en-US"/>
              <a:t>Confidential</a:t>
            </a:r>
          </a:p>
        </p:txBody>
      </p:sp>
      <p:sp>
        <p:nvSpPr>
          <p:cNvPr id="6" name="Slide Number Placeholder 5">
            <a:extLst>
              <a:ext uri="{FF2B5EF4-FFF2-40B4-BE49-F238E27FC236}">
                <a16:creationId xmlns:a16="http://schemas.microsoft.com/office/drawing/2014/main" id="{83991EB5-9BD0-4358-9027-51E6836959E2}"/>
              </a:ext>
            </a:extLst>
          </p:cNvPr>
          <p:cNvSpPr>
            <a:spLocks noGrp="1"/>
          </p:cNvSpPr>
          <p:nvPr>
            <p:ph type="sldNum" sz="quarter" idx="12"/>
          </p:nvPr>
        </p:nvSpPr>
        <p:spPr/>
        <p:txBody>
          <a:bodyPr/>
          <a:lstStyle/>
          <a:p>
            <a:fld id="{AAB8DC1C-CF51-4F7D-8E83-F954D2933D5A}" type="slidenum">
              <a:rPr lang="en-US" smtClean="0"/>
              <a:t>‹#›</a:t>
            </a:fld>
            <a:endParaRPr lang="en-US"/>
          </a:p>
        </p:txBody>
      </p:sp>
    </p:spTree>
    <p:extLst>
      <p:ext uri="{BB962C8B-B14F-4D97-AF65-F5344CB8AC3E}">
        <p14:creationId xmlns:p14="http://schemas.microsoft.com/office/powerpoint/2010/main" val="351445660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DCEBC77-63D1-42E8-A976-F7270279F9EC}"/>
              </a:ext>
            </a:extLst>
          </p:cNvPr>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28A64DF2-E1A1-406E-AEE5-0CF1A3C73FD1}"/>
              </a:ext>
            </a:extLst>
          </p:cNvPr>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103C1D8-9EE9-42E3-A226-76CF87AC6E61}"/>
              </a:ext>
            </a:extLst>
          </p:cNvPr>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900">
                <a:solidFill>
                  <a:schemeClr val="tx1">
                    <a:tint val="75000"/>
                  </a:schemeClr>
                </a:solidFill>
              </a:defRPr>
            </a:lvl1pPr>
          </a:lstStyle>
          <a:p>
            <a:fld id="{A974C46C-9D8A-450F-A7A1-8B8352E02805}" type="datetime1">
              <a:rPr lang="en-US" smtClean="0"/>
              <a:t>2/12/2026</a:t>
            </a:fld>
            <a:endParaRPr lang="en-US"/>
          </a:p>
        </p:txBody>
      </p:sp>
      <p:sp>
        <p:nvSpPr>
          <p:cNvPr id="5" name="Footer Placeholder 4">
            <a:extLst>
              <a:ext uri="{FF2B5EF4-FFF2-40B4-BE49-F238E27FC236}">
                <a16:creationId xmlns:a16="http://schemas.microsoft.com/office/drawing/2014/main" id="{6386C20A-ED86-43E7-BD47-C0407000FDCC}"/>
              </a:ext>
            </a:extLst>
          </p:cNvPr>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r>
              <a:rPr lang="en-US"/>
              <a:t>Confidential</a:t>
            </a:r>
          </a:p>
        </p:txBody>
      </p:sp>
      <p:sp>
        <p:nvSpPr>
          <p:cNvPr id="6" name="Slide Number Placeholder 5">
            <a:extLst>
              <a:ext uri="{FF2B5EF4-FFF2-40B4-BE49-F238E27FC236}">
                <a16:creationId xmlns:a16="http://schemas.microsoft.com/office/drawing/2014/main" id="{27EB9E82-8B6D-4553-B4F9-228C6E8BF238}"/>
              </a:ext>
            </a:extLst>
          </p:cNvPr>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AAB8DC1C-CF51-4F7D-8E83-F954D2933D5A}" type="slidenum">
              <a:rPr lang="en-US" smtClean="0"/>
              <a:t>‹#›</a:t>
            </a:fld>
            <a:endParaRPr lang="en-US"/>
          </a:p>
        </p:txBody>
      </p:sp>
    </p:spTree>
    <p:extLst>
      <p:ext uri="{BB962C8B-B14F-4D97-AF65-F5344CB8AC3E}">
        <p14:creationId xmlns:p14="http://schemas.microsoft.com/office/powerpoint/2010/main" val="1680274012"/>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hf hdr="0" dt="0"/>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2"/>
          <p:cNvSpPr>
            <a:spLocks noGrp="1"/>
          </p:cNvSpPr>
          <p:nvPr>
            <p:ph type="ftr" sz="quarter" idx="11"/>
          </p:nvPr>
        </p:nvSpPr>
        <p:spPr>
          <a:xfrm>
            <a:off x="3012554" y="6592985"/>
            <a:ext cx="3086100" cy="365125"/>
          </a:xfrm>
        </p:spPr>
        <p:txBody>
          <a:bodyPr/>
          <a:lstStyle/>
          <a:p>
            <a:r>
              <a:rPr lang="en-US"/>
              <a:t>Confidential</a:t>
            </a:r>
          </a:p>
        </p:txBody>
      </p:sp>
      <p:pic>
        <p:nvPicPr>
          <p:cNvPr id="4" name="Picture 2" descr="ClearOne Advantage">
            <a:extLst>
              <a:ext uri="{FF2B5EF4-FFF2-40B4-BE49-F238E27FC236}">
                <a16:creationId xmlns:a16="http://schemas.microsoft.com/office/drawing/2014/main" id="{9E7A9EBC-4E6F-49FE-9AB3-E487E8E2A77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588889" y="17748"/>
            <a:ext cx="1395194" cy="390654"/>
          </a:xfrm>
          <a:prstGeom prst="rect">
            <a:avLst/>
          </a:prstGeom>
          <a:noFill/>
          <a:extLst>
            <a:ext uri="{909E8E84-426E-40DD-AFC4-6F175D3DCCD1}">
              <a14:hiddenFill xmlns:a14="http://schemas.microsoft.com/office/drawing/2010/main">
                <a:solidFill>
                  <a:srgbClr val="FFFFFF"/>
                </a:solidFill>
              </a14:hiddenFill>
            </a:ext>
          </a:extLst>
        </p:spPr>
      </p:pic>
      <p:sp>
        <p:nvSpPr>
          <p:cNvPr id="7" name="Rectangle 6">
            <a:extLst>
              <a:ext uri="{FF2B5EF4-FFF2-40B4-BE49-F238E27FC236}">
                <a16:creationId xmlns:a16="http://schemas.microsoft.com/office/drawing/2014/main" id="{20115940-8E32-4E7D-86BE-414C54C86E36}"/>
              </a:ext>
            </a:extLst>
          </p:cNvPr>
          <p:cNvSpPr/>
          <p:nvPr/>
        </p:nvSpPr>
        <p:spPr>
          <a:xfrm>
            <a:off x="0" y="419093"/>
            <a:ext cx="9144000" cy="45719"/>
          </a:xfrm>
          <a:prstGeom prst="rect">
            <a:avLst/>
          </a:prstGeom>
          <a:solidFill>
            <a:srgbClr val="8C93A2"/>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8" name="Group 7">
            <a:extLst>
              <a:ext uri="{FF2B5EF4-FFF2-40B4-BE49-F238E27FC236}">
                <a16:creationId xmlns:a16="http://schemas.microsoft.com/office/drawing/2014/main" id="{1C4435EC-FED9-4B6E-AB68-0F3457448524}"/>
              </a:ext>
            </a:extLst>
          </p:cNvPr>
          <p:cNvGrpSpPr/>
          <p:nvPr/>
        </p:nvGrpSpPr>
        <p:grpSpPr>
          <a:xfrm>
            <a:off x="195309" y="550772"/>
            <a:ext cx="8788774" cy="407409"/>
            <a:chOff x="0" y="82886"/>
            <a:chExt cx="6722378" cy="1268206"/>
          </a:xfrm>
        </p:grpSpPr>
        <p:sp>
          <p:nvSpPr>
            <p:cNvPr id="9" name="Rectangle: Rounded Corners 8">
              <a:extLst>
                <a:ext uri="{FF2B5EF4-FFF2-40B4-BE49-F238E27FC236}">
                  <a16:creationId xmlns:a16="http://schemas.microsoft.com/office/drawing/2014/main" id="{594CC3F6-3BE0-4A46-9454-525885319E51}"/>
                </a:ext>
              </a:extLst>
            </p:cNvPr>
            <p:cNvSpPr/>
            <p:nvPr/>
          </p:nvSpPr>
          <p:spPr>
            <a:xfrm>
              <a:off x="0" y="82886"/>
              <a:ext cx="6722378" cy="1268206"/>
            </a:xfrm>
            <a:prstGeom prst="roundRect">
              <a:avLst/>
            </a:prstGeom>
          </p:spPr>
          <p:style>
            <a:lnRef idx="1">
              <a:schemeClr val="accent1"/>
            </a:lnRef>
            <a:fillRef idx="2">
              <a:schemeClr val="accent1"/>
            </a:fillRef>
            <a:effectRef idx="1">
              <a:schemeClr val="accent1"/>
            </a:effectRef>
            <a:fontRef idx="minor">
              <a:schemeClr val="dk1"/>
            </a:fontRef>
          </p:style>
        </p:sp>
        <p:sp>
          <p:nvSpPr>
            <p:cNvPr id="10" name="Rectangle: Rounded Corners 4">
              <a:extLst>
                <a:ext uri="{FF2B5EF4-FFF2-40B4-BE49-F238E27FC236}">
                  <a16:creationId xmlns:a16="http://schemas.microsoft.com/office/drawing/2014/main" id="{DDD51AE1-A54F-4282-9C64-73751346E650}"/>
                </a:ext>
              </a:extLst>
            </p:cNvPr>
            <p:cNvSpPr txBox="1"/>
            <p:nvPr/>
          </p:nvSpPr>
          <p:spPr>
            <a:xfrm>
              <a:off x="61909" y="189051"/>
              <a:ext cx="6605610" cy="912076"/>
            </a:xfrm>
            <a:prstGeom prst="rect">
              <a:avLst/>
            </a:prstGeom>
            <a:ln>
              <a:noFill/>
            </a:ln>
          </p:spPr>
          <p:style>
            <a:lnRef idx="1">
              <a:schemeClr val="accent1"/>
            </a:lnRef>
            <a:fillRef idx="2">
              <a:schemeClr val="accent1"/>
            </a:fillRef>
            <a:effectRef idx="1">
              <a:schemeClr val="accent1"/>
            </a:effectRef>
            <a:fontRef idx="minor">
              <a:schemeClr val="dk1"/>
            </a:fontRef>
          </p:style>
          <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600" kern="1200"/>
                <a:t>Effective</a:t>
              </a:r>
              <a:r>
                <a:rPr lang="en-US" sz="1600" b="1" i="1" kern="1200"/>
                <a:t> Jan 1 </a:t>
              </a:r>
              <a:r>
                <a:rPr lang="en-US" sz="1600" kern="1200"/>
                <a:t>PRT will be changing the way they </a:t>
              </a:r>
              <a:r>
                <a:rPr lang="en-US" sz="1600"/>
                <a:t>determine if a settlement is going to be RFSS or SOS.</a:t>
              </a:r>
              <a:r>
                <a:rPr lang="en-US" sz="1600" kern="1200"/>
                <a:t> </a:t>
              </a:r>
              <a:endParaRPr lang="en-US" sz="1400" kern="1200"/>
            </a:p>
          </p:txBody>
        </p:sp>
      </p:grpSp>
      <p:sp>
        <p:nvSpPr>
          <p:cNvPr id="2" name="TextBox 1">
            <a:extLst>
              <a:ext uri="{FF2B5EF4-FFF2-40B4-BE49-F238E27FC236}">
                <a16:creationId xmlns:a16="http://schemas.microsoft.com/office/drawing/2014/main" id="{11741078-43CD-B649-FAD4-7FE349F4A590}"/>
              </a:ext>
            </a:extLst>
          </p:cNvPr>
          <p:cNvSpPr txBox="1"/>
          <p:nvPr/>
        </p:nvSpPr>
        <p:spPr>
          <a:xfrm>
            <a:off x="195309" y="26966"/>
            <a:ext cx="2932278" cy="369332"/>
          </a:xfrm>
          <a:prstGeom prst="rect">
            <a:avLst/>
          </a:prstGeom>
          <a:noFill/>
        </p:spPr>
        <p:txBody>
          <a:bodyPr wrap="none" rtlCol="0">
            <a:spAutoFit/>
          </a:bodyPr>
          <a:lstStyle/>
          <a:p>
            <a:r>
              <a:rPr lang="en-US"/>
              <a:t>Changes to SOS/RFSS Process</a:t>
            </a:r>
          </a:p>
        </p:txBody>
      </p:sp>
      <p:sp>
        <p:nvSpPr>
          <p:cNvPr id="5" name="Rectangle 4">
            <a:extLst>
              <a:ext uri="{FF2B5EF4-FFF2-40B4-BE49-F238E27FC236}">
                <a16:creationId xmlns:a16="http://schemas.microsoft.com/office/drawing/2014/main" id="{99F72F87-B933-1A3B-A57A-22D786EE59F0}"/>
              </a:ext>
            </a:extLst>
          </p:cNvPr>
          <p:cNvSpPr/>
          <p:nvPr/>
        </p:nvSpPr>
        <p:spPr>
          <a:xfrm>
            <a:off x="192470" y="1033018"/>
            <a:ext cx="8717052" cy="5642419"/>
          </a:xfrm>
          <a:prstGeom prst="rect">
            <a:avLst/>
          </a:prstGeom>
        </p:spPr>
        <p:style>
          <a:lnRef idx="2">
            <a:schemeClr val="accent1"/>
          </a:lnRef>
          <a:fillRef idx="1">
            <a:schemeClr val="lt1"/>
          </a:fillRef>
          <a:effectRef idx="0">
            <a:schemeClr val="accent1"/>
          </a:effectRef>
          <a:fontRef idx="minor">
            <a:schemeClr val="dk1"/>
          </a:fontRef>
        </p:style>
        <p:txBody>
          <a:bodyPr lIns="91440" tIns="45720" rIns="91440" bIns="45720" rtlCol="0" anchor="ctr"/>
          <a:lstStyle/>
          <a:p>
            <a:pPr marL="285750" indent="-285750">
              <a:buFont typeface="Arial" panose="020B0604020202020204" pitchFamily="34" charset="0"/>
              <a:buChar char="•"/>
            </a:pPr>
            <a:r>
              <a:rPr lang="en-US"/>
              <a:t>What is changing?</a:t>
            </a:r>
          </a:p>
          <a:p>
            <a:pPr marL="742950" lvl="1" indent="-285750">
              <a:buFont typeface="Arial" panose="020B0604020202020204" pitchFamily="34" charset="0"/>
              <a:buChar char="•"/>
            </a:pPr>
            <a:r>
              <a:rPr lang="en-US" sz="1400"/>
              <a:t>PRT has switched to specific guidelines regarding when to save a settlement vs remove from settled status. </a:t>
            </a:r>
          </a:p>
          <a:p>
            <a:pPr marL="742950" lvl="1" indent="-285750">
              <a:buFont typeface="Arial" panose="020B0604020202020204" pitchFamily="34" charset="0"/>
              <a:buChar char="•"/>
            </a:pPr>
            <a:r>
              <a:rPr lang="en-US" sz="1400"/>
              <a:t>If a client's calculator is negative any amount when a payment is due, the account will likely be RFSS.</a:t>
            </a:r>
          </a:p>
          <a:p>
            <a:pPr marL="742950" lvl="1" indent="-285750">
              <a:buFont typeface="Arial" panose="020B0604020202020204" pitchFamily="34" charset="0"/>
              <a:buChar char="•"/>
            </a:pPr>
            <a:r>
              <a:rPr lang="en-US" sz="1400"/>
              <a:t>COA will no longer cover the negative up to $25.00, which means any dollar amount negative is subject to RFSS.</a:t>
            </a:r>
          </a:p>
          <a:p>
            <a:pPr marL="285750" indent="-285750">
              <a:buFont typeface="Arial" panose="020B0604020202020204" pitchFamily="34" charset="0"/>
              <a:buChar char="•"/>
            </a:pPr>
            <a:r>
              <a:rPr lang="en-US"/>
              <a:t>Why is this changing?</a:t>
            </a:r>
          </a:p>
          <a:p>
            <a:pPr marL="742950" lvl="1" indent="-285750">
              <a:buFont typeface="Arial" panose="020B0604020202020204" pitchFamily="34" charset="0"/>
              <a:buChar char="•"/>
            </a:pPr>
            <a:r>
              <a:rPr lang="en-US" sz="1400"/>
              <a:t>Expectations from creditors have shifted.</a:t>
            </a:r>
          </a:p>
          <a:p>
            <a:pPr marL="1200150" lvl="2" indent="-285750">
              <a:buFont typeface="Arial" panose="020B0604020202020204" pitchFamily="34" charset="0"/>
              <a:buChar char="•"/>
            </a:pPr>
            <a:r>
              <a:rPr lang="en-US" sz="1400"/>
              <a:t>Most creditors are moving to automations to settle and complete payments, therefore, cutting out most conversations to change payments after the settlement is put in place.</a:t>
            </a:r>
          </a:p>
          <a:p>
            <a:pPr marL="742950" lvl="1" indent="-285750">
              <a:buFont typeface="Arial" panose="020B0604020202020204" pitchFamily="34" charset="0"/>
              <a:buChar char="•"/>
            </a:pPr>
            <a:r>
              <a:rPr lang="en-US" sz="1400"/>
              <a:t>Creditors are increasingly becoming more strict about sticking to payment arrangements once they are set.</a:t>
            </a:r>
          </a:p>
          <a:p>
            <a:pPr marL="285750" indent="-285750">
              <a:buFont typeface="Arial" panose="020B0604020202020204" pitchFamily="34" charset="0"/>
              <a:buChar char="•"/>
            </a:pPr>
            <a:r>
              <a:rPr lang="en-US"/>
              <a:t>How does the process change?</a:t>
            </a:r>
            <a:endParaRPr lang="en-US" sz="1400"/>
          </a:p>
          <a:p>
            <a:pPr marL="742950" lvl="1" indent="-285750">
              <a:buFont typeface="Arial" panose="020B0604020202020204" pitchFamily="34" charset="0"/>
              <a:buChar char="•"/>
            </a:pPr>
            <a:r>
              <a:rPr lang="en-US" sz="1400"/>
              <a:t>CLG will no longer submit SOS requests when a client's settlement is impacted due to draft change/skip/NSF.</a:t>
            </a:r>
          </a:p>
          <a:p>
            <a:pPr marL="1200150" lvl="2" indent="-285750">
              <a:buFont typeface="Arial" panose="020B0604020202020204" pitchFamily="34" charset="0"/>
              <a:buChar char="•"/>
            </a:pPr>
            <a:r>
              <a:rPr lang="en-US" sz="1400"/>
              <a:t>PRT will review calc for payments in real time to review if the settlement pays out or if it meets the guidelines to save. </a:t>
            </a:r>
            <a:endParaRPr lang="en-US" sz="1400">
              <a:cs typeface="Calibri"/>
            </a:endParaRPr>
          </a:p>
          <a:p>
            <a:pPr marL="742950" lvl="1" indent="-285750">
              <a:buFont typeface="Arial" panose="020B0604020202020204" pitchFamily="34" charset="0"/>
              <a:buChar char="•"/>
            </a:pPr>
            <a:r>
              <a:rPr lang="en-US" sz="1400"/>
              <a:t>When a client makes a draft change/skip/NSF that impacts the settlement we should set the expectations with the client that they will lose the settlement.</a:t>
            </a:r>
          </a:p>
          <a:p>
            <a:pPr marL="285750" indent="-285750">
              <a:buFont typeface="Arial" panose="020B0604020202020204" pitchFamily="34" charset="0"/>
              <a:buChar char="•"/>
            </a:pPr>
            <a:r>
              <a:rPr lang="en-US"/>
              <a:t>How can we avoid losing the settlement</a:t>
            </a:r>
          </a:p>
          <a:p>
            <a:pPr marL="742950" lvl="1" indent="-285750">
              <a:buFont typeface="Arial" panose="020B0604020202020204" pitchFamily="34" charset="0"/>
              <a:buChar char="•"/>
            </a:pPr>
            <a:r>
              <a:rPr lang="en-US" sz="1400"/>
              <a:t>Discourage draft changes/skips when settlements are impacted</a:t>
            </a:r>
          </a:p>
          <a:p>
            <a:pPr marL="742950" lvl="1" indent="-285750">
              <a:buFont typeface="Arial" panose="020B0604020202020204" pitchFamily="34" charset="0"/>
              <a:buChar char="•"/>
            </a:pPr>
            <a:r>
              <a:rPr lang="en-US" sz="1400"/>
              <a:t>If client needs to change/skip or NSFs their draft, attempt to make it up to be </a:t>
            </a:r>
            <a:r>
              <a:rPr lang="en-US" sz="1400" b="1"/>
              <a:t>scheduled</a:t>
            </a:r>
            <a:r>
              <a:rPr lang="en-US" sz="1400"/>
              <a:t> </a:t>
            </a:r>
            <a:r>
              <a:rPr lang="en-US" sz="1400" i="1"/>
              <a:t>and</a:t>
            </a:r>
            <a:r>
              <a:rPr lang="en-US" sz="1400"/>
              <a:t> </a:t>
            </a:r>
            <a:r>
              <a:rPr lang="en-US" sz="1400" b="1"/>
              <a:t>cleared</a:t>
            </a:r>
            <a:r>
              <a:rPr lang="en-US" sz="1400"/>
              <a:t> before the payment due date</a:t>
            </a:r>
          </a:p>
          <a:p>
            <a:pPr marL="1200150" lvl="2" indent="-285750">
              <a:buFont typeface="Arial" panose="020B0604020202020204" pitchFamily="34" charset="0"/>
              <a:buChar char="•"/>
            </a:pPr>
            <a:r>
              <a:rPr lang="en-US" sz="1400"/>
              <a:t>If draft clears before payment due date and there is no impact to settlement, account will not be RFSS and there is still no need for a request to be input.</a:t>
            </a:r>
          </a:p>
          <a:p>
            <a:pPr marL="1200150" lvl="2" indent="-285750">
              <a:buFont typeface="Arial" panose="020B0604020202020204" pitchFamily="34" charset="0"/>
              <a:buChar char="•"/>
            </a:pPr>
            <a:r>
              <a:rPr lang="en-US" sz="1400"/>
              <a:t>Check to see if there is a partial draft amount that would help the client through the hardship but also provide the appropriate amount of funds needed for the settlement. </a:t>
            </a:r>
          </a:p>
        </p:txBody>
      </p:sp>
    </p:spTree>
    <p:extLst>
      <p:ext uri="{BB962C8B-B14F-4D97-AF65-F5344CB8AC3E}">
        <p14:creationId xmlns:p14="http://schemas.microsoft.com/office/powerpoint/2010/main" val="105273960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2"/>
          <p:cNvSpPr>
            <a:spLocks noGrp="1"/>
          </p:cNvSpPr>
          <p:nvPr>
            <p:ph type="ftr" sz="quarter" idx="11"/>
          </p:nvPr>
        </p:nvSpPr>
        <p:spPr>
          <a:xfrm>
            <a:off x="3012554" y="6592985"/>
            <a:ext cx="3086100" cy="365125"/>
          </a:xfrm>
        </p:spPr>
        <p:txBody>
          <a:bodyPr/>
          <a:lstStyle/>
          <a:p>
            <a:r>
              <a:rPr lang="en-US"/>
              <a:t>Confidential</a:t>
            </a:r>
          </a:p>
        </p:txBody>
      </p:sp>
      <p:pic>
        <p:nvPicPr>
          <p:cNvPr id="4" name="Picture 2" descr="ClearOne Advantage">
            <a:extLst>
              <a:ext uri="{FF2B5EF4-FFF2-40B4-BE49-F238E27FC236}">
                <a16:creationId xmlns:a16="http://schemas.microsoft.com/office/drawing/2014/main" id="{9E7A9EBC-4E6F-49FE-9AB3-E487E8E2A77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588889" y="17748"/>
            <a:ext cx="1395194" cy="390654"/>
          </a:xfrm>
          <a:prstGeom prst="rect">
            <a:avLst/>
          </a:prstGeom>
          <a:noFill/>
          <a:extLst>
            <a:ext uri="{909E8E84-426E-40DD-AFC4-6F175D3DCCD1}">
              <a14:hiddenFill xmlns:a14="http://schemas.microsoft.com/office/drawing/2010/main">
                <a:solidFill>
                  <a:srgbClr val="FFFFFF"/>
                </a:solidFill>
              </a14:hiddenFill>
            </a:ext>
          </a:extLst>
        </p:spPr>
      </p:pic>
      <p:sp>
        <p:nvSpPr>
          <p:cNvPr id="7" name="Rectangle 6">
            <a:extLst>
              <a:ext uri="{FF2B5EF4-FFF2-40B4-BE49-F238E27FC236}">
                <a16:creationId xmlns:a16="http://schemas.microsoft.com/office/drawing/2014/main" id="{20115940-8E32-4E7D-86BE-414C54C86E36}"/>
              </a:ext>
            </a:extLst>
          </p:cNvPr>
          <p:cNvSpPr/>
          <p:nvPr/>
        </p:nvSpPr>
        <p:spPr>
          <a:xfrm>
            <a:off x="0" y="419093"/>
            <a:ext cx="9144000" cy="45719"/>
          </a:xfrm>
          <a:prstGeom prst="rect">
            <a:avLst/>
          </a:prstGeom>
          <a:solidFill>
            <a:srgbClr val="8C93A2"/>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a:extLst>
              <a:ext uri="{FF2B5EF4-FFF2-40B4-BE49-F238E27FC236}">
                <a16:creationId xmlns:a16="http://schemas.microsoft.com/office/drawing/2014/main" id="{11741078-43CD-B649-FAD4-7FE349F4A590}"/>
              </a:ext>
            </a:extLst>
          </p:cNvPr>
          <p:cNvSpPr txBox="1"/>
          <p:nvPr/>
        </p:nvSpPr>
        <p:spPr>
          <a:xfrm>
            <a:off x="195309" y="26966"/>
            <a:ext cx="1458348" cy="369332"/>
          </a:xfrm>
          <a:prstGeom prst="rect">
            <a:avLst/>
          </a:prstGeom>
          <a:noFill/>
        </p:spPr>
        <p:txBody>
          <a:bodyPr wrap="none" rtlCol="0">
            <a:spAutoFit/>
          </a:bodyPr>
          <a:lstStyle/>
          <a:p>
            <a:r>
              <a:rPr lang="en-US"/>
              <a:t>Talking Points</a:t>
            </a:r>
          </a:p>
        </p:txBody>
      </p:sp>
      <p:sp>
        <p:nvSpPr>
          <p:cNvPr id="5" name="Rectangle 4">
            <a:extLst>
              <a:ext uri="{FF2B5EF4-FFF2-40B4-BE49-F238E27FC236}">
                <a16:creationId xmlns:a16="http://schemas.microsoft.com/office/drawing/2014/main" id="{99F72F87-B933-1A3B-A57A-22D786EE59F0}"/>
              </a:ext>
            </a:extLst>
          </p:cNvPr>
          <p:cNvSpPr/>
          <p:nvPr/>
        </p:nvSpPr>
        <p:spPr>
          <a:xfrm>
            <a:off x="201687" y="650639"/>
            <a:ext cx="8707835" cy="6024798"/>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marL="285750" indent="-285750">
              <a:buFont typeface="Arial" panose="020B0604020202020204" pitchFamily="34" charset="0"/>
              <a:buChar char="•"/>
            </a:pPr>
            <a:r>
              <a:rPr lang="en-US" sz="1400" b="1"/>
              <a:t>Discover the need to skip, move, or reason for not being able to make up the NSF</a:t>
            </a:r>
          </a:p>
          <a:p>
            <a:pPr marL="285750" indent="-285750">
              <a:buFont typeface="Arial" panose="020B0604020202020204" pitchFamily="34" charset="0"/>
              <a:buChar char="•"/>
            </a:pPr>
            <a:r>
              <a:rPr lang="en-US" sz="1400" b="1"/>
              <a:t>Empathize with the client’s situation.</a:t>
            </a:r>
          </a:p>
          <a:p>
            <a:pPr marL="285750" indent="-285750">
              <a:buFont typeface="Arial" panose="020B0604020202020204" pitchFamily="34" charset="0"/>
              <a:buChar char="•"/>
            </a:pPr>
            <a:r>
              <a:rPr lang="en-US" sz="1400" b="1"/>
              <a:t>Provide potential resolution (reduction in draft amount) and next steps</a:t>
            </a:r>
          </a:p>
          <a:p>
            <a:pPr marL="742950" lvl="1" indent="-285750">
              <a:buFont typeface="Arial" panose="020B0604020202020204" pitchFamily="34" charset="0"/>
              <a:buChar char="•"/>
            </a:pPr>
            <a:r>
              <a:rPr lang="en-US" sz="1400"/>
              <a:t>Reduction in draft amount should start higher and work down to the bare minimum needed to cover settlement payments and fees.</a:t>
            </a:r>
          </a:p>
          <a:p>
            <a:pPr marL="1200150" lvl="2" indent="-285750">
              <a:buFont typeface="Arial" panose="020B0604020202020204" pitchFamily="34" charset="0"/>
              <a:buChar char="•"/>
            </a:pPr>
            <a:r>
              <a:rPr lang="en-US" sz="1400"/>
              <a:t>Remember if you start too low, you have nowhere to go.</a:t>
            </a:r>
          </a:p>
          <a:p>
            <a:pPr marL="285750" indent="-285750">
              <a:buFont typeface="Arial" panose="020B0604020202020204" pitchFamily="34" charset="0"/>
              <a:buChar char="•"/>
            </a:pPr>
            <a:r>
              <a:rPr lang="en-US" sz="1400" b="1"/>
              <a:t>Client requests to make a change or is unable to make up their NSF and it negatively impacts the settlement:</a:t>
            </a:r>
          </a:p>
          <a:p>
            <a:pPr marL="742950" lvl="1" indent="-285750">
              <a:buFont typeface="Arial" panose="020B0604020202020204" pitchFamily="34" charset="0"/>
              <a:buChar char="•"/>
            </a:pPr>
            <a:r>
              <a:rPr lang="en-US" sz="1400"/>
              <a:t>“I understand you need to skip your draft for Jan 5</a:t>
            </a:r>
            <a:r>
              <a:rPr lang="en-US" sz="1400" baseline="30000"/>
              <a:t>th</a:t>
            </a:r>
            <a:r>
              <a:rPr lang="en-US" sz="1400"/>
              <a:t>. May I ask the reason for needing to skip the draft?”</a:t>
            </a:r>
          </a:p>
          <a:p>
            <a:pPr marL="742950" lvl="1" indent="-285750">
              <a:buFont typeface="Arial" panose="020B0604020202020204" pitchFamily="34" charset="0"/>
              <a:buChar char="•"/>
            </a:pPr>
            <a:r>
              <a:rPr lang="en-US" sz="1400"/>
              <a:t>“I hear you and I’m so sorry that you are going through this. Car troubles are never fun and always hit at the worst time. I’d love to see if I can find a way to help you ensure you have the money for your car but also to make a draft to cover your payments on your settlement. How much do you need to pay for your car? How much do you think you </a:t>
            </a:r>
            <a:r>
              <a:rPr lang="en-US" sz="1400" i="1"/>
              <a:t>can</a:t>
            </a:r>
            <a:r>
              <a:rPr lang="en-US" sz="1400"/>
              <a:t> afford this month?”</a:t>
            </a:r>
          </a:p>
          <a:p>
            <a:pPr marL="285750" indent="-285750">
              <a:buFont typeface="Arial" panose="020B0604020202020204" pitchFamily="34" charset="0"/>
              <a:buChar char="•"/>
            </a:pPr>
            <a:r>
              <a:rPr lang="en-US" sz="1400" b="1"/>
              <a:t>Client is unable to make the necessary adjustment:</a:t>
            </a:r>
          </a:p>
          <a:p>
            <a:pPr marL="742950" lvl="1" indent="-285750">
              <a:buFont typeface="Arial" panose="020B0604020202020204" pitchFamily="34" charset="0"/>
              <a:buChar char="•"/>
            </a:pPr>
            <a:r>
              <a:rPr lang="en-US" sz="1400"/>
              <a:t>“Mr. Client, as always, the best way to ensure the success of your program is to make the agreed upon drafts on time, each month. I understand that with your hardship this month you will be unable to keep the draft as scheduled. In making this change/skip please know that the settlements you currently have with Chase and Synchrony will be lost as we don’t have the funds available in your Global Holdings account to make the payment. When funds build up again, and we have your remaining creditors in settlement, we will reach back out to these creditors to attempt to resettle.</a:t>
            </a:r>
          </a:p>
          <a:p>
            <a:pPr marL="285750" indent="-285750">
              <a:buFont typeface="Arial" panose="020B0604020202020204" pitchFamily="34" charset="0"/>
              <a:buChar char="•"/>
            </a:pPr>
            <a:r>
              <a:rPr lang="en-US" sz="1400" b="1"/>
              <a:t>If client gets upset due to funds not being available and going towards fee:</a:t>
            </a:r>
          </a:p>
          <a:p>
            <a:pPr marL="742950" lvl="1" indent="-285750">
              <a:buFont typeface="Arial" panose="020B0604020202020204" pitchFamily="34" charset="0"/>
              <a:buChar char="•"/>
            </a:pPr>
            <a:r>
              <a:rPr lang="en-US" sz="1400"/>
              <a:t>“ClearOne Advantage/Law Firm works on your behalf to negotiate, obtain and prepare settlement payments at no charge until you agree to the settlement. Once you agree and the first payment has been made, at that time, we are entitled to our fee. Rest assured your success in the program is our number one priority. We will do everything we can to get this resettled for you, later, and there will not be an additional fee charged. However, if you would like to avoid all of that from happening and you are able to make a minimum draft of $85 to cover your creditors and fees owed by the 20th, we can make these adjustment's.”</a:t>
            </a:r>
          </a:p>
        </p:txBody>
      </p:sp>
    </p:spTree>
    <p:extLst>
      <p:ext uri="{BB962C8B-B14F-4D97-AF65-F5344CB8AC3E}">
        <p14:creationId xmlns:p14="http://schemas.microsoft.com/office/powerpoint/2010/main" val="163077528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2"/>
          <p:cNvSpPr>
            <a:spLocks noGrp="1"/>
          </p:cNvSpPr>
          <p:nvPr>
            <p:ph type="ftr" sz="quarter" idx="11"/>
          </p:nvPr>
        </p:nvSpPr>
        <p:spPr>
          <a:xfrm>
            <a:off x="3012554" y="6592985"/>
            <a:ext cx="3086100" cy="365125"/>
          </a:xfrm>
        </p:spPr>
        <p:txBody>
          <a:bodyPr/>
          <a:lstStyle/>
          <a:p>
            <a:r>
              <a:rPr lang="en-US"/>
              <a:t>Confidential</a:t>
            </a:r>
          </a:p>
        </p:txBody>
      </p:sp>
      <p:pic>
        <p:nvPicPr>
          <p:cNvPr id="4" name="Picture 2" descr="ClearOne Advantage">
            <a:extLst>
              <a:ext uri="{FF2B5EF4-FFF2-40B4-BE49-F238E27FC236}">
                <a16:creationId xmlns:a16="http://schemas.microsoft.com/office/drawing/2014/main" id="{9E7A9EBC-4E6F-49FE-9AB3-E487E8E2A77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588889" y="17748"/>
            <a:ext cx="1395194" cy="390654"/>
          </a:xfrm>
          <a:prstGeom prst="rect">
            <a:avLst/>
          </a:prstGeom>
          <a:noFill/>
          <a:extLst>
            <a:ext uri="{909E8E84-426E-40DD-AFC4-6F175D3DCCD1}">
              <a14:hiddenFill xmlns:a14="http://schemas.microsoft.com/office/drawing/2010/main">
                <a:solidFill>
                  <a:srgbClr val="FFFFFF"/>
                </a:solidFill>
              </a14:hiddenFill>
            </a:ext>
          </a:extLst>
        </p:spPr>
      </p:pic>
      <p:sp>
        <p:nvSpPr>
          <p:cNvPr id="7" name="Rectangle 6">
            <a:extLst>
              <a:ext uri="{FF2B5EF4-FFF2-40B4-BE49-F238E27FC236}">
                <a16:creationId xmlns:a16="http://schemas.microsoft.com/office/drawing/2014/main" id="{20115940-8E32-4E7D-86BE-414C54C86E36}"/>
              </a:ext>
            </a:extLst>
          </p:cNvPr>
          <p:cNvSpPr/>
          <p:nvPr/>
        </p:nvSpPr>
        <p:spPr>
          <a:xfrm>
            <a:off x="0" y="419093"/>
            <a:ext cx="9144000" cy="45719"/>
          </a:xfrm>
          <a:prstGeom prst="rect">
            <a:avLst/>
          </a:prstGeom>
          <a:solidFill>
            <a:srgbClr val="8C93A2"/>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a:extLst>
              <a:ext uri="{FF2B5EF4-FFF2-40B4-BE49-F238E27FC236}">
                <a16:creationId xmlns:a16="http://schemas.microsoft.com/office/drawing/2014/main" id="{11741078-43CD-B649-FAD4-7FE349F4A590}"/>
              </a:ext>
            </a:extLst>
          </p:cNvPr>
          <p:cNvSpPr txBox="1"/>
          <p:nvPr/>
        </p:nvSpPr>
        <p:spPr>
          <a:xfrm>
            <a:off x="195309" y="26966"/>
            <a:ext cx="1423338" cy="369332"/>
          </a:xfrm>
          <a:prstGeom prst="rect">
            <a:avLst/>
          </a:prstGeom>
          <a:noFill/>
        </p:spPr>
        <p:txBody>
          <a:bodyPr wrap="none" lIns="91440" tIns="45720" rIns="91440" bIns="45720" rtlCol="0" anchor="t">
            <a:spAutoFit/>
          </a:bodyPr>
          <a:lstStyle/>
          <a:p>
            <a:r>
              <a:rPr lang="en-US"/>
              <a:t>PRT Updates </a:t>
            </a:r>
          </a:p>
        </p:txBody>
      </p:sp>
      <p:sp>
        <p:nvSpPr>
          <p:cNvPr id="5" name="Rectangle 4">
            <a:extLst>
              <a:ext uri="{FF2B5EF4-FFF2-40B4-BE49-F238E27FC236}">
                <a16:creationId xmlns:a16="http://schemas.microsoft.com/office/drawing/2014/main" id="{99F72F87-B933-1A3B-A57A-22D786EE59F0}"/>
              </a:ext>
            </a:extLst>
          </p:cNvPr>
          <p:cNvSpPr/>
          <p:nvPr/>
        </p:nvSpPr>
        <p:spPr>
          <a:xfrm>
            <a:off x="201687" y="650639"/>
            <a:ext cx="8707835" cy="6024798"/>
          </a:xfrm>
          <a:prstGeom prst="rect">
            <a:avLst/>
          </a:prstGeom>
        </p:spPr>
        <p:style>
          <a:lnRef idx="2">
            <a:schemeClr val="accent1"/>
          </a:lnRef>
          <a:fillRef idx="1">
            <a:schemeClr val="lt1"/>
          </a:fillRef>
          <a:effectRef idx="0">
            <a:schemeClr val="accent1"/>
          </a:effectRef>
          <a:fontRef idx="minor">
            <a:schemeClr val="dk1"/>
          </a:fontRef>
        </p:style>
        <p:txBody>
          <a:bodyPr lIns="91440" tIns="45720" rIns="91440" bIns="45720" rtlCol="0" anchor="ctr"/>
          <a:lstStyle/>
          <a:p>
            <a:pPr marL="285750" indent="-285750">
              <a:buFont typeface="Arial" panose="020B0604020202020204" pitchFamily="34" charset="0"/>
              <a:buChar char="•"/>
            </a:pPr>
            <a:r>
              <a:rPr lang="en-US" sz="1400" b="1">
                <a:cs typeface="Calibri"/>
              </a:rPr>
              <a:t>Process update:</a:t>
            </a:r>
          </a:p>
          <a:p>
            <a:pPr marL="742950" lvl="1" indent="-285750">
              <a:buFont typeface="Arial" panose="020B0604020202020204" pitchFamily="34" charset="0"/>
              <a:buChar char="•"/>
            </a:pPr>
            <a:r>
              <a:rPr lang="en-US" sz="1400">
                <a:cs typeface="Calibri"/>
              </a:rPr>
              <a:t>EMT RFSS request </a:t>
            </a:r>
            <a:r>
              <a:rPr lang="en-US" sz="1400" b="1">
                <a:cs typeface="Calibri"/>
              </a:rPr>
              <a:t>must </a:t>
            </a:r>
            <a:r>
              <a:rPr lang="en-US" sz="1400">
                <a:cs typeface="Calibri"/>
              </a:rPr>
              <a:t>be submitted when a draft change/skip/NSF impacts a settlement payout, and the client is unable to make up the funds.</a:t>
            </a:r>
          </a:p>
          <a:p>
            <a:pPr marL="742950" lvl="1" indent="-285750">
              <a:buFont typeface="Arial" panose="020B0604020202020204" pitchFamily="34" charset="0"/>
              <a:buChar char="•"/>
            </a:pPr>
            <a:r>
              <a:rPr lang="en-US" sz="1400">
                <a:cs typeface="Calibri"/>
              </a:rPr>
              <a:t>Required to be submitted regardless of when the calc goes negative – if settlement is impacted at any time, submit the </a:t>
            </a:r>
            <a:r>
              <a:rPr lang="en-US" sz="1400" b="1">
                <a:cs typeface="Calibri"/>
              </a:rPr>
              <a:t>1 EMT RFSS request, list all the creditor impacted in the request note</a:t>
            </a:r>
            <a:r>
              <a:rPr lang="en-US" sz="1400">
                <a:cs typeface="Calibri"/>
              </a:rPr>
              <a:t>. </a:t>
            </a:r>
          </a:p>
          <a:p>
            <a:pPr marL="285750" indent="-285750">
              <a:buFont typeface="Arial" panose="020B0604020202020204" pitchFamily="34" charset="0"/>
              <a:buChar char="•"/>
            </a:pPr>
            <a:r>
              <a:rPr lang="en-US" sz="1400" b="1">
                <a:cs typeface="Calibri"/>
              </a:rPr>
              <a:t>Why would we submit an RFSS if account isn't impacted for a few months (or longer!)</a:t>
            </a:r>
          </a:p>
          <a:p>
            <a:pPr marL="742950" lvl="1" indent="-285750">
              <a:buFont typeface="Arial" panose="020B0604020202020204" pitchFamily="34" charset="0"/>
              <a:buChar char="•"/>
            </a:pPr>
            <a:r>
              <a:rPr lang="en-US" sz="1400">
                <a:cs typeface="Calibri"/>
              </a:rPr>
              <a:t>This is for client benefit</a:t>
            </a:r>
          </a:p>
          <a:p>
            <a:pPr marL="742950" lvl="1" indent="-285750">
              <a:buFont typeface="Arial" panose="020B0604020202020204" pitchFamily="34" charset="0"/>
              <a:buChar char="•"/>
            </a:pPr>
            <a:r>
              <a:rPr lang="en-US" sz="1400">
                <a:cs typeface="Calibri"/>
              </a:rPr>
              <a:t>If calc pays out until September and the settlement is impacted by a draft missed in January, we've paid for months on a settlement that ultimately got lost</a:t>
            </a:r>
          </a:p>
          <a:p>
            <a:pPr marL="742950" lvl="1" indent="-285750">
              <a:buFont typeface="Arial" panose="020B0604020202020204" pitchFamily="34" charset="0"/>
              <a:buChar char="•"/>
            </a:pPr>
            <a:r>
              <a:rPr lang="en-US" sz="1400">
                <a:cs typeface="Calibri"/>
              </a:rPr>
              <a:t>Instead of continuing to pay on a settlement that will eventually be lost, funds can be building back up for additional settlements, or resettle (if last account)</a:t>
            </a:r>
          </a:p>
          <a:p>
            <a:pPr marL="285750" indent="-285750">
              <a:buFont typeface="Arial" panose="020B0604020202020204" pitchFamily="34" charset="0"/>
              <a:buChar char="•"/>
            </a:pPr>
            <a:r>
              <a:rPr lang="en-US" sz="1400" b="1">
                <a:cs typeface="Calibri"/>
              </a:rPr>
              <a:t>What if impacted payment date is further away and client states that they would be able make it up later?</a:t>
            </a:r>
          </a:p>
          <a:p>
            <a:pPr marL="742950" lvl="1" indent="-285750">
              <a:buFont typeface="Arial" panose="020B0604020202020204" pitchFamily="34" charset="0"/>
              <a:buChar char="•"/>
            </a:pPr>
            <a:r>
              <a:rPr lang="en-US" sz="1400">
                <a:cs typeface="Calibri"/>
              </a:rPr>
              <a:t>Unless client can commit to making up the draft on the same call, prior to the impacted payment date an EMT-RFSS will need to be submitted</a:t>
            </a:r>
          </a:p>
          <a:p>
            <a:pPr marL="1200150" lvl="2" indent="-285750">
              <a:buFont typeface="Arial" panose="020B0604020202020204" pitchFamily="34" charset="0"/>
              <a:buChar char="•"/>
            </a:pPr>
            <a:r>
              <a:rPr lang="en-US" sz="1400">
                <a:cs typeface="Calibri"/>
              </a:rPr>
              <a:t>Commit = draft scheduled and finalized in calculator</a:t>
            </a:r>
          </a:p>
          <a:p>
            <a:pPr marL="285750" indent="-285750">
              <a:buFont typeface="Arial" panose="020B0604020202020204" pitchFamily="34" charset="0"/>
              <a:buChar char="•"/>
            </a:pPr>
            <a:r>
              <a:rPr lang="en-US" sz="1400" b="1">
                <a:cs typeface="Calibri"/>
              </a:rPr>
              <a:t>Additional update: PRT is no longer sending SIF In Jeopardy Letters</a:t>
            </a:r>
            <a:endParaRPr lang="en-US">
              <a:cs typeface="Calibri"/>
            </a:endParaRPr>
          </a:p>
          <a:p>
            <a:pPr marL="742950" lvl="1" indent="-285750">
              <a:buFont typeface="Arial" panose="020B0604020202020204" pitchFamily="34" charset="0"/>
              <a:buChar char="•"/>
            </a:pPr>
            <a:r>
              <a:rPr lang="en-US" sz="1400">
                <a:cs typeface="Calibri"/>
              </a:rPr>
              <a:t>Data analysis shows that client response to these notifications drastically reduced from 10-12% in 2021 down to approximately 3% in 2022</a:t>
            </a:r>
          </a:p>
          <a:p>
            <a:pPr marL="742950" lvl="1" indent="-285750">
              <a:buFont typeface="Arial" panose="020B0604020202020204" pitchFamily="34" charset="0"/>
              <a:buChar char="•"/>
            </a:pPr>
            <a:r>
              <a:rPr lang="en-US" sz="1400">
                <a:cs typeface="Calibri"/>
              </a:rPr>
              <a:t>SIF Lost letters will continue to be provided to clients, </a:t>
            </a:r>
          </a:p>
          <a:p>
            <a:pPr marL="285750" indent="-285750">
              <a:buFont typeface="Arial" panose="020B0604020202020204" pitchFamily="34" charset="0"/>
              <a:buChar char="•"/>
            </a:pPr>
            <a:r>
              <a:rPr lang="en-US" sz="1400" b="1">
                <a:cs typeface="Calibri"/>
              </a:rPr>
              <a:t>Reminder:</a:t>
            </a:r>
          </a:p>
          <a:p>
            <a:pPr marL="742950" lvl="1" indent="-285750">
              <a:buFont typeface="Arial" panose="020B0604020202020204" pitchFamily="34" charset="0"/>
              <a:buChar char="•"/>
            </a:pPr>
            <a:r>
              <a:rPr lang="en-US" sz="1400">
                <a:cs typeface="Calibri"/>
              </a:rPr>
              <a:t>Creditors deal with debt settlement companies primarily through automations</a:t>
            </a:r>
          </a:p>
          <a:p>
            <a:pPr marL="742950" lvl="1" indent="-285750">
              <a:buFont typeface="Arial" panose="020B0604020202020204" pitchFamily="34" charset="0"/>
              <a:buChar char="•"/>
            </a:pPr>
            <a:r>
              <a:rPr lang="en-US" sz="1400">
                <a:cs typeface="Calibri"/>
              </a:rPr>
              <a:t>Creditors are less willing to move payment dates around, once settlement is in place</a:t>
            </a:r>
          </a:p>
          <a:p>
            <a:pPr marL="742950" lvl="1" indent="-285750">
              <a:buFont typeface="Arial" panose="020B0604020202020204" pitchFamily="34" charset="0"/>
              <a:buChar char="•"/>
            </a:pPr>
            <a:r>
              <a:rPr lang="en-US" sz="1400">
                <a:cs typeface="Calibri"/>
              </a:rPr>
              <a:t>Draft consistency is key</a:t>
            </a:r>
          </a:p>
          <a:p>
            <a:pPr marL="742950" lvl="1" indent="-285750">
              <a:buFont typeface="Arial" panose="020B0604020202020204" pitchFamily="34" charset="0"/>
              <a:buChar char="•"/>
            </a:pPr>
            <a:r>
              <a:rPr lang="en-US" sz="1400">
                <a:cs typeface="Calibri"/>
              </a:rPr>
              <a:t>Whenever a draft change is made that impacts a settlement, draft notes on client page should clearly indicate, what change took place, if there was a date the draft was moved to, list all the creditor impacted in the request note, and note that the client was made aware that SIF will be lost.</a:t>
            </a:r>
          </a:p>
        </p:txBody>
      </p:sp>
    </p:spTree>
    <p:extLst>
      <p:ext uri="{BB962C8B-B14F-4D97-AF65-F5344CB8AC3E}">
        <p14:creationId xmlns:p14="http://schemas.microsoft.com/office/powerpoint/2010/main" val="228338592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esentation1" id="{99DC55F4-8034-4279-A768-3BC59612D256}" vid="{D2D9A7DC-B5CD-4C3A-A780-7E5258CB9CD3}"/>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_ip_UnifiedCompliancePolicyProperties xmlns="http://schemas.microsoft.com/sharepoint/v3" xsi:nil="true"/>
    <TaxCatchAll xmlns="fca21091-4343-4232-a795-e59481497cb5" xsi:nil="true"/>
    <lcf76f155ced4ddcb4097134ff3c332f xmlns="dfbadaf6-90cf-41d3-a0ba-bbd98d259036">
      <Terms xmlns="http://schemas.microsoft.com/office/infopath/2007/PartnerControls"/>
    </lcf76f155ced4ddcb4097134ff3c332f>
    <_Flow_SignoffStatus xmlns="dfbadaf6-90cf-41d3-a0ba-bbd98d259036"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E563EA4EAC53434282EAA3F21CEC1BE7" ma:contentTypeVersion="29" ma:contentTypeDescription="Create a new document." ma:contentTypeScope="" ma:versionID="dab868ee6726c59ccc8963be21ce14c7">
  <xsd:schema xmlns:xsd="http://www.w3.org/2001/XMLSchema" xmlns:xs="http://www.w3.org/2001/XMLSchema" xmlns:p="http://schemas.microsoft.com/office/2006/metadata/properties" xmlns:ns1="http://schemas.microsoft.com/sharepoint/v3" xmlns:ns2="dfbadaf6-90cf-41d3-a0ba-bbd98d259036" xmlns:ns3="fca21091-4343-4232-a795-e59481497cb5" targetNamespace="http://schemas.microsoft.com/office/2006/metadata/properties" ma:root="true" ma:fieldsID="533221d39a40b5582d4a43f41012e827" ns1:_="" ns2:_="" ns3:_="">
    <xsd:import namespace="http://schemas.microsoft.com/sharepoint/v3"/>
    <xsd:import namespace="dfbadaf6-90cf-41d3-a0ba-bbd98d259036"/>
    <xsd:import namespace="fca21091-4343-4232-a795-e59481497cb5"/>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2:MediaServiceDateTaken" minOccurs="0"/>
                <xsd:element ref="ns2:MediaLengthInSeconds" minOccurs="0"/>
                <xsd:element ref="ns3:SharedWithUsers" minOccurs="0"/>
                <xsd:element ref="ns3:SharedWithDetails" minOccurs="0"/>
                <xsd:element ref="ns2:MediaServiceAutoTags" minOccurs="0"/>
                <xsd:element ref="ns1:_ip_UnifiedCompliancePolicyProperties" minOccurs="0"/>
                <xsd:element ref="ns1:_ip_UnifiedCompliancePolicyUIAction" minOccurs="0"/>
                <xsd:element ref="ns2:MediaServiceOCR" minOccurs="0"/>
                <xsd:element ref="ns2:MediaServiceGenerationTime" minOccurs="0"/>
                <xsd:element ref="ns2:MediaServiceEventHashCode" minOccurs="0"/>
                <xsd:element ref="ns2:lcf76f155ced4ddcb4097134ff3c332f" minOccurs="0"/>
                <xsd:element ref="ns3:TaxCatchAll" minOccurs="0"/>
                <xsd:element ref="ns2:MediaServiceObjectDetectorVersions" minOccurs="0"/>
                <xsd:element ref="ns2:_Flow_SignoffStatus" minOccurs="0"/>
                <xsd:element ref="ns2:MediaServiceLocation"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17" nillable="true" ma:displayName="Unified Compliance Policy Properties" ma:hidden="true" ma:internalName="_ip_UnifiedCompliancePolicyProperties">
      <xsd:simpleType>
        <xsd:restriction base="dms:Note"/>
      </xsd:simpleType>
    </xsd:element>
    <xsd:element name="_ip_UnifiedCompliancePolicyUIAction" ma:index="18"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dfbadaf6-90cf-41d3-a0ba-bbd98d259036"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2" nillable="true" ma:displayName="MediaServiceDateTaken" ma:hidden="true" ma:internalName="MediaServiceDateTaken" ma:readOnly="true">
      <xsd:simpleType>
        <xsd:restriction base="dms:Text"/>
      </xsd:simpleType>
    </xsd:element>
    <xsd:element name="MediaLengthInSeconds" ma:index="13" nillable="true" ma:displayName="MediaLengthInSeconds" ma:hidden="true" ma:internalName="MediaLengthInSeconds" ma:readOnly="true">
      <xsd:simpleType>
        <xsd:restriction base="dms:Unknown"/>
      </xsd:simpleType>
    </xsd:element>
    <xsd:element name="MediaServiceAutoTags" ma:index="16" nillable="true" ma:displayName="Tags" ma:internalName="MediaServiceAutoTags" ma:readOnly="true">
      <xsd:simpleType>
        <xsd:restriction base="dms:Text"/>
      </xsd:simpleType>
    </xsd:element>
    <xsd:element name="MediaServiceOCR" ma:index="19" nillable="true" ma:displayName="Extracted Text" ma:internalName="MediaServiceOCR" ma:readOnly="true">
      <xsd:simpleType>
        <xsd:restriction base="dms:Note">
          <xsd:maxLength value="255"/>
        </xsd:restriction>
      </xsd:simpleType>
    </xsd:element>
    <xsd:element name="MediaServiceGenerationTime" ma:index="20" nillable="true" ma:displayName="MediaServiceGenerationTime" ma:hidden="true" ma:internalName="MediaServiceGenerationTime" ma:readOnly="true">
      <xsd:simpleType>
        <xsd:restriction base="dms:Text"/>
      </xsd:simpleType>
    </xsd:element>
    <xsd:element name="MediaServiceEventHashCode" ma:index="21" nillable="true" ma:displayName="MediaServiceEventHashCode" ma:hidden="true" ma:internalName="MediaServiceEventHashCode" ma:readOnly="true">
      <xsd:simpleType>
        <xsd:restriction base="dms:Text"/>
      </xsd:simpleType>
    </xsd:element>
    <xsd:element name="lcf76f155ced4ddcb4097134ff3c332f" ma:index="23" nillable="true" ma:taxonomy="true" ma:internalName="lcf76f155ced4ddcb4097134ff3c332f" ma:taxonomyFieldName="MediaServiceImageTags" ma:displayName="Image Tags" ma:readOnly="false" ma:fieldId="{5cf76f15-5ced-4ddc-b409-7134ff3c332f}" ma:taxonomyMulti="true" ma:sspId="3f4aff2b-04e6-48f0-83c9-56fafe2014f7"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5" nillable="true" ma:displayName="MediaServiceObjectDetectorVersions" ma:hidden="true" ma:indexed="true" ma:internalName="MediaServiceObjectDetectorVersions" ma:readOnly="true">
      <xsd:simpleType>
        <xsd:restriction base="dms:Text"/>
      </xsd:simpleType>
    </xsd:element>
    <xsd:element name="_Flow_SignoffStatus" ma:index="26" nillable="true" ma:displayName="Sign-off status" ma:internalName="Sign_x002d_off_x0020_status">
      <xsd:simpleType>
        <xsd:restriction base="dms:Text"/>
      </xsd:simpleType>
    </xsd:element>
    <xsd:element name="MediaServiceLocation" ma:index="27" nillable="true" ma:displayName="Location" ma:indexed="true" ma:internalName="MediaServiceLocation" ma:readOnly="true">
      <xsd:simpleType>
        <xsd:restriction base="dms:Text"/>
      </xsd:simpleType>
    </xsd:element>
    <xsd:element name="MediaServiceSearchProperties" ma:index="28"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fca21091-4343-4232-a795-e59481497cb5"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element name="TaxCatchAll" ma:index="24" nillable="true" ma:displayName="Taxonomy Catch All Column" ma:hidden="true" ma:list="{d36b9b6e-086a-4dd3-8773-df145aa506ae}" ma:internalName="TaxCatchAll" ma:showField="CatchAllData" ma:web="fca21091-4343-4232-a795-e59481497cb5">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7AC1D25B-C9D7-4A85-9CA8-F1FE7C31EA43}">
  <ds:schemaRefs>
    <ds:schemaRef ds:uri="dfbadaf6-90cf-41d3-a0ba-bbd98d259036"/>
    <ds:schemaRef ds:uri="fca21091-4343-4232-a795-e59481497cb5"/>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microsoft.com/sharepoint/v3"/>
    <ds:schemaRef ds:uri="http://schemas.openxmlformats.org/package/2006/metadata/core-properties"/>
    <ds:schemaRef ds:uri="http://www.w3.org/XML/1998/namespace"/>
  </ds:schemaRefs>
</ds:datastoreItem>
</file>

<file path=customXml/itemProps2.xml><?xml version="1.0" encoding="utf-8"?>
<ds:datastoreItem xmlns:ds="http://schemas.openxmlformats.org/officeDocument/2006/customXml" ds:itemID="{2FCD649D-D5DD-43C0-AAB5-C854AC12F42A}">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dfbadaf6-90cf-41d3-a0ba-bbd98d259036"/>
    <ds:schemaRef ds:uri="fca21091-4343-4232-a795-e59481497cb5"/>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6CBA5092-7189-4DD9-B469-74F2EB4767BE}">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COA ppt template</Template>
  <Application>Microsoft Office PowerPoint</Application>
  <PresentationFormat>On-screen Show (4:3)</PresentationFormat>
  <Slides>3</Slides>
  <Notes>3</Notes>
  <HiddenSlides>0</HiddenSlides>
  <ScaleCrop>false</ScaleCrop>
  <HeadingPairs>
    <vt:vector size="4" baseType="variant">
      <vt:variant>
        <vt:lpstr>Theme</vt:lpstr>
      </vt:variant>
      <vt:variant>
        <vt:i4>1</vt:i4>
      </vt:variant>
      <vt:variant>
        <vt:lpstr>Slide Titles</vt:lpstr>
      </vt:variant>
      <vt:variant>
        <vt:i4>3</vt:i4>
      </vt:variant>
    </vt:vector>
  </HeadingPairs>
  <TitlesOfParts>
    <vt:vector size="4" baseType="lpstr">
      <vt:lpstr>Office Theme</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Lending Tree Insights</dc:title>
  <dc:creator>Brandon Homuth</dc:creator>
  <cp:revision>3</cp:revision>
  <cp:lastPrinted>2020-12-17T16:31:33Z</cp:lastPrinted>
  <dcterms:created xsi:type="dcterms:W3CDTF">2020-07-08T17:20:15Z</dcterms:created>
  <dcterms:modified xsi:type="dcterms:W3CDTF">2026-02-12T20:25:44Z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0x010100E563EA4EAC53434282EAA3F21CEC1BE7</vt:lpwstr>
  </property>
  <property fmtid="{D5CDD505-2E9C-101B-9397-08002B2CF9AE}" pid="3" name="MediaServiceImageTags">
    <vt:lpwstr/>
  </property>
</Properties>
</file>